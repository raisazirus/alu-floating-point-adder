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1" autoAdjust="0"/>
    <p:restoredTop sz="94660"/>
  </p:normalViewPr>
  <p:slideViewPr>
    <p:cSldViewPr snapToGrid="0">
      <p:cViewPr varScale="1">
        <p:scale>
          <a:sx n="91" d="100"/>
          <a:sy n="91" d="100"/>
        </p:scale>
        <p:origin x="3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16:15:54.222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7249 9787 477 0,'8'0'61'0,"-5"-2"-7"0,0 2-15 0,3-3-19 0,-2 1 1 0,2-2-9 0,-3 0 1 0,5 1-1 16,-5-1-2-16,3 1 6 0,-2 1-4 0,-1-3 0 16,-3 1 7-16,3 3 5 0,0-2-3 15,-3-1-4-15,0 1 5 0,0-2-8 16,-6 0 4-16,-1-3-10 0,-2 4 4 15,-2-2-3-15,-2 1 0 0,-1-2 4 0,1 1-4 16,1 2-1-16,-6-4-3 0,2 6-4 16,-1-3 4-16,0-1-4 0,1 5 1 0,-1-2 2 15,1-2-4-15,-5 5-6 0,8-3 16 16,-7-3-11-16,4 6 5 0,-1-1-1 0,1-2-2 16,-1 3-5-16,-4-3 2 0,5 3 5 15,-4 0-3-15,-1 0 0 0,2 3 4 0,-1-3 0 16,4 0 1-16,-5 0-1 0,4 3 1 15,-2-6-7-15,2 3 0 0,-3 0 3 0,3 3 0 16,-3-3 2-16,0 0 4 0,0 1-2 16,4-1-3-16,-4 4-1 0,-1-4 6 15,5 0-5-15,-4 2-1 0,-1-2-3 16,5 3 1-16,-4-3 3 0,4 2 4 0,-1 1-8 16,-4 0 4-16,5-2-1 0,-1 2 1 15,4 0 4-15,-4-3-6 0,1 1-2 16,2 5 5-16,-2-3-4 0,2-1 6 0,-2 4-4 15,3-2 2-15,-1-1-1 0,1 2-2 16,-1 2-3-16,5-1 7 0,-1 1-4 0,-4-2 0 16,4 2-1-16,1 3 0 15,-2-2 9-15,1 2-8 0,1-3 2 0,1 3-4 0,-1 1 0 16,2-3-2-16,1 3 8 16,-5-1-6-16,4 0 6 0,1 1-6 0,0-3 4 0,-5 3 3 15,4-1 0-15,4 0-4 0,-3 1 0 16,-5-3 0-16,5 0 3 0,-1 2 2 15,1-3-1-15,-1 1-1 0,3 1-2 0,-2-2-1 16,2 0 2-16,-2 1 2 0,0-1-3 16,-2 1 3-16,2-1 0 0,-1 0-6 0,4-1 4 15,-4 3 2-15,4-3-4 0,-4 4-4 16,4-3 7-16,-4 1-5 0,4-1 3 0,-4 3 6 16,0 1-7-16,1-3 2 0,-1 3-1 15,4-1-1-15,-4 2 2 0,1-2-1 16,-1 3-3-16,3-1-4 0,-2-1 8 15,-1 2-8-15,4-5 12 0,-4 3-7 0,3-1 7 16,-2-2-9-16,3 2 1 0,0-3 1 16,-1 1 3-16,1-4 4 0,0 5-2 0,-5-2 1 15,8 0 3-15,-3 1-1 0,-3-1-1 16,-1 1-4-16,1-1 4 0,-2-1 3 0,2 1-6 16,-4 0 6-16,4 1-2 0,-5-1 5 15,2 1-6-15,-1-1-4 0,-1 0 7 0,-2 0 2 16,-1 1 3-16,1 2-6 0,-4-3-4 15,4 1 1-15,-4 1 1 16,1-1-3-16,-1 3 3 0,4-4-1 0,-4 0-3 0,4 1 1 16,0 1 3-16,-4-2 1 0,4 0-3 15,-1 1 2-15,5-1 5 0,-5 1-16 0,4-1 4 16,-3-1-2-16,-1 1 3 16,1 0 3-16,-1 1-3 0,-2-1 4 0,-1 3-5 0,1 1 3 15,-1-4 4-15,1 2-3 0,2 0-3 16,-2-2 3-16,2 0 0 0,1-2-1 15,-1 2-3-15,1 0 3 0,-1-1 3 16,1 2-7-16,1-4 1 0,-2 2 1 0,1 1 2 16,-4 1-1-16,4-4 7 15,-8 3-8-15,2 4 4 0,-5-4-2 0,1 0 0 0,-1 4-6 16,-3-5 5-16,2 2-1 0,-2-2 7 16,-3 2-9-16,0-1 5 0,0 1 1 0,0-4 3 15,0 5-8-15,0-2 5 0,0-2 3 16,3-1-4-16,-3 2 4 15,3-2-7-15,3 3 2 0,-2-3 0 0,0 0 2 0,2 5-2 16,1-5-2-16,-1-1 5 0,2 2-11 16,1-1 5-16,4 2 2 0,-9-2 2 0,6 2-5 15,0 1 4-15,-4-2 1 0,5 2-3 16,-2-1 4-16,2 1-10 0,2 1 9 0,-4-4-10 16,2 3 3-16,2 1 0 15,-2 1 2-15,2-2 2 0,-4 0 1 0,2 4-3 16,2-3 3-16,-7 0-1 0,8 2 0 15,-4-3 4-15,4 4-5 0,-5-4 3 0,4 4-1 16,1-1-1-16,-1 0 1 0,4-1-4 16,-4 1 3-16,4-3-2 0,-4 4-4 0,4-1 3 15,0 0 6-15,-4 2-8 0,7-5 8 16,-1 4-2-16,-1-1-1 0,-2 2 2 0,1-2 0 16,3 1 0-16,-1-1 0 0,2 0-1 15,-4 2 0-15,-1 2 0 0,4 0-3 0,-4 1 8 16,1-1-2-16,4 1 3 0,-5 1-4 15,1-4 6-15,2 2-6 0,-2 3 3 16,4-3-4-16,-2-3 4 0,1 3-1 0,1-2-3 16,-5 3 1-16,4 1 5 0,0-4-5 15,0 2 1-15,3 0-3 0,-2-3 1 16,2 3 1-16,-3-3 0 0,3 3-4 0,1 1 6 16,-1 0 0-16,4-2-2 0,-1-1-1 15,-3 2 1-15,4 2-1 0,3-4 3 16,-3 2 0-16,3 5-2 0,-3-5 2 0,3 3-1 15,3 0 1-15,0-1-2 0,-3 1 2 16,3 2 1-16,-3-5 0 0,4 3-6 0,-1 0 4 16,-3-1 0-16,4-3-3 0,-1 2 5 15,-3-1-1-15,3 1-1 0,4 2-3 0,-4-3 1 16,4-2 3-16,-4 4 1 0,4-1-4 16,-4 0-1-16,4-4 3 0,-1 7-3 0,4-1 1 15,-3-3 1-15,-3 1 1 0,5 0-1 16,-2-1 1-16,0-1-1 0,3 2-1 15,0-2 1-15,0 2-2 0,3-3-4 0,-6-2 2 16,2 3 6-16,2-4-7 0,-1 2 3 16,-1-1-1-16,2 0 3 0,5 0 1 0,-5-1-4 15,5 2 1-15,1-1 0 0,-4-3 0 16,7 1 5-16,-4 2-7 0,2 0 2 0,2 0 0 16,2-2 3-16,-1 0-3 0,-1 1-1 15,3-1 4-15,0 0-3 0,1 3 2 16,-1-4-5-16,0 4 4 0,4-4 1 0,-4 3-3 15,1-2 0-15,0 2 1 0,1-3-3 16,2 1 8-16,0 2-3 0,0 0 0 0,0-3 0 16,6 4-1-16,0 1 1 0,0-2 3 15,1 1-5-15,-1 0-4 0,-3 2 7 16,6-1-1-16,-6-2 2 0,0 0-5 0,0-2 3 16,0 2 2-16,4 0 6 0,-4-5 11 15,3 2 14-15,1-3 2 0,-1 2-3 0,1-3 1 16,-1 2-5-16,3-5-1 0,-2 3 0 15,2-3-6-15,1 1 3 0,-3-2-4 16,6 1-1-16,-7 0-2 0,3 0 1 0,1 0-4 16,-4-3 1-16,5 0-2 0,-5 3 1 15,0-2-2-15,-3-1-3 0,0 3 2 0,0-2 0 16,0-2 1-16,-3 3 2 16,2-2-6-16,-2 0 4 0,0 2 1 0,-1-2-2 0,1 0 2 15,-3 1 0-15,-2 2-4 16,2-3-2-16,-1 1 0 0,-2-3 0 0,-2 5 0 15,2-6 1-15,2 5-6 0,-7 1 3 16,5-3-1-16,-5 0-1 0,1 3 2 0,3-5-2 16,-7 5 0-16,4-2 6 0,-1-2 9 15,1 3 6-15,3-2 0 0,-3 0-2 16,-1 3 2-16,1-1 0 0,-1-2 3 0,-2 0-9 16,2 3-3-16,-2-2-2 0,-4 2-1 0,1 0-4 15,2-3 1-15,-7 1-3 0,8-2-1 16,-4 3 0-16,-1 1 0 0,2-3-1 0,-1-1-1 15,2 1 0-15,-1-2-3 16,-1 2 1-16,-1-3-1 0,5 2 0 0,-1 0 0 16,1-2-2-16,-4-1 1 0,0 2 1 0,3 2-3 15,-6-1 0-15,6-2 0 0,-6 4 1 16,3-1 0-16,-4-3-1 0,1 5 1 0,3-2-2 16,-3 0 0-16,-1 2 2 15,1-2-2-15,0-2 0 0,0 5-2 0,-1-3 2 16,1 1 2-16,2-2-2 0,-4 3 0 15,1-2 1-15,0 0-2 0,4 2 1 0,1-5 0 16,-2 4 6-16,1-1-8 0,4 1 4 16,-4-2-4-16,4 3-1 0,2-2 4 0,-2 0 1 15,2 2-3-15,-3-2 2 0,4-2-3 16,-4 2 2-16,4 1 0 0,0-2-3 0,-1 3 2 16,4 1-2-16,-3 0 7 15,3 0-8-15,0 0-2 0,3 0 1 0,0 5 3 16,1-3-1-16,3 1 3 0,-5 2-3 0,8-2 0 15,-6-2 2-15,3 5 0 0,0-1-2 16,-7-3 2-16,-1 1-2 0,5-1 1 0,-4 1 1 16,-4 0 0-16,5-2 1 15,-5 2 1-15,1 0-2 0,-1-3 2 0,4 1-2 16,-2 3 1-16,-2-2 0 0,4-2 11 0,-4 3 2 16,1-3-2-16,4 0-2 0,-5 2 1 0,-2-2-4 15,2 3 0-15,1-3-1 0,-4 0 2 16,0 3-3-16,1-3 0 0,-2 0-3 15,2 1 2-15,-4-1 0 0,4 0 0 16,-1 0-3-16,-3 0 3 0,3-1 0 0,-3 1-3 16,3 0 1-16,1-3 2 15,-1 3-3-15,1-3 2 0,2 1-1 0,-2 2-1 0,-1 0 0 16,4-3 1-16,-4 3 0 16,1-2 1-16,2-2-2 0,-2 4 2 0,2-4 0 0,1 1-2 15,-1 2 1-15,1-2 1 16,-1 0 0-16,5 1-4 0,-5-3 4 0,1 0-1 15,3 2 0-15,0-1-2 0,0-2 3 0,3 1-2 16,-3-2 0-16,3 1 1 0,1-1 1 16,0 2-3-16,-2-2 3 0,-2 1-1 0,7-1-5 15,-6 0 2-15,1-1 2 0,-1 1 5 16,2-1-4-16,-4 1 0 0,2 0-3 16,2-1 6-16,-3-1 0 0,0 2-6 15,0 0 3-15,0 0-2 0,0-1 1 0,0 1 0 16,-3-1 2-16,0 1 1 0,2 0-3 0,-2-1-2 15,4-2 1-15,-5 0-2 0,1 0 2 16,2-1 3-16,-2 4-3 0,-1-4 0 16,5 3 2-16,-4-3 0 0,-1 1-5 0,4-1 1 15,-4 1 0-15,5 2 0 16,-1-3 3-16,3 1-1 0,-3-2-3 0,7 2 2 0,0-4 0 16,3 3 2-16,3-3-1 0,0 3-2 15,4-4 6-15,-1 2-5 0,1 1 3 16,0-1-3-16,0 1 1 0,2 2-1 0,-2-4 2 15,0 4 0-15,0 2 0 0,-1-3-3 16,1 1 4-16,-4-1-1 0,0 5 0 16,-3-2 0-16,0 1 0 0,0-1-4 0,-3 4-3 15,-3-5 5-15,-1 5-4 0,-7-1 1 16,1 2 0-16,0 1 1 0,0 0-1 16,-4-4 0-16,1 6 0 0,2-3 2 0,-7 2-1 15,8 1 4-15,-4 0-3 0,1 0 1 16,2 1 3-16,-2-1-1 0,2 0-1 0,5 3-1 15,-1 3 0-15,3-4 4 16,0 3-1-16,4 3 0 0,0-4 0 0,3 4 0 16,3-3-1-16,0 3 0 0,1-4 2 15,-1 6-2-15,3-2-1 0,-1-1 0 0,1 3 0 16,-3-2 1-16,4 2 0 0,-7-3 0 16,0-3 1-16,0 4-1 0,-3-1 0 0,3-1 1 15,0 2 1-15,-3-4-1 0,6 2 0 16,-6-1 0-16,3 0 2 0,0 0 0 0,-5-1-2 15,5 2-1-15,1-1-1 0,2 0 5 16,-3 0-2-16,3-1-1 0,5 2-1 0,-5-1 2 16,0 0 0-16,0 0-4 0,-3-2 3 15,4 1 0-15,-1 0-2 0,-3 2 1 16,0-3-1-16,0-2 3 0,-3 6 0 0,-1-6-2 16,1 2 1-16,-1 0-1 15,1-3 3-15,-7 1 0 0,4 3-1 0,-2-4 0 0,2 2-1 16,0-2-3-16,-1 0 3 15,0 0 2-15,3 0-4 0,-2 0 2 0,3 0 0 0,3 0 2 16,-3-2-3-16,3-2 3 0,-3 3-2 16,3-2 2-16,-5-1-1 0,2 1-1 15,3-2-3-15,-3 0 4 0,0-3-1 16,0 4-2-16,-1-4 2 0,1 3-1 0,0-3 1 16,-1 1 1-16,-3 2-2 0,4 0 3 15,-7-3 0-15,0 4-1 0,3-4 1 0,-5 3-2 16,-2 0 4-16,1-1-2 0,-1 2-5 15,-2-4 5-15,2 2-4 0,4 2 2 16,-4-3-2-16,5-1-1 0,-4 1 1 0,2 0 3 16,-2 0-3-16,0 3 0 0,0-1 2 0,-4 0-2 15,4 1 0-15,-4 1 2 0,0-2 1 16,0 2-3-16,1-2 3 0,2 3-3 16,-2-1 3-16,-1 0 0 0,3-1-4 0,-2 0 3 15,2 3-2-15,5 1 1 0,-4-3 2 16,2 1-2-16,5 0 3 0,-1 2-3 0,1 0 0 15,-2 0 0-15,8 0 3 0,1 2 0 16,-1 3-1-16,3-4 1 0,-3 6 0 0,7 0-2 16,-3-2-1-16,2 1 1 15,-6 2 2-15,7 0 0 0,-1 0-3 0,0 0 1 16,2 0 0-16,-2 2 3 0,-2 1-4 16,2-3 2-16,-3 2-1 0,4 0-1 0,-4-3 0 15,5 5 0-15,-2-1 3 0,1 2-3 16,2-1 3-16,2 1 0 0,-1-1-3 0,-1 2 2 15,1-1 1-15,1 2-4 0,-5-2 4 16,4-1 3-16,-4 1-4 0,-2-1 3 16,0 1-6-16,-4-5 0 0,-4 0 7 0,1 1-6 15,-1-1 0-15,-2-1-2 0,0 0 2 16,-2-2 0-16,-2 2 2 0,4-1-2 0,0 1 0 16,-2-2 3-16,2-2-2 0,-1 4-3 15,4-3 3-15,0 2 1 0,3-3 0 16,-4 2 0-16,4-1-2 0,0 2 1 15,0-1 0-15,3 2 1 0,-3-1-2 0,0-2 2 16,8-1-3-16,-2 2 2 0,-3 0-3 16,1-3 5-16,-1 4-2 0,0-5 2 0,4 2-4 15,-4 0 4-15,4-2-3 0,0 3 0 16,-4-2 0-16,3-2 1 0,1 0 4 0,-1 3-2 16,-2-3-2-16,0 0-1 15,-1-3 1-15,-3 3 0 0,3-6-2 0,1 5 4 0,-4-2-1 16,0-1-3-16,0-4 2 0,0 3-1 15,3 0 0-15,-3-2-1 16,0-1 1-16,0-2-3 0,3 0 3 0,1 0 1 0,-4-2-3 16,3 1 3-16,-3-2-2 0,3 1 4 15,-3-1-3-15,0 1 0 0,0-2 0 16,-3 1-1-16,3 1-2 0,0-1 3 16,-3 1-1-16,3-1 0 0,-1 1 2 0,1-1-2 0,-6 1 1 15,2 1 0-15,-2-2-3 0,0 4 4 16,-5-1-2-16,4 0 1 0,-2 0-1 15,-2-1-1-15,2 3 1 0,-4 2 1 16,2-5-1-16,1 3-1 0,-4 2 3 0,2-2 0 16,-2 1-1-16,4-1 1 0,-3 2-1 15,-4-1-2-15,4 3 1 0,3-4 1 0,-7 1-1 16,4 1 3-16,-3-2-1 0,2 4 1 16,-2-3-1-16,2 1-2 0,-7 2-1 0,5-1 1 15,-1-2 0-15,1 1 2 0,-1 2-1 16,1-3 0-16,-1 3-1 0,-4 0-1 15,5-2 4-15,-4 2 0 0,1-3-4 0,-2 6 0 16,4-4 2-16,-2 0-1 0,-1 2 3 16,-1-1-1-16,2-3-1 0,-1 3 0 0,-1 0 2 15,2-2 0-15,-1 3-4 16,-1-5 0-16,-2 4 1 0,3 0 4 0,0-2-2 0,0-1-4 16,-3 2 5-16,3-2 0 15,-4 1-1-15,4 2 0 0,-3-4 1 0,3 1-5 16,-3-2 2-16,3 1 1 0,-3 0 0 15,-1-1-2-15,1 0 2 0,-1-4 0 0,2 1 1 16,-2 2 1-16,0-5-2 0,1-1-2 16,-1-3 3-16,-6 4-1 0,8-1-2 0,-5-3 1 15,0-2 1-15,0-4 0 0,-3 3 0 16,0 0-2-16,4-2 1 0,-4 3 0 16,0 0 0-16,0 2-1 0,0-2 1 0,-4 3 1 15,1 1 0-15,0 1-1 0,0-2-2 16,0 0 1-16,-5 1 2 0,2 2-1 15,-1-3 2-15,-2 4-2 0,-2-3 1 0,1 6-3 16,1-4 4-16,-5 2-4 0,1-2 0 16,2 2 2-16,-2 1-4 0,0-1 6 15,-1 1-4-15,-2-1 3 0,-1 1 0 0,1 2-3 16,-1-2 0-16,-4 2 6 0,2-4-4 0,2 6 2 16,-2-3-4-16,-2 1 3 0,1 0 0 15,1-1-1-15,-2 3 0 0,-6-1-1 16,4 1 2-16,-4 1-1 0,5-3-1 15,-9 6 3-15,5-4-3 0,-4 1 2 0,3-1 2 16,0 1-2-16,-3 1-2 0,0-1 4 0,-3 0-3 16,-1 2-1-16,-2-2 1 15,0 1 1-15,-2-1 2 0,2 2-5 0,-4-2 1 16,0 1 3-16,-1 1-3 0,8-1 5 16,0 2-4-16,-7-3 2 0,7 4 1 0,-8-4-2 15,8 2 2-15,3-1-2 0,-3 2-1 16,0-2 3-16,-1 2-4 0,1-1 5 0,0-1-3 15,3 2-1-15,0-2 1 0,0 2 0 16,0-1 1-16,0-1 0 0,0 2 2 0,0 1-4 16,0-2 3-16,3-1-2 0,-6 5 0 15,6-5-1-15,-3 5-1 0,0-2 1 0,1 0 0 16,-1 0 3-16,0 3-3 0,0 0 1 16,3 0-1-16,-3 0 1 0,-3 3-3 15,2 0 3-15,1 0-1 0,-3 1 0 0,3-1-2 16,-3 2 3-16,3-1 2 15,-3 2-2-15,-2-2 1 0,2 2-2 0,0-5 1 0,0 5 1 16,-4-1-1-16,4-2 3 16,0 1-1-16,-4 2 1 0,0-5-3 0,-3 3 1 15,4-2 0-15,-1 0-2 0,1 1 2 16,-2 0-1-16,2 0 0 0,-1-3 1 0,4 0 1 16,-4 1-2-16,7-1 3 0,-6 0-1 15,2 3-2-15,0-6 0 0,4 3 1 16,0 0-3-16,0-1 2 0,0 1-2 0,1-3 5 15,-5 0-6-15,4 0 5 0,0 1-4 0,1 0 3 16,-1-3 0-16,0 2 0 0,-4 0-1 16,5-1 2-16,-6 1-1 0,5-2 1 0,-3-1-3 15,3 2-1-15,-3 1 2 0,0-1 1 16,3-2-2-16,0 2 0 0,-4 0-1 16,4 0 4-16,-3-3-6 0,3 1 2 0,-3 4 3 15,-1-4-1-15,4 5-3 0,-6-5 2 16,6 5 0-16,-3-5 0 0,-1 3-1 15,4 1 1-15,0 0 2 0,-3-2-1 0,3 3-3 16,0-2-1-16,0 0 4 0,0 2 3 16,0-2-4-16,0 3 2 0,3-3-3 15,-3 0 3-15,3 3-3 0,-3 0 3 0,4-2-5 16,-4 2 3-16,7 0-1 0,-4 0-1 16,4 0 0-16,-1 2 2 0,0-2-1 0,2 3 2 15,-5-3-1-15,3 6-3 0,1-5 3 16,0 2 2-16,-4 0-3 0,4-2 1 0,-1 5 4 15,1-1-5-15,0 1 2 0,0-5-2 16,-1 5 2-16,4 1-1 0,4-2 2 16,-5-2-1-16,2 1 3 0,2-1-2 0,1 1-2 15,-2 0 0-15,1 0 5 0,1-1-4 16,-1 3 1-16,1-5-4 0,-4 5 8 16,4-5-5-16,-2 3 0 0,2 0 1 15,-1-1-1-15,0 0 0 0,1-3 3 0,-1 3-1 16,1-2 1-16,-1 2-3 0,0-3 2 0,-3 3-2 15,4-3 0-15,-1 1 2 0,1-1 0 16,-1 0-1-16,-1 0-2 0,2 0 4 16,-1 0-2-16,1 0-2 0,-1 0 3 0,-2 0-1 15,-2 0-1-15,4 0 1 0,1-1-3 16,-4 1 2-16,3 0 0 0,0-3 2 0,1 0-3 16,2 3-2-16,-2-1 5 0,2 1-2 15,1-3 1-15,-4 3 2 0,8-3-1 16,-1 3-2-16,-4 0 0 0,4-3 2 0,-4 3-1 15,5-2-4-15,-1 0 3 16,-1 2 0-16,2-4-1 0,-1 3 0 0,-1-2 3 0,5 3 0 16,-1-3-2-16,1 3 0 0,-5-1 0 15,8-2 0-15,-3 3 0 0,2-3-1 16,-2 3 4-16,3-3-2 0,0 3-1 0,-5-2 2 16,5 2-3-16,3 0 4 0,-3-2 1 15,3 2-2-15,-7-4 0 16,4 4-2-16,3 0 1 0,0 0 1 0,-3-1 3 0,3 1-5 15,0 0 1-15,-8 0 4 0,8-3 1 16,0 3-5-16,0 0 1 0,-3-3 1 0,3 3 1 16,0 0 0-16,-3-1 1 0,0-5-2 15,-1 3 1-15,1-1 1 0,0-1 2 0,-3-1-6 16,2 2 0-16,-3-6-1 16,0 2 3-16,4 1 0 0,-3-3-3 0,-1-1 0 0,0-1 0 15,0 2 1-15,-2 0-3 0,-2-2 0 16,5-1 0-16,-1 1 2 0,1 2 1 0,-1-4-2 15,-3 0 1-15,0 2-2 0,0-4 0 16,3 1 0-16,-6 1 3 0,3 2-3 16,-1-5 2-16,2 6-2 0,-1-3 2 0,-1 6-4 15,2-5 2-15,-1 2 7 0,-1-1-7 16,5 2 1-16,-4 0-1 0,1-1 2 16,1 3-3-16,2-1-1 15,-4 0 0-15,-1 2 3 0,5-2-1 0,-1 0 2 0,-2 3-2 16,-2-1 2-16,5 0-2 0,-4-1 2 15,-1 1-2-15,5 1 0 0,-4-2 1 0,1 4-2 16,-2-3 0-16,4 1 0 0,-2 2-1 16,2-1 2-16,-3-1-2 0,0 2 5 15,0-2-3-15,0 2 0 0,0 0 1 0,0 0 0 16,0 1 3-16,0 2-5 0,0-2 0 16,-4-3 2-16,5 4-2 0,-1 0 5 15,-4-2-4-15,4 3 1 0,-4-2-1 0,5-1 0 16,-4 1 2-16,-1 0 0 0,1 0-2 15,-1 3 2-15,1-2 0 0,-1 0 2 16,-2-2 0-16,-1 3-2 0,4-2-2 0,-4 0 2 16,1 3-3-16,-1-1-1 0,1 1 2 15,-1-3 0-15,0 3 1 0,-3-3-3 0,7 3 4 16,-4 0-1-16,0 0 0 0,1 0 1 16,-4 0 1-16,3 0-2 0,0 0 0 0,1 0 0 15,-1 3-2-15,4-3 5 0,-4 0-3 16,1 3-1-16,2-3 0 0,-2 1 1 0,2 2-3 15,1-3 1-15,-4 4 1 16,4 0 2-16,-1-2-3 0,-2 3 2 0,2-2-2 0,-2 1 0 16,2 2 0-16,1-1 0 15,-4-1 6-15,1 5-3 0,2-5-2 0,-2 4 1 16,3-4 0-16,-1 5-1 0,1-2 1 16,-1 0-1-16,1 1 2 0,-1-4-1 0,2 3 1 15,-2 1 1-15,1 1 0 0,0-2-1 16,-1 0 1-16,1 1-1 0,-1-1 0 0,4-3 4 15,-2 4-1-15,1-2-5 0,-2-2 2 16,2 2 4-16,5-1-1 0,-4-1 0 0,1 2-2 16,-2-2 0-16,4-1 2 0,1 1-1 15,-4 2 1-15,3-4-3 0,-3-2 4 0,4 3-3 16,-1 0 2-16,0 0 0 0,-3-2-1 16,4 2-2-16,-5-3 2 15,1 3-2-15,-3-2 4 0,3 3-3 0,0-4-1 0,-3 0 0 16,3 0 1-16,-3 0 2 15,-1 0-2-15,1 0 1 0,0 0-1 0,-1-4 1 0,1 4-3 16,-1-1-2-16,1 1 6 16,-1-3 1-16,-2 3-3 0,-1-3-1 0,1 2-1 15,-1-2-1-15,1-3 2 0,-5 4 0 16,4 0 0-16,-2-3 0 0,2 2-1 0,-3-1 2 16,3 1 1-16,-3-3-4 0,4 4 0 15,-1-4 2-15,1 5 4 0,2-5-5 0,-6 5 4 16,6-5-3-16,-2 1 1 0,-1-1-1 15,1 5 0-15,-1-6-1 0,4 1 1 16,-7 1-3-16,4-2 4 0,-5 0-3 0,1-2-1 16,-4 5 0-16,5-7 2 0,-5 7 10 0,4-4-12 15,1 1-1-15,-2 0 6 0,-2-4-3 16,3 4 0-16,3 0-1 0,-2-2 0 16,2 5 0-16,0-4 2 0,1 4 0 0,-2-5 0 15,2 5-1-15,2-1 2 0,-2-1-3 16,2 2-1-16,1 1 1 0,1-2 1 0,-2-1 0 15,1 2-2-15,-1 1 0 16,1-1 2-16,2 1-2 0,-2-2 2 0,1 3-2 16,1-2 5-16,-2 3-4 0,3-2 2 15,-4 0 0-15,5 2-1 0,-5 1-2 0,1-3 1 16,3 0-1-16,-4 3 2 0,1-3 0 16,3 3 1-16,-3 0 0 0,-4 0 2 0,7 0-4 15,-3 0 0-15,-1-2 2 0,5 2 0 16,-4 0 2-16,2 0 0 0,-2-2-3 15,2 2 1-15,2 0 1 0,-4 0 2 0,2-4-6 16,1 4 2-16,1-1 2 0,-2 1-1 16,5 0 2-16,-4-3 1 0,-1 3-1 0,5-3 0 15,-4 2-1-15,4 1 5 0,-5-3-6 16,5 0 5-16,-4 0-8 0,3-1 5 0,-3 0-2 16,3 0 0-16,-2 0-2 0,-2-2 2 15,1 1 1-15,1-2-2 0,-2 1 0 16,1-1-2-16,1 0 1 0,-5 2-1 15,4-1 6-15,0-1-3 0,0 2-2 0,0-2 0 16,0 1 6-16,-4 2-4 0,5-1-3 16,-1-4 3-16,-1 5-1 0,2-3 2 0,-1 2-3 15,-1-4 2-15,-1 5 0 0,2-3-3 16,-4 2 4-16,4 0 0 0,1-3-5 0,-2 4 1 16,1-2 4-16,4 1-3 0,-5-1 2 15,1 5 0-15,1-5-2 0,1 2 1 16,2 1 2-16,-1 1 0 0,1-1-3 0,0 1 3 15,-2-2 0-15,2 3-3 0,-1-2 1 0,4 0 3 16,-4 2-4-16,0 1 1 0,4-6 4 16,0 6-3-16,-4-2 2 0,4-1-4 15,-4 3 1-15,0-2-5 0,4-2 6 0,0 4-5 16,-1-1 2-16,-2 1-32 16,-1-3-44-16,0 3-58 0,1 0-53 0,2-3-49 0,-5 3-254 15,-1-1 47-15,3 1-107 16,3-8-55-16</inkml:trace>
  <inkml:trace contextRef="#ctx0" brushRef="#br0" timeOffset="7800.94">8830 5036 1383 0,'0'0'-102'0,"0"0"13"16,0 0 9-16,0 0 11 0,0 0 5 0,0 0 9 0,0 0 4 0,0 0 3 0,0 0 6 0,0 0 5 0,0 0 1 15,0 0 7-15,0 0 1 0,0 0 9 0,0 0 6 16,0 0 7-16,0 0 7 0,0 0 3 16,-11 4 2-16,5-4 3 0,-1 0 5 15,-2 0 0-15,-2 0-2 0,1 0 4 16,-3-4-1-16,-1 4 4 0,1-1-3 0,0 1 4 16,3-3 7-16,0 3-3 0,-4-3-5 0,5-1 7 15,-5 4-8-15,4-3 3 0,0 1-1 16,0-3 2-16,-3 1 1 0,0 3-7 0,2-5 1 15,-2 2 0-15,3-1-3 16,-3-4-1-16,0 2-6 0,-1 0 7 0,-2 0-1 16,2-1-8-16,-2-2 7 0,-1-1-2 0,4 3-6 15,-8-3 9-15,4 1-9 0,1 0 3 16,-4-2-4-16,0-1 1 0,3 2 1 0,-3 0-1 16,4-3 0-16,-4 3 1 0,3-3 1 15,0 6 0-15,4-3-5 0,-4 1 0 16,8 3 0-16,-9-1 1 0,9 1 2 15,-4 1-2-15,2 2 1 0,-2-6 4 0,4 5-6 16,-5-2 7-16,1 1-8 0,-1-1 2 16,-2-1 2-16,-1 4-2 0,1-2 1 0,-5 1-5 15,4-1-1-15,-2-1 6 0,2 3-1 16,-3-1 4-16,-3 0-5 0,2 0 5 0,-2 2-12 16,0-4 2-16,0 4 6 0,-1-2 2 15,4 3-8-15,-6-2 3 0,2 4 2 16,-2-1 0-16,-5 1-9 0,5 0 7 15,-1 0 5-15,-3 0-8 0,3 0 6 0,-3 1 2 16,4 3-5-16,3-2-3 0,-4 1 2 0,3-1 2 16,1-2 0-16,3 6-2 15,-3-5 4-15,-1 5-3 0,2-1-3 0,-2-3-2 16,4 3 10-16,-1 1-2 0,5-2-2 0,-4 0-6 16,4 2 1-16,-1 5 2 0,-3-3 8 15,3 1-8-15,0 3 2 16,1 1 5-16,2-1-4 0,-2 1 3 0,3-1-9 0,-1 3 5 15,1-1-3-15,-1 3 2 0,1-3 6 16,3 1-6-16,0 0 4 0,-3-1-6 0,2 3 6 16,-1 0-2-16,2-2-3 15,-1 0 4-15,2 2 0 0,-1 1 1 0,-1-3-1 16,5 2 3-16,-4 1 0 0,4 0-5 16,-5-1-1-16,1-1 5 0,1 5 0 0,-2-3-4 15,4-1 2-15,-2 1 3 0,2 0 3 16,-3-1-11-16,3-1 7 0,-2 1-7 0,1 0 6 15,-2-1-6-15,4 2 2 0,-1-2 1 16,0 0 5-16,1 5-5 0,-4-3 8 0,3 2-3 16,0 0 0-16,1 0-6 0,-1-1 3 15,1 2 2-15,-1-1-2 0,4 2 2 16,-4-3-4-16,0 5 7 0,1-2-5 0,2-1-1 16,1-2 2-16,0 1 1 0,-1-2 1 15,4 0-1-15,0-1 0 0,0-2-4 0,0 3 3 16,0-6-5-16,-4 2 8 15,4 2-6-15,0-4 0 0,0-2-4 0,0 2 3 0,0-1 9 16,0 2 0-16,0-5-3 0,0 3-7 16,0-4 5-16,0 4-2 0,0-4 3 15,0 0-1-15,0 0-3 0,0 4 1 16,0-4 5-16,0-1-5 0,-3 1 0 0,3 1-1 16,-3-4 2-16,3 2 5 0,0-1-5 15,0 2 0-15,0-4-2 0,0 1 1 16,-3 2 5-16,3-5-3 0,0 5 0 0,0-3 6 15,0-1-6-15,-3 1-4 0,3 0 1 0,0 1 6 16,0-1-1-16,-4-2 3 0,1 3-3 16,3-2-4-16,-3 3 6 0,-1-2-5 15,0 0 11-15,1 1-9 0,-3-1-1 0,3-2 3 16,-1 3-1-16,1 1 5 0,-4-3-2 16,0 1 2-16,1 0-3 0,-1-2-2 0,-2 5 5 15,-2-5 0-15,1 5 3 0,1-3-3 16,-2-1-8-16,-2 4 5 0,2-5-3 0,5 2 2 15,-7 0-1-15,2-2-2 16,2 5 4-16,-1-4-5 0,-1 1 9 0,2 0-6 16,2-3 0-16,-2 3-5 0,1-2 0 15,2 2 5-15,-4-3 0 0,3 3 2 0,-3-2-8 16,3-1 1-16,1 4 9 0,-1-2-7 16,-3-2-2-16,3 2 9 0,1 1-9 0,-1 0 8 15,-3 0-6-15,3-3 2 0,1 1-1 16,-4 2-6-16,3-3 7 0,-3 3-1 0,4-3 4 15,2 1-6-15,-6 3 6 0,3-4-4 16,-2 2-1-16,2-2 5 0,0 2 0 0,-3-2-7 16,0 0 3-16,4 3 2 0,-2 0 4 15,2-3-3 1,-4 3 0-16,4-3-2 0,-2 0-1 0,2 0 4 0,3 1-1 0,-4-1-6 16,1 0 5-16,6 0-2 0,-8 3 0 15,2-3 2-15,3 0-2 0,-4 0 0 0,1 3 5 16,-2-3-4-16,5 0 3 0,-3 1-3 15,2-1-1-15,-2 0 0 0,0 0-3 0,-2 4 3 16,5-4 1-16,3 0 2 0,-10 0-5 16,7 0 1-16,3 0-1 0,-10 2 2 15,6-2 0-15,-2 2-1 0,2-2-1 0,-2 0 0 16,6 0 5-16,-10 3-3 0,3-3-3 16,4 0-2-16,-4 3 1 0,1 0 4 15,2-3-3-15,-3 1-3 0,4-1 3 0,-4 3 1 16,1 0 3-16,-1-2-2 0,0 3-2 15,1 0 5-15,-1-1-4 0,4 3 0 0,-4-5-1 16,1 5 2-16,-1-5-1 0,0 5 3 16,4-4-3-16,-4 4 0 0,1-3 3 0,-2 1-1 15,5 0-3-15,-3 0 2 0,-1 0 1 16,1 2-4-16,-2-2 3 16,5 2-3-16,-3-1 3 0,3 2-2 0,-4-1-1 0,4 1 5 15,-5 0-3-15,5-2 2 0,-3 2-4 16,3-1-1-16,-4 1 2 0,4 1-1 15,-5-1 3-15,5 3 0 0,0 1-1 0,0-4 4 16,0 2-3-16,-1 1 2 0,-2 1 0 16,6-1-6-16,-3 1 5 0,-2 0-4 15,2-1 7-15,0 2-5 0,0 1-1 0,-1-3-1 16,4 2 13-16,-3 1-11 0,0 2 2 16,0-3-4-16,0 1 1 0,3-1 0 0,-5 1 5 15,2-1-6-15,3 4 0 0,0-4-1 16,-3 1 1-16,3-1 3 0,-3 1-7 0,3-1 7 15,0-2 0-15,0 2 1 0,0 1 3 16,0 2-5-16,0-2 1 0,3-1-1 16,-3-2 1-16,3 5 3 0,-3-2-2 0,3-1 0 15,2 1 0-15,-5-1-6 0,3-2 8 16,0 2-7-16,-3-2 9 0,3 1-1 16,0 2-6-16,1-6 0 0,-4 2 0 15,3 1 4-15,0 1-5 0,0-4 1 0,-3 3 5 16,5-2 0-16,-5 2-2 0,3 0-3 15,0-1-2-15,0 1 6 0,1 1-4 0,2-1 3 16,-3 0-1-16,5-1 0 0,-5 1-2 16,0 3 2-16,4-2 1 0,-4-3 1 0,3 3-5 15,-3-1 7-15,5 0-5 0,-5 2 4 16,4-1-4-16,-4-1 0 0,3-3 7 0,-3 3-7 16,5-2 3-16,-2 2-5 0,-2-3 2 15,-1 1 1-15,3-1 0 0,-6 1 2 16,7-1-4-16,-3 0 2 0,-1-1-2 0,0 1 2 15,4 1 0-15,-4-1 0 0,0-3-4 16,4 4 3-16,-3-2 3 0,2 1-2 0,-2-3 1 16,2 4-2-16,-3-2 1 0,4 1 2 15,-4 1 1-15,4-4-2 0,0 5-1 16,-4-5-1-16,4 4 0 0,-1-4 1 0,1 2-2 16,-3 1 4-16,2-3-2 0,-3 2-4 15,4 2 5-15,0-4-1 0,-3 2 0 16,-1 1 3-16,3-2-4 0,-3 1 1 0,1-2-1 15,2 0 4-15,-2 2-1 0,3-1-4 16,-4 1 3-16,0-2-1 0,4-1-2 0,-4 2 1 16,3-1 0-16,-1 2 2 0,1-2 0 15,-3 3-2-15,4-1 2 0,-1-1 0 0,-3 2-1 16,5-1 0-16,-2-1 2 16,1 2-3-16,-4-1 1 0,3-2 0 0,-1-1-1 0,1 2-2 15,-3-1 4-15,4 2-4 0,-4-3 3 16,0 1 2-16,0 0-3 0,2 0 3 15,-2 0-3-15,3-1 2 0,-2 3 0 0,-1-5 1 16,0 2 0-16,3 1-1 0,-1 0 0 16,-2 0-3-16,3-1 5 0,1 3 1 0,-1-5-1 15,-3 2 3-15,5 1-1 0,-2 0-1 16,1-2 2-16,-1 3-2 0,5 1 1 0,-5-5 1 16,1 2-2-16,3 0 4 0,-3-2-4 15,6 5-1-15,-3-1 1 0,3-2 3 16,-3 0 1-16,7-2-6 0,-7-1 6 15,6 3-6-15,1 0 5 0,0-2-2 0,-1 3 1 16,2-4-2-16,1 2-2 0,1-2 4 16,1 0-2-16,1 0 0 0,2 0 0 0,-4 0 7 15,3 0-5-15,0 0-2 0,1-2 0 16,-1 2 0-16,1 0 1 0,2-4-3 0,-3 3 2 16,4-2-2-16,0 0 1 0,-7 2-1 15,3-2 0-15,-3 0 2 0,1 3-5 16,-2-3 6-16,1 1-3 0,-4 0-1 0,5 2 0 15,-4-4 1-15,2 3 3 0,2-2 0 16,-1 0-5-16,-1 2 4 0,2-2-3 0,2-3-1 16,-3 4 4-16,6 0-2 15,-2-3 3-15,0-1 1 0,1 5-5 0,-1-5-1 16,-4 3 3-16,1-1-1 0,-5 0-1 16,1 3-3-16,-1-2 3 0,1 0-1 0,-1 2 2 15,1-2-2-15,-4 0 1 0,4 0-2 16,-4 1 1-16,4 2-1 0,-4-2 1 0,1-2 4 15,-4 3-7-15,3 1 1 0,1-3 4 16,-5 0-3-16,5 3 0 0,-4-1 0 0,3 1 4 16,-3-3-4-16,3 0-1 15,1 3 3-15,-1 0-5 0,0-3 6 16,4 3-3-16,-4-2 0 0,4 2 1 0,-1 0-1 16,2 0-1-16,-1-2 0 0,2 2 0 0,-2 0 2 15,-1 0-2-15,5 0-2 0,-5 2 6 16,1 0-2-16,6 1-1 0,-6 0 3 15,6 0-1-15,-6-2 1 0,6 5 0 0,-3-5 0 16,1 5 1-16,-2-4 0 0,1 1 1 0,1 0-5 16,-2 0 2-16,1-3 2 0,1 1 0 15,-5 2-3-15,4 0 1 0,-4-2 0 16,5 3 0-16,-1-4-1 0,-4 2 2 0,1-2-3 16,-1 2 1-16,1 1-3 0,0-3 4 15,-4 3 4-15,4-3-6 0,0 0 1 0,-4 3 1 16,4-3 4-16,-4 1-1 0,4-1-5 15,-8 0 2-15,9 3-1 0,-6-3-2 0,1 3 3 16,1-3 2-16,-1 0-2 16,1 0 3-16,2 0-3 0,-2 0 3 0,-4 0-3 15,4 1 1-15,-1-1 1 0,-1-1 0 16,-1 1-1-16,2 0 1 0,-3 0-1 0,0 0 0 0,0 0 2 16,0-3 2-16,-3 3 3 15,3 0 0-15,-4 0 3 0,1 0-2 0,3 0 3 16,-3-3 3-16,-1 3-4 0,4-1 3 15,1 1 0-15,-2-3-5 0,5 0 4 16,-4-2-6-16,6 3 7 0,1-3-8 0,-1-1-1 16,5 5 0-16,-4-5 0 0,-1 1-2 15,4 3 3-15,-4-3-3 0,5-1 0 0,-4 5 0 16,2-5 2-16,-2 1-4 0,-1-1 5 16,2 5-6-16,-2-5-2 0,-2 5 3 0,2-5 0 15,1 1 1-15,-4-1-2 0,1 5 0 16,2-5 0-16,1 2-1 0,-1-2 2 0,-2 2 0 15,2-4 1-15,1 4 1 16,-4-2 0-16,4-1 0 0,-1 2-2 0,-2-1-1 0,2-1 5 16,-2 2-5-16,-1-1 1 15,1-1 3-15,-4 3-6 0,4-2 0 0,-1 2 2 16,-4-1 2-16,2 2-6 0,-1-1 7 16,-1-2-5-16,2 1 1 0,-1-1 0 0,3 2-3 15,-3 0 2-15,0-2 0 0,3 1 0 16,1-1 0-16,-1 2-1 0,0 0 0 0,0-2 1 15,-3 1 0-15,4 3 0 0,-4-3 2 16,4-1-4-16,-5 2 2 0,1 1 1 16,-4-2 2-16,5 3-2 0,-1-3 2 0,-4 2-3 15,5 0 3-15,-2 2-5 0,1-5 3 16,1 1-2-16,-2 3 2 0,4-3 0 0,1-1-2 16,-1 2 2-16,1-4-1 0,2 2 0 15,1 2 0-15,-4 0 0 0,1-2 0 0,2 1-3 16,-5-1 3-16,2 2 1 0,0 1-2 15,1-1 3-15,-5 1-3 0,1 0 2 0,1 1-1 16,-2-4 0-16,1 5 1 16,-3-2-4-16,3 0 4 0,0 2-3 0,0-2 1 15,-3-3 2-15,6 4-1 0,-2 0 0 16,-2-2 1-16,4 3-1 0,-2-2 0 0,2 0 0 16,-4 2 0-16,5-2 2 0,-4 0-4 15,1 0 1-15,-2 3 0 0,4-2-1 0,-2 0 0 16,-1 2 0-16,-4-4 0 0,5 4-1 15,-2-1 3-15,4-2 2 0,-2 3-3 16,-1 0 2-16,-1-3-2 0,5 3 3 0,-1-1-2 16,1-2 0-16,2 3 3 0,-2 0-2 15,-1-3 1-15,3 0-2 0,-2 1 0 16,2 2 1-16,-2 0 0 0,2-2 1 16,1-2-2-16,-4 4 2 0,4-1-1 0,-1-2-1 0,1 3 2 15,1-3-2-15,-6 2 2 16,6 1 0-16,-2-3-3 0,-2 3 1 0,-1-3-1 15,4 3 1-15,-1-3-2 0,1 3 0 16,-4-2 2-16,4 2 0 0,-4 0 0 0,4-2 1 16,-1 2 0-16,1-4 1 0,-4 4-2 15,4 0 0-15,-1-1 0 0,1 1-2 16,0-3 1-16,0 3 0 0,-1 0 3 16,1 0-2-16,-1-3 1 0,-2 3 0 0,2 0-3 0,1 0 2 15,-4 0 0-15,1-1 2 0,-1 1 0 16,1 0-1-16,-1 0 2 0,-4-3-4 0,5 3 1 15,-4-3 3-15,4 3-4 0,-1-3 3 16,-4 3 0-16,5-2-1 0,-4 2 0 16,7-2-2-16,-4 2 4 0,0-4-1 0,1 4-1 15,-4-1-1-15,3 1 0 0,-3-3 2 16,0 0 0-16,1 3 0 0,-2 0 2 0,1-1-3 16,1-2-1-1,-5 3 3-15,0-3 0 0,4 3-2 0,-2-3-1 0,-2 3 2 16,0 0 0-16,1-2 2 0,4 2-1 15,-2-6-4-15,1 6 6 0,1-1-5 0,-2-2 2 16,-2 0-1-16,2-1-2 0,2 1 6 16,-1 0-2-16,-4 1 2 0,5 0-4 0,-1-2 2 15,-1 0 0-15,-2 1-2 16,3 2 1-16,-3-5-2 0,2 3 0 0,-1-1 1 0,-2 4-2 16,4-5 3-16,-3 2-2 0,0 0 0 15,3 2 0-15,-4-2 0 0,1 0 0 0,-1 0-1 16,1 1-3-16,-3 2 6 0,2-2-4 15,-3 2 2-15,4-4 0 0,-4 3-1 16,4 1 2-16,-3 0 1 0,-1-3-5 0,3 3-2 16,-2-3 1-16,-1 3 1 15,0-1 3-15,4 2-2 0,0-1 0 0,-1 0-2 16,4 0 3-16,-2 0-1 0,4 3 2 16,1-3 1-16,1 3-4 0,-1-3 4 0,1 1-3 0,-1 3 2 15,-2-2 0-15,5 0-2 16,-2 1 1-16,2 0 2 0,1 1 0 0,-1-1 1 15,1 1-2-15,-4 4 0 16,4-5 0-16,-1 3 0 0,-2-2 1 0,-1 0-2 16,1 0 0-16,-1 0 2 0,0-1-1 0,-3 3 0 15,3-2-1-15,1 0 2 0,-1 0-1 0,-3 0 0 16,7 2 0-16,-4 1 1 16,1-3 0-16,-1 2 1 0,4 2 0 0,-1-4-2 15,-2 3 1-15,2-1 0 0,1 2 0 0,-4-4 2 16,4 3-3-16,2 1 1 0,-5 1 2 15,6-2-2-15,-3 0 0 0,-4-2-1 16,7 1-1-16,-6 1 4 0,2 0-1 16,1-2-2-16,-1 2 2 0,1-1-2 0,3-1 2 0,-3-1-1 15,-1 5 1-15,1-8 1 0,4 5 0 16,-5-1-1-16,1-1 1 0,2 2-1 16,-5-2-1-16,5-1-1 0,-5 1 1 15,2 2-1-15,5-4 2 0,-4 1-2 0,2 3 1 16,-2-5 1-16,-1 2-2 0,5 1 2 15,-4-4-4-15,-1 4 4 0,4 0-1 0,0-1 2 16,-3-3 1-16,-1 3-3 0,4 0 2 16,1-2-2-16,-5-1 1 0,1 0 3 15,-1 3-3-15,4-3 2 0,-2 0 0 16,-2-3-1-16,1 3-1 0,-1 0 2 0,1 0 0 16,-1-1 0-16,5 1 0 0,-5-3 0 15,4 3 1-15,0-3-3 0,0-2 0 0,-3 3 0 16,3-3 0-16,0 2 0 0,0-1 2 15,0 1-3-15,3-3-1 0,-3 2 3 16,4-1-1-16,-2-2 1 0,2 1-2 0,-4 1-1 16,1-1 3-16,-2 2 1 0,1 0 0 15,-4-2-4-15,2 1 3 0,-2-2 1 0,7 0 0 16,-6 1 1-16,0 1-2 0,0-2-1 16,2 0 3-16,-2-2 0 0,3 1 0 0,-3 1 1 15,3 0-1-15,-7 0-1 0,7-1 1 16,-7 1 1-16,4-1 3 0,-1 1-4 0,-2-3 4 15,-1 2-2-15,1 1 6 0,-4 0 3 16,7-2 2-16,-7 5-3 0,2-4 2 16,-1 1 5-16,2-3-5 0,1 2-3 15,-1-2 3-15,-3-1-3 0,3 4 2 0,-3-3-4 16,4-2 1-16,-4 2-4 0,3-2 4 16,0 2-4-16,0-5 1 0,1 2-2 0,-4-2 4 15,3 2-3-15,-2-2 1 0,-2 3 3 16,1-5-2-16,4 2 2 0,-8-1 2 0,4 0 1 15,-4-2-1-15,2 2-1 0,1 0 3 16,-5-5-3-16,2 4 0 0,2-4 1 0,-5 2-4 16,0-2-2-16,0 2 0 0,0-1 2 15,1-3-3-15,-4 3 2 0,3 1-5 16,0-5 4-16,-3 5-3 0,0-1-2 0,-3-1-1 16,3-1-1-16,0 3 0 0,-3-2 0 0,-1 0-2 15,1 4 2-15,0-2-3 0,0 1 3 16,-5 1-1-16,5-4-3 0,-3 5 0 15,-4-2 2-15,-1 0-1 0,-2 1 0 0,1-1 0 16,-6 1-1-16,2-1 1 16,-1 0-2-16,-3 0 2 0,0 4-2 0,0-5 1 15,0 2-2-15,-3 3 2 0,0-1 1 16,-1 0 1-16,4 1-2 0,-3 1-1 0,0 1-3 16,-1-1 4-16,0 1 1 0,-1 1-3 15,1 1 1-15,0-2 0 0,-2 3 3 0,-1 1-4 16,4-3 1-16,-7 4-1 0,-3 0 5 15,3-1-3-15,0-1 2 0,-8 2-4 0,5 3 2 16,-3-1 1-16,-1 2 0 0,1 1-1 16,-1-2 2-16,0 3-2 0,4-2 0 0,-1 0 1 15,1 3 1-15,3 0 0 0,-3 0-3 16,3 0 1-16,0 0-2 0,0 3 3 16,3-3 1-16,3 0-2 0,2 0 2 0,-2 3 0 15,1-3 0-15,3 0 1 0,-3 1-1 16,6-1 0-16,-3 4 2 0,0-4 0 15,3 0-2-15,1 2 0 0,-2-2 2 0,6 0-2 16,-2 0 3-16,1 0-2 0,0 0 0 16,2 0-1-16,2 3 4 0,-4-3-2 15,5 0-1-15,-2 0-1 0,1-3 2 0,-2 3 0 16,1 0-5-16,4 0 5 0,-8-2 0 16,4-2 1-16,1 4-4 0,-5-1-2 15,1-5 3-15,-4 5 0 0,1-5 1 0,-1 1-1 16,0-1 0-16,-6 2-1 0,-1 0 1 15,5-4 0-15,-5 3 0 0,1-3-2 16,-1 1 3-16,-3-1-2 0,2 1-1 0,-2 0 3 16,0-1-2-16,0-2 0 0,-3 3 0 0,3-1-1 15,1-1-1-15,-4 2 0 0,3 0 4 16,1 0-3-16,-1-1 2 0,-3 1-3 16,7 2 0-16,-4 0 0 0,3 0 1 0,-3-1 2 15,5 2-2-15,-5-1 1 0,3 0-1 16,-2 5 0-16,2-4 0 0,-2 3 2 0,-1-2-3 15,4 3 4-15,-1-3-3 0,1 3 3 16,0-1-4-16,0 1 0 0,-1 0 3 16,0 1 1-16,2-1-2 0,-2 0-1 0,-3 3 4 15,-3 0-2-15,4-2-2 0,-1 3 1 16,0-2 0-16,4 3 2 0,-3-2 0 0,-1 0 1 16,3-2 0-16,-6 5-4 0,3-5 2 15,1 5 0-15,-3-3-2 0,5 2 5 0,-6-1 0 16,3 2-4-16,0-1 3 0,1 0 2 15,-1-3 2-15,0 4-7 16,1-5 2-16,-1 5-2 0,4-5 2 0,-4 3 2 0,0-2-1 16,0 3-4-16,5-2 3 0,-5 0 0 15,0-2-2-15,4 2-1 0,2 0 0 16,5-3 4-16,-4 1-3 0,4 3 0 0,-1-4 1 16,1 2-1-16,-2-2 0 0,5 3 1 0,-4-3 1 15,4 2 0-15,0-2-1 16,0 0 0-16,-1 3 2 0,1-3-2 0,0 0 0 15,-1 3 0-15,1-3 1 0,2 0 0 16,-1 0 0-16,-2 1 0 0,1-1 4 0,-3 0-5 16,2 0 0-16,1 0 2 0,-1 0-3 15,1 3-1-15,-4-3 3 0,4 0 1 0,-1 0-4 16,1 3 1-16,4-3 0 16,-2 0 1-16,-2 0 1 0,3 0-2 0,0 1 1 15,0-1 1-15,0 0 0 0,0 0-1 0,0 0 3 16,3 0-2-16,-3 0 0 0,3 0 0 15,-2 0-2-15,2 0 3 0,-3 0-3 0,3 0 3 16,1 0 2-16,-1 0-4 0,0-1 2 16,0 2-1-16,4-2 1 0,-3 1 1 0,-1 0-2 15,7 0 0-15,-11 0 1 0,5-3 1 16,3 3-1-16,-4-3-1 0,-3 3 2 0,3-4-4 16,-2 1 3-1,-5-2 0-15,1-2-3 0,0 1 2 0,-4-1 1 0,4 0-3 16,-1-1 4-16,-2 1-2 0,2-1-3 15,1 1 2-15,-1 1-1 0,1-1-2 0,-1 0 5 16,1-1-3-16,1 1-1 0,-2-1 0 16,1 1 1-16,2 0-1 0,-2-1 2 0,0-1-2 15,-1 2 2-15,5-2 1 0,-5 0 0 16,4 2 2-16,-3 0-4 0,-1 0 4 16,8-1-4-16,-7 1 0 0,-1-3 1 0,4 2-1 15,-4 1 2-15,5-1 1 0,-1-2-2 16,-1 3 0-16,2-1 1 0,-4-2-3 15,5 3 0-15,-1-1 0 0,-1 1 4 0,-1 0-2 16,2-1-1-16,2 3 1 0,-2-3 1 16,-2 1 0-16,4-1-1 0,-2 1-1 15,-2 0-1-15,5-4 2 0,-4 4 0 0,0 0-3 16,0 1 2-16,3-1 0 0,-3-4 1 16,0 7-2-16,3-4 5 0,-2 1-3 0,2 0-3 15,-3-4 1-15,0 4 3 0,0 0-3 16,3-1 0-16,-3-1 0 0,0 2 3 0,0 0-1 15,3 0 0-15,-2 2-3 0,-1-2 4 16,2-1-4-16,-1 3 0 0,2-3 2 0,-3 4-2 16,3-4 4-16,-2 3-2 15,2 0 2-15,0-1 1 0,0 2-2 0,1-1 0 16,-1 2-2-16,4-3-1 0,-3 5 0 16,-2-2 0-16,2-1 2 0,-1 1 0 0,4 0-2 15,0-2 1-15,0 3 1 0,-5 2-2 16,5-4 3-16,0 3-1 0,-4-2-1 0,4 3 1 15,-3-3 1-15,1 2-4 0,-1-2 4 16,-1 3-3-16,1-3 0 0,0 3 0 0,-5 0 2 16,8-2-1-16,-4 2 4 0,1-3-2 15,-5 3 0-15,5-2 2 0,-1 2-3 16,-2-4 0-16,-2 4 1 0,4 0 2 0,1 0 0 16,-1 0 1-16,-3-1-1 0,3-2-2 0,-2 3-1 15,2 0-1-15,-3 0 3 0,3 0 0 16,-3-3-5-16,4 3 0 0,-5 0-23 15,2 0-59-15,2 0-65 0,-7 0-45 16,8 0-24-16,-4 0-79 0,7 0-194 16,-5 0-111-16,8 0-104 0</inkml:trace>
  <inkml:trace contextRef="#ctx0" brushRef="#br0" timeOffset="117336.85">12063 9618 525 0,'-11'0'80'0,"8"0"-35"0,3 0-2 0,0 0-17 0,0 0 3 0,-6 0-5 0,6 0-4 0,-3-3-3 0,3 3-2 0,0 0-2 15,0 0 7-15,-4 0-9 0,4 0-1 0,0 0 2 16,0 0-2-16,0 0-10 0,0-5 17 16,7 2-7-16,-4 1-9 0,3-3-3 0,5-1 10 15,2-1 0-15,1 0-9 0,-1 2 5 16,7-5 1-16,-4 0 2 0,5 2-8 16,-2-2 1-16,1 3 5 0,1-1-7 15,-5 4 4-15,4-4 3 0,-4 3 1 0,-2 0-4 16,-4-1 7-16,4 2 0 0,-5-1-8 0,1 0 9 15,-2 1 0-15,-2 3-3 0,-3 1 4 16,0-3-1-16,-3 3-6 0,0 0 0 16,-17 8 2-16,4-3 0 0,-4 0 7 0,1 5-8 15,-7 0-1-15,-1-1 4 0,1 2-12 16,0-1 7-16,-4 0-5 0,4 2 7 0,0-2-6 16,-1 0 6-16,7-2-4 0,-2-1-3 15,2-3 3-15,4 5 1 0,2-4-3 0,2-1-4 16,-1 2 4-16,2-5-4 0,5 3-1 15,3-2 10-15,0-2-5 0,8 0 7 0,1-2-6 16,4-3-3-16,4-1 2 0,7-3 6 16,-2-1-8-16,5 0 5 0,3-4-9 15,4 3 11-15,-4 1-8 0,-4-2 0 0,1 1 4 16,0 4 1-16,-8 0 4 0,2-1 3 16,-7-1-2-16,-2 8 2 0,-5-2-3 0,-4 3 6 15,-3 0-5-15,-6 8-1 0,-4-1 1 16,-4 0-5-16,-5 4 1 0,-2 2 0 0,-2-5 0 15,-7 9 1-15,3-5 2 16,-3 1-4-16,4-5 4 0,3 3-3 0,-4 2-2 16,3-3 5-16,5-2-7 0,-1 0 5 0,7 1 0 15,-4-4-3-15,4-2-1 0,2 1 13 16,1 0-15-16,4 2-2 0,3-1 9 16,3-5-4-16,0 0 7 0,0 0-11 0,19-5-1 15,-5-2 4-15,5 0-1 0,5-4 0 16,-1-2 6-16,7 1-4 0,-3-1-2 0,0 1 0 15,-1 2 6-15,-3 0-1 0,-2-1 5 16,-5 4-3-16,-2 3 1 0,-1-1 1 16,-7 0 2-16,2 5 0 0,-8 0-5 0,-11 10 1 15,1 0 4-15,-10 0-3 0,0 5-2 0,-6 0 2 16,-1 2-6-16,-3 1 6 0,0 0 0 16,0-1-3-16,0-1-2 0,3 1 3 15,3-5 2-15,2 1-2 0,1-1-1 0,4-2-2 16,1 0 1-16,2-3 0 0,5 1-9 15,5-4 5-15,1-4 1 0,3 0-4 0,13-1 5 16,1-5 3-16,5 1-6 16,5-5-5-16,6-2-2 0,0-4-14 0,3 2-9 0,0 2-14 15,-2-9-56-15,-1 6-142 16,-4 1-31-16,-2 3 206 0</inkml:trace>
  <inkml:trace contextRef="#ctx0" brushRef="#br0" timeOffset="119290.93">12413 8485 752 0,'-3'5'-7'0,"-1"-1"7"0,-2 2 5 0,3-1 2 0,-2-3 2 0,5 3 7 0,-3-2 4 0,3 1 3 0,-3-1-1 0,3-3-6 0,0 0-3 0,0 0 2 0,0 0 2 15,3-15-8-15,-3 5 2 0,3 0 2 0,5-5-1 16,-5 3-3-16,0-4-1 16,1-2 4-16,2 2-2 0,0-4-3 0,-2-1 2 15,0 2-2-15,2-5 1 0,1-1-1 16,-1 0 5-16,-3-1-7 0,5-5 1 0,2 2 5 16,-4 4-10-16,0 0-1 0,5 3 0 15,-8 1 5-15,4 0-4 0,-1 5 2 0,-2 0 4 16,3 4-5-16,-1 6 0 0,1 2 3 15,-1 1-2-15,1 3-2 0,3 6 2 16,0 1 2-16,-3 1 4 0,-1 3-8 0,5-1 6 16,-5 4-7-16,4 1 1 0,-3 2 2 0,0 1-5 15,2 0-1-15,-2-4 1 0,-4 4-2 16,5-3 6-16,-5 0 5 0,3-2-4 16,-6 1 0-16,3-2 1 0,1-1-5 0,-1 2 7 15,0-6 3-15,-3 3-6 16,3-1-4-16,-3-2 1 0,5-1 2 0,-2 2 4 0,-3-1 0 15,0-3-2-15,3 2 0 0,-3-1-5 16,0-2 9-16,0 0-3 0,0-2-3 0,0-1 0 16,0 0 0-16,0 0 2 15,0 0 0-15,0 0-3 0,-14-7-2 0,11 5 2 16,-4-3 4-16,1 1-5 0,0 0 2 16,-2 1-3-16,-2-1 4 0,-3-1-2 0,3 2 3 15,-3 1 3-15,-1-3-11 0,4 2-4 16,-6 3 7-1,2-3 0-15,1 3-1 0,0-1 2 0,6 1 5 0,-6-3-4 0,2 3-3 16,2-3-1-16,2 3-5 0,-3-2 10 0,3 2-1 16,1 0 0-16,6 0 4 0,-10 0-10 15,3 0 8-15,3 0-3 0,-2 0-2 16,3-3 0-16,3 3 4 0,-7 3 0 0,4-6-12 16,3 3 2-16,0 0 2 0,0 0 3 15,0 0 7-15,0 0-3 0,10-2-5 0,-4-2-4 16,1 4-12-16,3-1-9 0,0-2-14 15,0-1-53-15,0-2-123 0,3 1-40 0,4 3 222 16</inkml:trace>
  <inkml:trace contextRef="#ctx0" brushRef="#br0" timeOffset="119896.8">13189 8015 714 0,'3'-5'-1'0,"1"0"11"0,0 5 1 0,-4-4 5 0,3 3-3 0,-3 1 0 0,0 0-3 0,0 0-2 0,-17 7 1 15,11 1-3-15,-7-1-1 0,-1 6-1 0,-2-4 2 16,2 7 4-16,-7-4-6 16,2 2 3-16,2 1-8 0,1-1 2 0,-5 1 5 15,1-2-2-15,4-1-3 0,-4-2 0 0,7 1 7 16,-1-2 1-16,1-1 0 0,3-1 3 0,-4 0 0 15,5 1 2-15,2-4 4 0,-3 2 2 16,3-1-1-16,1 0-3 0,-1 0 2 16,4-1 2-16,-5-1-4 0,2 1 0 15,3 0-6-15,-4-2 3 0,4 1 3 16,0-1-8-16,-1 1 4 0,0 0-1 0,1-2 2 0,0 2-4 16,3-3-3-16,-3 3-1 0,0-3 0 15,3 1 2-15,0-1-2 0,-4 4 3 16,4-4-10-16,0 0 2 15,0 2 3-15,0-2-1 0,4 3-4 0,-1-1 5 0,3 1 6 16,1 1-5-16,3 2-1 0,3 1-5 16,1 1 11-16,-4-1-9 0,10 3 1 0,-4 2 7 15,-2-5-2-15,2 4 1 0,1-1-2 16,3 0-2-16,-3-2-1 0,-4-1 0 16,1 1 2-16,-1-3 0 0,-4 3-4 0,2-4 5 15,-1 0-5-15,-1 2-8 0,-1-1-7 16,1-2-31-16,-5-3-31 0,-4 0-130 15,0-8-104-15,3 6 173 0</inkml:trace>
  <inkml:trace contextRef="#ctx0" brushRef="#br0" timeOffset="120597.76">13283 8075 868 0,'-7'7'-14'0,"4"-3"2"0,0 7 2 0,-4 2 7 0,4 2 0 0,-5 0 2 0,5 5-1 16,-3-4 1-16,-1 8 8 0,4-5-5 0,-4-1 2 15,3 2-2-15,1-5 2 0,-3 3 5 16,3-7-2-16,-1 6 2 0,4-5 5 16,-3-2-2-16,0 0 6 0,3 0-3 0,-4-1 10 15,0-2 1-15,4 2 7 0,-3-4-2 16,3-1 0-16,-3-4 3 0,3 0-8 0,0-7-3 15,0-4 0-15,0 3-7 0,0-9 11 16,3 3-5-16,-3-8-7 0,3 1 0 16,-3-1 5-16,8 0-6 0,-2-2-5 0,1-1 4 15,-1 4 0-15,5-4-11 0,2 0 4 16,4 0 1-16,-4 0-1 0,0 5 0 0,1 0 0 16,2 2-6-16,1 1 4 0,-4-2 0 15,4 8-10-15,-1-3 7 0,1 3-6 16,-4 1 9-16,1 2-1 0,-1 6 3 15,1 2-4-15,-1 0 0 0,-4 5-2 0,2 4 6 16,-8 2-7-16,0 2 8 0,-3 1-3 0,-3 4-1 16,0 1 1-16,-8 2-5 0,5-4-1 15,-1 1 1-15,-2 0 5 0,1-1-1 16,2-5-2-16,-1 1 0 0,4-4-7 0,-3 4 4 16,3-5 4-16,-1 2-4 0,-3-3 5 15,7 1-6-15,-7-1 2 0,4 1 1 0,3-3 0 16,-3 0 7-16,0-1-6 0,3 2-1 0,0-5 0 15,0 3-1-15,3-2 4 0,-3-2-5 16,6 0 5-16,1 0-1 0,4 0-1 16,-5-2 4-16,4-2 0 0,4 4-8 15,-2-1 3-15,1-2 4 0,1 0-3 0,2 2 0 16,-2 1 2-16,2-3-2 0,-2-1-2 16,-1 8 4-16,1-8-3 0,-4 4 6 0,-1 0-4 15,-1 0 3-15,-2 4 5 0,-2 3 3 16,-1-3 2-16,-6 7-3 0,-1-1 3 0,-6 3-2 15,3-4-1-15,-6 7 2 16,-1-4-2-16,2 1 4 0,-6-1-4 0,2 1-2 16,-4-4 0-16,1 4 1 0,-5-2-6 15,-3-3-3-15,4 3-22 0,-7-4-22 0,0 0-25 16,-4 2-13-16,1-4-54 0,0-2-181 16,3-2-18-16,0-1 152 0</inkml:trace>
  <inkml:trace contextRef="#ctx0" brushRef="#br0" timeOffset="129220.97">16973 7997 886 0,'-4'-3'-22'0,"1"3"7"0,3 0 0 0,-9 0 8 0,4-1-5 0,2 2 7 0,0-2 6 15,3 1 2-15,-10 0-3 0,10 0 4 16,-6 0 3-16,6 0 0 0,0 0 0 0,-8 0 10 16,8 0-8-16,-6-3 3 0,6 3-1 15,-3 0 1-15,3 0 0 0,0 0 1 16,-7-4 4-16,4 4-4 0,3 0-3 0,0 0-3 16,-3-1 1-16,3 1 2 0,0 0-1 15,0 0 2-15,-7 1-6 0,7-1 5 0,-4-1 0 16,4 1 3-16,0 0-6 0,-3 1 5 15,3-1-4-15,0 0-4 0,0 0 8 0,0 0-10 16,0 0-1-16,14-1 5 0,-8 2-3 16,4-1-1-16,1 0 3 0,1 4-1 0,1-8-4 15,4 4-1-15,1 0 5 0,1 0-3 16,5-1 2-16,-1 2 10 0,0-1-6 16,7-1-6-16,0 1-2 0,0 0-1 0,0-3 8 15,0 1-6-15,-3 2 5 0,3-4-4 16,0 4-2-16,-4 0 3 0,4-1-2 0,-3-2 0 15,-3 3 2-15,-5-3 0 0,5 2 3 16,-4-2-1-16,-1-1-3 0,2 3 3 0,-1-2 2 16,0-2-3-16,-3 0-1 0,2 2 1 15,-2 2 0-15,3-2-5 0,-3-1 2 0,0 3 3 16,-4-2 9-16,1 1-13 0,-2 0 3 16,1-1 4-16,1 3-8 0,-4-3 1 15,1 0 6-15,-5 3-4 0,0-1-1 0,4 1 8 16,-2-3-3-16,-2 3 3 0,-3-4-5 15,4 3 10-15,-1 1-4 0,-3 0-2 16,5-3-5-16,-5 3 6 0,0-2-1 0,4 2-7 16,-4 0 3-16,-3 0 1 0,10 0-3 15,-3-2 6-15,-4 2-4 0,4 0 0 0,-1 0 2 16,1 0 3-16,-3-3-4 0,2 3 0 16,1 0-2-16,-4 0-1 0,4 0-1 0,-4-3 0 15,4 3 2-15,-4 0 4 16,4 0 3-16,-4-3-10 0,4 3 9 0,0 0-8 15,-1 0 3-15,1 0-5 0,-1 0 8 0,1 0-1 16,-4 0-5-16,4-1 4 0,-3 1 6 16,2 0-14-16,-6 0 7 0,7 0 0 0,-4 0-2 15,0-3 2-15,-3 3 10 0,0 0-2 16,7 0 0-16,-3 0 2 0,-4 0 5 0,3-4 4 16,-3 4-4-16,0 0 2 15,-7-4-3-15,4 2 2 0,-4-3-3 0,0 2-1 16,-2-4 6-16,-2 2 2 0,1 0 1 0,1-3 1 15,-5 1 1-15,1-1-1 0,0-2 0 16,-4-1-3-16,4 5 4 0,-4-5-3 16,0 2-1-16,4 2-2 0,0-2-2 0,-1 5-3 15,4-1 3-15,1 0-7 0,1-3 2 16,-2 5-3-16,7-1 0 0,-6-1-3 0,1 0 1 16,2 3-2-16,-1-1-2 0,4 0-2 15,0-1 3-15,0 4-3 0,-2-3 0 0,5 3 0 16,0 0 1-16,0 0-2 0,11 4 1 15,-5 2 1-15,4-1 3 0,4 0-5 16,-1 3 5-16,4-1-5 0,2 3 3 0,2-2-4 16,2 2 2-16,1-3 0 0,-1 2-1 0,0 2 5 15,1-1-6-15,-5-3 2 0,5 1 1 16,-4 2-4-16,-4-6 6 16,4 5-3-16,-2-2 0 0,-2-2 2 0,-7 2 1 15,5-1-5-15,-4-2 0 0,4-1 3 0,-8 2-4 16,4-1 6-16,-4-1-5 0,2 0 0 0,2 0 1 15,-7-1 2-15,3 0-1 0,-3 1 3 16,2-2-1-16,1 3 0 0,-3-1 0 16,1-2 1-16,-4 2-1 0,-4 3-3 0,4-4 3 15,-6 3 1-15,-5 0-3 0,-2 2-3 16,-1 1 2-16,-5 2 2 0,-1 0-2 0,-4 0 2 16,5-1-4-16,-2 2 1 0,1-1 1 15,1 0 2-15,-5 0-1 0,7-2-2 16,1-1 1-16,3 0-1 0,-1-3 4 0,1 4-2 15,3-2-1-15,-3-1 1 0,6-3-2 16,-4 1-2-16,5 2 2 0,0-2-5 16,-1-2-10-16,4-1-6 0,-5 0-20 0,5 0-15 15,0-1-19-15,3-6-20 0,3 6-19 16,-3-8-48-16,7 5-124 0,-3-3-139 0,6-1 64 16</inkml:trace>
  <inkml:trace contextRef="#ctx0" brushRef="#br0" timeOffset="131468.19">16897 12030 1150 0,'-11'3'-23'0,"4"1"12"0,-2-1-2 0,2-2 7 0,0 3 1 0,4-2 7 0,-1 1 2 0,4-3 0 16,7 2 2-16,-4-2-6 0,8 0 7 0,2-2-1 15,4 2-4-15,2-3 0 0,11 1 5 16,0-2-3-16,3 0 1 0,2 0 0 16,1 1-2-16,1-1 7 0,-1 3-7 0,-3-2 5 15,4 1-2-15,-4-2 1 16,-3 3 2-16,3 1 6 0,2-3 1 0,-5 0 0 0,0 2 6 15,-1-2 4-15,-3-1 5 16,1 3-1-16,-3-2 3 0,-4 1-8 0,0-2 5 16,-3 0 1-16,-1 1 2 0,1 2-4 0,-1-2 8 15,-2-1-5-15,-1 3 0 0,-6-2 1 16,3 1-6-16,0-3-2 0,-7-1 0 16,0 2-2-16,0-1-2 0,2 0-4 0,-5-3 0 15,-5 4 0-15,2-4 2 0,0-1-2 16,-4 2 5-16,4-1 0 0,-6-2 4 0,-2 3-2 15,1-2-1-15,0 0 6 0,-3 2-2 16,0-1 0-16,-1-2 0 0,1 6-2 0,-1-3 1 16,1 2-4-16,3-4-3 0,0 5-2 15,0 1-2-15,0-1-2 0,4-1-1 16,-2 2 0-16,-1 1-4 0,6-1-2 0,-1 3 1 16,4 0 1-16,0 0-1 0,0 0 0 15,0 0 0-15,7 8-4 0,2-3 5 0,-1-1-2 16,5 3-2-16,-3-1 3 0,7 2 0 15,-4-1-1-15,7 1 1 0,0-2 5 0,0 5-2 16,-3-3 1-16,6 2 3 0,-3-3 1 16,0 1-3-16,-1 2-1 0,-2-3 2 0,1 1-3 15,-2-2 4-15,-2 2-3 0,-5-2 1 16,1 1-1-16,1 4 0 0,-5-4 0 0,1 3 2 16,-4-2-3-16,-3 4-1 0,-3-2 0 15,-1 0 1-15,1 0-4 0,-8-1 1 16,2 4-2-16,-1-1 1 0,-4-1-1 15,-2 2 0-15,-1-5-3 0,1 6 0 0,-1-4 2 16,1 2-6-16,-2-2 0 0,2 0-3 0,-1 1-12 16,4-3-14-16,-1-2-23 0,1 2-25 15,3-4-21-15,0 2-20 0,0-1-16 0,3-5-29 16,1 0-120-16,-1 0-270 0,4-4-58 16</inkml:trace>
  <inkml:trace contextRef="#ctx0" brushRef="#br0" timeOffset="140754.67">14226 8393 1358 0,'0'0'-86'0,"0"0"17"0,0 0 8 0,0 0 7 0,0 0 9 0,-6 0 5 0,6 1 7 0,0-1 4 0,0 0 0 0,0 0 7 0,0 0 2 0,0 0 1 15,0 0 7-15,0 0 1 0,0 0 2 16,9-7-5-16,-5 5 10 16,2-3-3-16,2 1 1 0,-2-3 1 0,0 3 1 0,4-4 0 15,1 1-1-15,-5-3 6 0,4 2-1 16,-4 1-3-16,5 0 5 0,-4-4-5 0,2 4 3 16,-1 0 1-16,-2-4 0 0,1 1 2 15,-1 3-3-15,0-3 6 0,-2 2 2 16,3-2 1-16,-4 3-3 0,1 2 1 15,-1-2 4-15,0 0 2 0,0 1-7 0,0 1 4 16,5-1-9-16,-8 2 2 0,3 0 4 16,-3 0-2-16,3 2 0 0,1 2-9 0,-4 0 7 15,3 6 2-15,-3 2-6 16,3-1 1-16,-3 7 0 0,3-3-1 0,-3 6 4 16,4 0-1-16,-1-2-4 0,1 4 1 0,-1 2 4 15,0-4-3-15,1 2-2 0,-1 2 1 0,0 1 0 16,0-1 3-16,1-1 1 0,-1 0-3 15,1 0 4-15,-1-2-4 0,0-4 2 16,1-2-4-16,-1 4 5 0,-3-7-1 0,3 4-3 16,-3-2 0-16,3-4 2 0,1 3 1 15,-4-2 1-15,0-1 5 0,0-2 0 0,0 0-2 16,0 3-7-16,3-4 2 0,0 0-1 16,-3 2 7-16,0-3-5 0,0-1 4 15,0 1-3-15,0-3 5 0,0 3-8 16,0-3 3-16,0 0-3 0,0 0-2 0,0 0 6 15,0 0-3-15,0 0-2 0,0 0 2 16,-6-8 3-16,2 8-5 0,4 0 7 0,-3-5-6 16,0 5 3-16,0-4 2 0,3 3-7 15,0 1 4-15,-7-3-2 0,4 3 4 0,-1-3-1 16,4 3-3-16,-7 0 0 0,7-1 2 16,-6 1-4-16,3-3 4 0,3 3 0 15,0 0-4-15,-7-3 8 0,7 3-6 0,0 0-2 16,-3 0 5-16,3 0 1 0,0 0-4 15,0 0-2-15,0 0 3 0,0 0-1 0,0 0 2 16,0 0-1-16,10-2 0 0,-1-1-4 16,2 3 3-16,2-2 5 0,3-2-1 15,1 0-3-15,0 1-4 0,3-1 2 0,3-1 4 16,-2 0-5-16,-2 1 2 0,-2 0-9 16,-1 1 2-16,1 2-2 0,-1-2-1 0,-2 0-21 15,-1-2-54-15,-5 3-155 0,-2-3 37 16,-6 5 69-16</inkml:trace>
  <inkml:trace contextRef="#ctx0" brushRef="#br0" timeOffset="153255.39">17150 4132 562 0,'6'-4'-13'0,"-3"-4"4"0,1 1 5 0,3 1 1 0,-4 2 3 0,0-3 4 0,-3 3 7 0,7 2 2 0,-7-3-2 0,3 2 3 15,0-1 3-15,-3 1-4 0,4-1 0 16,-1 3-1-16,-3-2-1 0,3 1 0 16,1 0-4-16,-4-1 4 0,3 0 3 0,-3 0-3 15,4 2 2 1,-4 1-3-16,3-3 6 0,-3-1 0 0,3 3-3 0,-3 1 0 16,0-3 0-16,0 3 0 0,3-2 1 15,-3 2-6-15,0-2 6 0,0 2 8 16,4-3-8-16,-4 3-5 0,0-3 3 0,0 3 1 15,0 0-3-15,0 0-4 0,0 0 13 0,0 0-7 16,0 0-7-16,0 0 4 0,-13 10-4 16,2 1-1-16,-2 3 1 0,-10 4 0 0,3 4 8 15,-7 3-9-15,1 0-6 16,-1-3 3-16,3 3 3 0,2-1-1 0,1-6 0 16,-2 3-5-16,7-3 8 0,-2-3-5 15,6 0-2-15,-2-2 4 0,1-1-3 16,2-2 1-16,1 0-2 0,4 0 1 0,-4-2 4 15,3-1-4-15,0 0 3 0,1-3-1 0,-1 4 0 16,4-2 0-16,-4-5 3 0,4 5-3 16,-1-2 7-16,1 0 0 0,0-1-4 0,0-2 13 15,3-1 7-15,-4 0-7 0,4 0-4 16,-3-8-3-16,3 2-2 0,0-2-1 16,3-4 4-16,-3 2-8 0,0-4-1 0,4 3-2 15,-1-3 6-15,0 3-5 16,-3-3 3-16,3 0-1 0,-3 2 1 0,4-1-1 0,-1 1 1 15,-3-1-7-15,3 2 5 0,-3 1 0 16,4 3-7-16,-4-1 8 0,0 2-6 0,3-2 0 16,-3 4-5-16,0-3-2 0,4 6 7 15,-4 1-4-15,0 0 3 0,0 0-4 16,-4 12 1-16,4-4 5 0,-3-2-2 16,-1 5 2-16,-2-1 0 0,2 2 3 0,1-1 6 15,0 3 1-15,-4-3-2 0,0 2-8 16,1-1 3-16,2-2-6 0,-2 1 2 15,-1-1 1-15,4 1 0 0,-4-1 3 0,4 1 1 16,-1-4-2-16,-2 0-7 0,3 4 10 16,-1-4 0-16,4-2-4 0,-6 1 1 0,2 1-1 15,4-3-2-15,0 0 4 0,-4 0 3 16,4 1-8-16,0-3 2 0,4-2 4 0,3 3 2 16,3-6-7-16,7 3-9 0,2 0-26 15,11-5-34-15,0 3-144 0,0-2-86 16,0 4 181-16</inkml:trace>
  <inkml:trace contextRef="#ctx0" brushRef="#br0" timeOffset="154516.69">16620 6282 768 0,'0'0'-34'0,"0"-4"4"0,0 4 5 0,-3-3 7 0,3 0 4 0,0 3 3 0,0-3 2 0,0 3 3 0,0 0-2 0,-5-2 7 0,5 0-5 16,0 2 2-16,0 0 2 0,0 0-3 16,0 0 1-16,0 0 6 0,0 0 2 0,0 0-2 15,0 0 5-15,8 7-1 0,-5-4 3 16,0-3-9-16,1 3 6 0,-1-2-3 16,0 2-1-16,0 1 5 0,5 2-3 0,-5-1 0 15,3 1 1-15,1-2 0 0,-4 0-1 16,7 4 5-16,0 1-1 0,0-1 3 0,0 3-1 15,0-1 5-15,0 0-2 0,4 5 0 16,-1-3-1-16,4 1 1 0,-4-1-1 16,0-2-8-16,1 1 2 0,-5-1 5 0,5 0-3 15,-4-1 0-15,-4 0 5 16,4-2-6-16,-3-2 7 0,0 2 6 0,-1 0-7 0,1-1 2 16,-7-1-4-16,7-1 4 0,0-1-7 15,-7 3-1-15,6-5-1 0,-3 2 5 16,-3 0-1-16,4-2-5 0,-1 5 6 15,0-6-5-15,0 2-5 0,2 1 5 0,-5 0-2 16,0 0-2-16,0-3 0 0,3 1 5 16,0 2-4-16,0-3 2 0,-3 3-7 15,0-2-1-15,3 5 4 0,-3 2 0 0,4-1 2 16,-4 3 1-16,3 2-3 0,3 3 3 16,-1 1-1-16,1 3 4 0,0 2-9 0,4-2 1 15,1 2 3-15,-1-4 1 16,-1 1-1-16,2-3-3 0,-1-2 4 0,-7-1-1 0,3-2 5 15,2 0 5-15,-2-3 17 0,-3 1 10 16,4-1-4-16,-4-4-4 0,0-2 3 16,-3-1-8-16,0 0-4 0,0-7 1 15,0 0-2-15,-3 0-4 0,3-4 0 0,-3 1-4 16,0-2-1-16,-1-3-1 0,-2-2 0 16,-2-5-6-16,-1 1 0 0,-4-4 6 0,-1 0-8 15,-2 3 6-15,-1-2-2 0,-4-1-5 16,5 6-1-16,-4-4 8 0,4 7-4 0,-1-1 2 15,4 3-5-15,-4-1-1 0,4 5 3 16,-1-5-1-16,4 8-1 0,0-3 1 16,0-1-4-16,0 4 1 0,4 0-3 0,2-1 0 15,1 1-3-15,-4 1-4 0,4 4 3 0,-4-4-2 16,1 2 5-16,2 0-5 0,-2 4 0 16,-2 1 6-16,2 6-6 0,0 1 9 15,-1 5-3-15,0-3 0 0,-3 2 4 0,4 6-2 16,-1-4 1-16,-4 3 0 0,5-3-2 15,0 1 4-15,2-5-2 0,-2 2 1 0,-2-1 0 16,5-1-2-16,-3-3 4 0,3 3-4 16,-1-5 5-16,4 2-1 0,-3 0 1 15,0-1-2-15,3-1 1 0,-3-2 7 16,3-3-4-16,-5 0 0 0,5 0 1 0,0-14 0 16,0 3-5-16,5-3 5 0,-5 3-3 15,0-10 3-15,3 2-3 0,0-5 1 0,0 5-5 16,-3-4 5-16,7 1-3 0,-7 4-2 15,3 0 2-15,0 4 1 0,-3-1-8 16,3 2 7-16,2 1-6 0,-2 2 4 0,0-1-6 16,0 4 5-16,-3 0-1 0,4 0 2 15,-1-1-7-15,6 4 6 0,2-5 0 0,2 7 1 16,1-4-2-16,5 6-2 0,2 0 3 16,-1 0 3-16,9 4 2 0,-2 0-6 15,3 2-2-15,0 1-22 0,3 3-32 16,-3-2-31-16,-3 2-131 0,3-1-146 0,0 1 122 15</inkml:trace>
  <inkml:trace contextRef="#ctx0" brushRef="#br0" timeOffset="156328.7">20446 7490 986 0,'-3'2'-20'0,"6"3"13"0,-6 1 1 0,3-5 12 0,0 2 7 0,0-3 14 0,0 3 5 0,0-3 5 0,0 5-3 0,3-5-7 0,-3 0 5 0,7-5-3 0,-4 2-6 16,0-1 1-16,5-5-6 0,-2 1-1 15,1 0 5-15,-1-3-7 0,0 1 1 0,5 0-7 16,-4-2 2-16,-1-1-1 15,5 1 1-15,-5 2-1 0,1-4-2 0,-1 6 0 16,0-1-3-16,-2 0 2 0,3 2-5 0,-4 1 2 16,1-1-7-16,-1 2 7 0,0-1 1 15,0 6-2-15,-3 0-6 0,7 7 2 16,-3 1 5-16,-1 1 0 0,0 3 1 0,1 1-2 16,-4 1 0-16,3 1 3 0,0 0-2 15,4-1-1-15,-4 3 1 0,1-3-3 0,-1 1 2 16,0 0-4-16,1-2 1 0,-4 2 5 15,3 0-4-15,0-2-1 0,-3-1 3 16,0 2-1-16,3-1 0 0,-3-1 1 0,4 2 2 16,-4-4-5-16,0-2 4 0,0 3-3 15,0-3 1-15,3-2 2 0,-3 2-6 16,0 1 7-16,0-5-7 0,0 0 6 0,0 4 0 16,3-5 5-16,-3 3 1 0,0-2-4 15,0-1 3-15,-3 2-4 0,0-2 3 16,-7 1-3-16,3-1 2 0,-3 2 0 0,0 0-5 15,-6-4 4-15,5 3-1 0,-2 0-2 16,3-1-2-16,-3 0 5 0,3 0-1 0,-4-1-1 16,8 0-2-16,-4 1 9 0,4-2-4 15,-2 3 2-15,2-4-2 0,3 3 2 0,-1-3 2 16,4 0-4-16,0 0 4 0,13-3-2 16,-2 3-2-16,5-4-1 0,1 3 0 0,2-4-1 15,5 0 4-15,0-1-2 16,-1 2-1-16,3-1 1 0,-2 0 1 0,-7 0 2 15,2-1-3-15,-2 5 6 0,-4-6-1 0,1 6 0 16,-1-2 4-16,1-1 1 0,-8 4 2 16,4-3-4-16,1-3 1 0,-5 5-3 15,4-2 2-15,-4 3-4 0,2-4-2 16,-2 4 2-16,0 0-2 0,-2-1-2 0,2-2 0 16,-3 3-2-16,2-2-4 0,-2 2 5 15,-3 0-2-15,6-2 1 0,-2 2 2 0,-4 0-4 16,0 0 1-16,6-3-3 15,-3 3 3-15,-3 0-3 0,0 0 2 0,0 0-2 16,8-3-2-16,-8 3-15 0,0 0-31 0,0 0-30 16,0 0-27-16,0-3-36 0,0 3-138 0,0 0-177 15,0 0 36-15</inkml:trace>
  <inkml:trace contextRef="#ctx0" brushRef="#br0" timeOffset="170861.64">22796 6294 495 0,'0'0'62'0,"3"0"-22"0,-3 0-9 0,3-2-2 0,-3 2 3 0,0 0-3 0,0 0-6 0,8 2-3 0,-8-2 7 0,0 9-7 16,0-1 4-16,0 3-4 15,3-1 7-15,-3 8-3 0,-3 1 0 0,3 4-7 0,0 0 0 16,-3 2 1-16,3 0 2 0,-5 0 7 16,5 2 7-16,0-2 3 0,0 0-7 0,0 0-2 15,0-2-1-15,0-6 3 16,0 1 2-16,-3-3 6 0,3-1 3 0,0 1 2 16,0-2-2-16,0-1 4 0,0-2 6 15,0 1 4-15,0-4 3 0,0 0 7 0,0-1-3 16,0-1-1-16,0-3-4 0,0-2-3 0,0 0-4 15,0-17-2-15,0 3 1 16,0 3-2-16,3-10 0 0,2-1-3 0,1-6 0 16,1 2-2-16,-1-5 1 0,5-5-8 0,-2 4-2 15,1-3-4-15,4 2-2 0,-4 1-2 16,2 0-4-16,-1 4-3 0,5 1-4 16,-2 2 0-16,-1 0 1 0,4 8-4 0,-4-4-2 15,0 7-1-15,4-1 2 16,-4 0-5-16,1 2-2 0,-1 1-1 0,1 5-2 0,-5 1-3 15,4 3-1-15,-2 1-1 0,-1 2-2 16,-1 2-1-16,2 4 2 0,-1-3-1 0,-4 1 2 16,2 0-2-1,-5 4 2-15,0 1 1 0,0-2 3 0,0 0-4 0,-3 5 1 16,0 1 0-16,-3-1 0 0,-3 1 1 16,3-1 1-16,-5 3 1 0,5-2-2 0,-4-1 3 15,4-2 0-15,-3 1 0 0,3-1-3 16,-2 0 0-16,2-3 0 0,3 1 1 0,-3-1 4 15,0-3-2-15,-1 4-4 0,4-5 3 16,-3 4-3-16,0-1 4 0,3-5-2 16,0 5 0-16,0-1 2 0,3 1 1 0,4 1 0 15,-4-2 1-15,3-1-1 16,5 2 1-16,-5-2 1 0,4 3-1 0,1 1-1 0,-2-2 7 16,1-2-7-16,1 2-1 0,-1-1 2 15,-1-1 3-15,2 2 0 0,-1-2-2 0,-4 2 1 16,0-5 1-16,5 5-1 0,-4-1-1 15,-4 1 2-15,3 1-3 0,-3 0 2 16,-3 4 2-16,0-3-1 0,0 3-2 16,-6 2 1-16,3-1 4 0,-4 1-3 0,-7 2-3 15,-2 2 0-15,-4-2 0 0,-7 3-8 16,0-3-32-16,-6-2-26 0,6-5-32 0,-6 6-37 16,-3-4-23-16,-4-3-127 0,-3-2-337 15,2 2-119-15</inkml:trace>
  <inkml:trace contextRef="#ctx0" brushRef="#br0" timeOffset="180163.76">21237 7553 566 0,'-8'0'72'0,"-2"0"-24"0,4 1 8 0,0-1-14 0,-2 3-8 0,2 0-9 0,2-3 9 16,-2 1-3-16,0-1 2 0,1 4-2 15,2-4 7-15,-3 2 4 0,6-2-3 16,-4 0 6-16,4 0 5 0,0 0 0 16,-6 0 4-16,6 0-3 0,0 0-4 0,0 0 4 15,0 0 0-15,0 0 3 0,10-6 0 16,-4 5 4-16,8-5-4 0,2 2 0 0,4-4-7 15,4-2 0-15,9 0-5 0,1-1-4 16,2-3-3-16,11-4-2 0,-4 4-2 16,7-7-3-16,-3 5-4 0,3-5-4 0,-1-1 0 15,2 2-1-15,-1-1-3 0,0-1-2 0,0 0-3 16,-4 1 5-16,1 2-6 0,-1-5-1 16,-2 3 0-16,-4 0 0 0,-7 2-4 15,0 1 3-15,1-3-1 0,-4 7 0 0,-3-4 1 16,-4 6-3-16,1-1 0 0,-8 3 1 15,1 1-1-15,-1-1 0 0,-2 2-4 16,-1-2 6-16,1 6-3 0,-5-2 2 16,1 1-5-16,1-2 1 0,-5 4 0 0,1-1 0 15,2-2 1-15,-1 1-1 0,-5 3 0 16,4-2-1-16,-4 0 1 0,0 1 0 0,-3 2-3 16,-6-5-1-16,2 1 2 0,-2-1-2 15,-5 5-1-15,1-5 2 0,-2 2 1 0,-2 1-2 16,1-2 1-16,-1 3-1 0,-2-2 0 15,2 3 4-15,1-5-4 0,-4 6 1 0,4-1-1 16,-4-2 1-16,4 0 2 0,-1 0-2 16,1 1 1-16,0 0 0 0,3 2 0 0,0-4-2 15,3 4-1-15,-3 0 0 0,3-1 2 16,1-2 1-16,-1 3 0 0,4-3 2 16,-4 3-4-16,3-1 3 0,4 1-1 0,0 0 3 15,0 0-3-15,0 0 5 0,18 0-3 16,-9 1 0-16,2 2 3 0,5-3-1 0,-6 0 1 15,7 0-1-15,-4 0-3 16,4 0 7-16,-1 0-4 0,1 3 1 0,0-6 2 16,-4 6-3-16,0-3 1 0,4 0 0 0,-1 0 1 15,-2 0 2-15,-1 0-2 0,1-3 1 16,-4 3-2-16,-1 3 1 0,2-3 0 16,-4 0-2-16,2 1 1 0,-1-1-3 0,-2 4-1 15,1 0 3-15,-7 5-1 0,-4-1 0 16,1 9 2-16,-11 2-4 0,-2 3-13 0,-4 3-35 15,-1 3-63-15,2 0-54 0,-5-3-164 16,1 7-282-16,-4 1-108 0</inkml:trace>
  <inkml:trace contextRef="#ctx0" brushRef="#br0" timeOffset="183597.87">20369 11101 1521 0,'0'0'-83'0,"-3"-1"11"0,3 1 15 0,0 0 9 0,0 0 21 0,0 0-2 0,0 0 6 0,0 0 2 0,0 0 8 0,0 0 7 16,-7-3-4-16,7 3 5 15,0 0 4-15,0 0 1 0,0 0-3 0,0 0 5 16,0 0-2-16,0-3 5 0,0 3-2 16,0 0-2-16,4-1 8 0,2-5-6 15,-2 3 8-15,3-1-6 0,-1-1-4 0,1-2-1 16,2-2 7-16,-1 1-1 0,1 1 2 0,-2 0 9 15,-1 0 0-15,2-1 3 0,-2 1-2 16,1 1-3-16,-1-2 3 0,2 4-2 16,-5 0-4-16,3-2-2 0,-2 1 2 0,-1-1 6 15,0 2-3-15,0 0-5 0,0 1 0 16,2 0 1-16,-2 0-5 0,0 1 1 0,-3 0-4 16,3-2 1-16,-3 4 2 15,7 6 1-15,-7-1 0 0,3 5-2 0,0 0-3 0,0 1 0 16,2 3-3-16,-2 4 4 15,0 0-1-15,0 1-2 0,4 1 5 0,-4-1-1 0,0 5 5 16,0-5-3-16,5 2-4 16,-5-2 1-16,4-2-1 0,-4 1 3 0,0-3-4 15,0 1-2-15,0-4 2 0,1 1 2 16,0-1 1-16,-1-2-3 0,0 2 1 16,-3-3 1-16,4-1 1 0,-1 0 2 0,-3 1-8 15,3-5 4-15,0 0 2 0,-3 4-2 0,0-2 0 16,0-2 3-16,4 2-2 0,-8-5 3 15,8 5-3-15,-4-4-4 0,0 1 5 16,0 3-5-16,-4-5 3 0,4 2-2 0,-3 0 2 16,0 2-2-16,0-2-1 0,-4-2 5 15,0 5-2-15,3-3-5 0,-2 1 3 0,0-1 0 16,-1 2 2 0,0-2-4-16,0-2-2 0,1 5 5 0,-1-3 0 0,1-1 3 15,3 0-2-15,-2 2-6 0,2-4 7 16,0 4 1-16,0-1 0 0,0-3-4 0,-1 0 0 15,4 0 5-15,0 0-5 0,0 0 9 16,0 0-7-16,0 0 0 0,16 0 3 0,-2-7 0 16,-1 6 1-16,4-6-2 0,-1-2-4 15,8 0-9-15,0 2-19 0,-1-3-15 0,0-1-24 16,0 1-31-16,-2-1-110 0,2 3-182 16,-3-1 99-16</inkml:trace>
  <inkml:trace contextRef="#ctx0" brushRef="#br0" timeOffset="189839.26">17743 11007 928 0,'-4'0'-23'0,"1"2"1"0,3-2 10 0,-6-4 2 0,6 0 3 0,-3 0 1 0,3-6 6 0,0-1-2 0,0 3 9 0,0-5-11 16,-5 1 5-16,5-6 0 0,0 2-1 16,0 0 5-16,0-5 2 0,-3-1-1 15,3-2-5-15,0 3 5 0,-3-4 10 0,6 0-5 16,-3 0-2-16,0 0 3 0,3 0-3 0,2 4 7 15,-2-1-4-15,3 4 1 16,-3 4-2-16,4 3 8 0,4 7 9 0,-2 7-7 0,4 5 2 16,1 10-4-16,-1 7-4 15,4 7 0-15,-1 11 1 0,1 0 0 0,-1 4-3 16,5 1-2-16,-4-4 6 0,-1 2-7 16,1-6 4-16,-4-8-6 0,0-1 0 0,1-5 0 15,-4-2-2-15,0-6-1 0,0-2 2 16,-4-3 1-16,4-3-10 0,-2-5 1 0,-2-2 3 15,-3-3-1-15,0-3 3 0,1-4-4 16,-1-1-6-16,-3-5 10 0,-7 1-5 16,4-9 1-16,-6 4-3 0,-2-2 0 0,-2 1 8 0,-1 1-6 15,1 5 0-15,-4-1 5 0,-2 1-4 16,-2 3 8-16,2 1-5 16,-8 4 0-16,7 1-1 0,-7 3-1 0,0 0-2 15,5 0 7-15,-5 3 0 0,0-3-1 0,7 3 2 16,-1-2 10-16,5-1 4 0,-1 4-1 15,1-2-5-15,6-2 2 0,3 0-4 0,7 2 2 16,10-6-1-16,7-1-1 16,9-2-6-16,22-11-18 0,15-7-15 0,3 0-4 0,28-16-15 15,5 0-13-15,-5-2-20 16,-1-2-81-16,-19 8-202 0,15-5 127 0</inkml:trace>
  <inkml:trace contextRef="#ctx0" brushRef="#br0" timeOffset="190785.52">20759 11222 977 0,'4'-3'-17'0,"-1"2"4"0,-3-2 9 0,0 3 7 0,6-3-1 0,-6 0 5 0,5 1 7 0,-5 2-4 0,0-2 1 0,3-2 1 0,-3 3 3 15,3-2 2-15,0 0 1 0,4-1-1 16,-1-4-2-16,5 1-9 0,2-6 9 16,4-2-8-16,2 0 2 0,5-2 8 15,-1-4 2-15,4 3-11 0,0-1-3 16,-1-1 3-16,1 1-4 0,6-5-6 0,-6 5 7 0,3-1 4 15,3-3-7-15,-6 3 2 0,-1 1 1 16,1 1-3-16,0 0-2 0,-3 1 5 0,-5 2-5 16,-2-1 9-16,-1 4-7 15,1-1 1-15,-7 4-1 0,-4-1-5 0,2 2 7 16,-5-2-4-16,-6 3 0 0,-1-1 5 16,-3 2-5-16,1 2 9 0,-7 0-2 0,2 1-3 15,-5 0-2-15,5-2 7 0,-1 3-4 16,2-2 1-16,-1 3 4 0,2 1 0 0,2-3 1 15,-4 0 3-15,8 3-10 0,0-1 9 16,3-2 1-16,0 3-4 0,11-3 0 0,2-2-6 16,-1 3 4-16,6-2 1 0,-6 3-3 15,6-2 2-15,-2 0-6 0,1 3 9 16,0-1-5-16,-4-2-2 0,0 3-8 0,1 0 8 16,-5 0-1-16,-2 3 1 0,0 4 0 15,-7 2-1-15,-3 1 0 0,-4 5 4 16,-3 2-6-16,0 1-1 0,-4 3-21 15,5-4-29-15,-5 1-25 0,4-3-73 0,0-5-247 16,7-1 93-16</inkml:trace>
  <inkml:trace contextRef="#ctx0" brushRef="#br0" timeOffset="192890.34">21903 10951 1052 0,'-4'6'-32'0,"4"-4"18"0,-3 1 9 0,3 0 7 0,0 1 8 0,-3-4 13 0,3 3-1 0,0-3 4 0,-3 3-4 0,3-3 0 0,0 0 4 0,-4-7-10 0,1-2 3 15,3 5-1-15,0-7-2 0,0 1-5 0,-4-2 1 16,4-5-2-16,4-1 2 0,-1-1-3 0,1-6-5 15,-1 0 5-15,3-9-1 16,-2 1 1-16,2 0-6 0,5-3 3 0,-2 1-1 16,-2-3 5-16,4 1-4 0,-5 2-3 15,4-1-2-15,-1 4 5 0,2 3-5 0,-1-2 1 16,-4 9-4-16,2 0-3 0,-2 1 2 16,1 3 3-16,-1 7-2 0,0 1 5 15,2 5-6-15,-2 2 3 0,1 6 0 0,2 6 5 16,-1 4-1-16,5 2-4 0,-4 7 3 15,2-1-1-15,2 6 4 0,1 3-3 16,-1-2 0-16,-3 1 4 0,3-1 3 0,-3 0-4 16,0 2-1-16,4-3-4 0,-8-8 0 15,4 5-2-15,-3-5 2 0,0-1 3 0,-1-4 8 16,-3 0-10-16,4-3 3 0,-4 3 2 16,1-3-3-16,-1-3 10 0,1 2 2 0,-1-3 2 15,0 1-2-15,-3 1-5 0,3-5 4 16,-3-1-2-16,0-2-1 0,0-1-3 15,0 0-1-15,0 0-2 0,-6-8 0 0,6 2-2 16,-3-1 0-16,-4-1 2 0,0 1-1 16,4-3-3-16,-4-1-1 0,1-1-2 0,-1-1 5 15,0 1-4-15,-3 2 1 0,4-3-1 16,-1 4 2-16,-3-4-5 0,0 2-1 16,0 4 4-16,0-3-1 0,-3 2-1 0,-1 1 1 15,-2 6 4-15,-2-5-2 0,-1 6 0 16,-1 0-1-16,-4 3-3 0,2 0 1 0,1-2 3 15,-6 2-3-15,7 0-1 0,1-2 3 16,-2 3 2-16,5-2 0 0,2-2-3 16,1 2-5-16,3 1 4 0,3 0 2 0,4-3 3 15,3 0 1-15,17-3-2 16,-1 0-3-16,8-5 1 0,6 1 1 0,6 0-5 16,7-5-7-16,1 2-14 0,-1-4-8 0,4 0-21 15,-4 2-12-15,-3-1-18 0,1-2-31 16,-5 2-95-16,-3-2-126 0,4 3 149 15</inkml:trace>
  <inkml:trace contextRef="#ctx0" brushRef="#br0" timeOffset="210558.85">16909 2127 910 0,'-3'0'-29'0,"0"3"8"0,0-1 4 0,0-2 6 0,3 3 6 0,-4 0 6 0,4-3 2 0,-4 1-4 0,1 2 4 0,3-3 3 15,-3 3-4-15,-1-2 1 0,1-1-2 16,3 4 0-16,0-4 5 0,-3 2-3 0,3-2-3 15,0 0 2-15,-3 3-4 0,3-3 9 16,-4 0-8-16,4 2 3 0,0-2-4 0,0 0 6 16,0 0-4-16,-3 3 0 0,3-3-3 15,0 0 2-15,0 0 2 0,-4 3 2 16,4-3-6-16,0 1 1 0,-3 2 3 16,3 1-1-16,-3 5-2 0,3-4 2 0,-4-1 2 15,4 2-2-15,0-1 4 0,0-3 0 16,-3 3 3-16,3-2 3 0,-3 1 5 0,3-1 0 15,0 0 8-15,0-3 6 0,-3 1 1 16,3 3 7-16,0-4 6 0,0 0 2 16,0 0 8-16,0 0-4 0,3-8-6 0,-3 1-3 15,3-3-1-15,4-5-5 0,-1-6-1 16,1-1-5-16,0-3-1 0,3-7 0 0,-4 2-1 16,5-4-4-16,-2 1 0 0,-2-3 1 15,4-2-8-15,-5-1 2 0,4 2 0 0,-1 1 1 16,2 1-7-16,-1 3-2 0,-1 2 0 15,-1 5-3-15,2 2 0 0,-7 1-2 0,3 1-2 16,2 7-2-16,-5-1-3 0,0 5 1 16,4 5 4-16,-1 2 1 0,5 7-1 0,-2 10-1 15,4 3 2-15,-2 11 1 0,5 2-6 16,1 2 9-16,-1 6-7 0,1 2 4 16,0 0-1-16,0 2-2 0,-1-2 5 15,-2-7-5-15,-1 2-2 0,-3-6 3 0,0 2 3 16,0-5-2-16,0-2-4 0,-3-5 5 15,-1 2-2-15,1-4 2 0,-4-5-1 0,3 4-3 16,-1-7 5-16,1 4 2 0,-3-2-6 16,0-3 3-16,1 1 1 0,-4-4-5 15,0-1 2-15,0-4-9 0,0 0 18 0,-13-4-17 16,2-1-2-16,1 0 2 0,-2-3-2 16,-6 1-1-16,-5-1 2 0,3 1 3 0,0-3-4 15,-3 5 2-15,0-4-3 0,-1 2-2 16,1 3 8-16,-1-1-5 0,5 0 6 0,-1 1-6 15,2 3 3-15,2-2-3 16,-1-1-1-16,4 1 1 0,4 0-5 0,-2 1 4 0,4-1 4 16,4-3-2-16,6 5 2 0,1-5 2 15,5 2-5-15,12-1-1 0,-1-4-1 16,4 2-10-16,1 0-13 0,2 0-9 16,3-4-5-16,-3 4 2 0,0-4-5 0,3 4 3 15,-3 0 2-15,-1 0 4 0,-3-1 4 16,1 1-1-16,-4-1 6 0,-4 2 7 0,4-1 1 15,-7 0-3-15,4 0 9 0,-7-4-3 16,4 2 3-16,-4-1 9 0,-1 0-4 16,2-4 0-16,-4 3 7 0,-1-3-4 0,-3 3 2 15,4-3 2-15,-3 0 7 0,-1 2 3 0,0 2 6 16,-3 0 2-16,4-1 3 16,-1 2 0-16,-3 0 1 0,0 2 0 0,0 0-4 15,3 2-1-15,-3-2 2 0,0 1 0 0,0 2-4 16,3-1 2-16,-3 0 0 0,0 1 0 15,0 0-6-15,0 0 1 0,0 1 3 0,0 0-8 16,3 1 5-16,-3-1 3 16,4 1-1-16,-4 2-4 0,0-4-1 0,0 3-1 0,0 1 3 15,0 0-3-15,0 0 3 0,0 0 0 16,10 5-2-16,-3 2-1 0,-1 3-1 16,8 0 4-16,2 5-6 0,5 0 2 15,2 3 9-15,3 2-8 0,4-1 1 16,0-1-2-16,3 2 0 0,-3-2 0 0,0 0 5 15,0-4 0-15,-6-2-6 0,-4 1 1 16,4-1 9-16,-8-1-6 0,1-1-1 0,-1-3 0 16,-5-3 1-16,2 5 2 0,-3-4-8 15,0-1 4-15,0 3 5 0,0-1-1 0,-4-3 2 16,5 2 4-16,-8-1 2 0,3 2-8 16,-2-5 3-16,-4 5-3 0,-4 2-9 0,-5 2 12 15,-8 2-7-15,-3 2 4 0,-7 4-10 16,-6 3 6-16,0 4-1 0,-8 0 3 0,5 0-5 15,-4-3-3-15,4 0-10 0,-2 1-13 16,8-4-16-16,0-1-10 0,7-3-16 16,0-2-74-16,3-5-183 0,7-1 158 15</inkml:trace>
  <inkml:trace contextRef="#ctx0" brushRef="#br0" timeOffset="211160.63">18103 1939 840 0,'6'-1'-39'0,"-2"-5"4"0,2 6 6 0,-3 3-3 0,2 1 7 0,-2 2 6 0,0 4 4 0,0-1 1 0,-3 2 6 0,3-1 1 16,-3 1 2-16,4 0 2 0,-4 2 4 15,3-1 5-15,-3 1 1 0,3-3 2 16,-3-1 5-16,0-2 5 0,3 2 1 15,-3 0 13-15,0-3-8 0,0 1 9 0,0-2 12 16,0 2 14-16,0-4 2 0,5 1 8 16,-5 0 9-16,0 1 3 0,0-5-4 15,0 0-4-15,0 0-10 0,3-17-10 0,-3 4-2 16,0-2-8-16,3-6 0 0,0-4-7 16,4 0-4-16,-4-1-3 0,8-5-3 15,-5-1-4-15,7 2-4 0,1-2-7 0,-1 4 3 16,4 0-2-16,-1 1-3 0,1 4 1 15,-4 4-3-15,1-2-5 0,-1 6 2 0,3 2-1 16,-5 6 0-16,2 2-4 0,0 3-1 16,-3 2-1-16,0 2 3 0,0 3-3 0,-3 5 1 15,-4 0-2-15,0 2-2 0,-3 1 2 16,0 2-7-16,0 3 5 0,-3-3 2 16,-3 2-3-16,2 4 3 0,-3-7-3 0,1 4 2 15,-1 0-3-15,1-4 2 0,-1-2-1 16,0 1 1-16,4-1-1 0,-4-1 1 0,4-1-10 15,0 0 2-15,3 0 1 0,0-2 1 16,3-1-2-16,3 0 7 0,4 1-6 16,1-4 6-16,2 3 1 0,4-1 1 15,-4-1 1-15,4 1 0 0,-4-2-2 0,1 0-3 16,-5 2-2-16,1-1 1 0,1 1 10 16,-5 2-4-16,-6 9 1 0,0-3 1 0,-11 4 4 15,-2 4-7-15,-10 3-11 0,0 0-19 16,-14 3-13-16,4-2-11 0,-7-2-4 0,-3 1-9 15,-4-3-12-15,-4-4-62 0,-1-1-228 16,-2-2 113-16</inkml:trace>
  <inkml:trace contextRef="#ctx0" brushRef="#br0" timeOffset="212203.54">16976 1080 968 0,'0'2'-31'0,"0"4"12"0,-3-5 7 0,3 2 7 0,-4 0 14 0,4-3 2 0,0 0 5 0,0 0 8 0,0 0 0 16,4-10 2-16,-1 2 6 0,0 1-1 0,-3 0 7 16,3-6 3-16,-3 2 3 0,5-3 6 15,-5-1-10-15,-5 0 5 0,5-9-3 0,0 3-7 16,-3 1 1-16,3 0-4 16,0-1-2-16,-3 7-5 0,3-4-3 0,0 6-3 15,-3-1-5-15,3 1 3 0,0 2-1 0,0 5-7 16,3 0-4-16,3 5 1 0,-1 5 1 15,4 0-2-15,1 2-1 0,1 3-4 0,5 2 4 16,-2 1 1-16,2-1-2 0,-3 1 2 16,1-1 2-16,-2 1-4 0,-1-2 1 15,-1-4-3-15,0 3 4 0,0-2-1 0,-3-1-1 16,-1 0-2-16,4-2 3 0,-6 1 2 16,2 1 1-16,-2-6 14 0,2 3 13 0,-3-2 0 15,4-4-7-15,-4-2-1 0,1 0-8 16,-1-8-1-16,-3-1 1 0,4-8-3 15,2 2-3-15,-3-8 0 0,4-3 1 16,0-2-7-16,-4-4 1 0,4 4-12 0,-1 0-12 16,1-1-21-16,0 8-15 0,0 0-27 0,-1 5-18 15,1 2-20-15,-4 3-83 0,3 5-265 16,-1 6 28-16</inkml:trace>
  <inkml:trace contextRef="#ctx0" brushRef="#br0" timeOffset="212823.43">17513 780 1205 0,'0'15'-71'0,"-3"-3"12"0,-1 1 7 0,0 2 8 15,1 0 1-15,0-2 4 0,0 1-1 16,0-2 13-16,3 1-3 0,-4 2 7 0,4-2 3 16,0-4-1-16,0 2 8 0,4-1 2 15,-4-3 3-15,0 1 3 0,3-1 0 16,0-1 9-16,-3-2 4 0,3 0-1 0,0 0 10 15,5-2 3-15,-5-2 2 0,0 0 2 16,1-2-2-16,-4-3 1 0,0-1 4 16,0 2-10-16,0-4-2 0,-4 1 1 15,-2-3-5-15,2 0 2 0,0 2-1 0,1-2-1 16,0 3-4-16,-3-1-5 0,2-2 0 0,1 3-2 16,-4 2-1-16,3-2 0 15,4 1 3-15,-6 1-14 0,6-1 4 16,0 2 8-16,0 0-9 0,3 1 2 0,0 0 3 15,5 1 0-15,-2-1-3 0,1 3 3 0,2 0 0 16,5 3 1-16,-4-1-4 0,0 4 6 0,4-2-9 16,-5 4 4-16,5-1 4 15,-4 0-3-15,0 6 0 0,0-2-3 0,-3-3 7 16,-1 6 6-16,1-4-9 0,-1 0 5 16,-2-1-2-16,3 2-4 0,-4-4 7 0,3 0-1 15,-6 0 1-15,7-1-3 0,-4-1 7 16,1 1 13-16,-4-2 5 0,4-1 0 0,-4-2-7 15,3-1 2-15,-3 0-2 0,3-4 3 16,-3 0-2-16,-3-4-8 0,6-1 6 16,-3 1 0-16,0-3-3 0,3-3-8 15,-3 1 1-15,7 1 3 0,-4-5-1 16,3 6-1-16,5-4-3 0,-1 0-2 0,4 2 3 16,-2 3-2-16,-2-1-2 0,4 4-1 0,-1 3 2 15,-2-1-6-15,2 2 1 0,-4 1 2 16,2-2-3-16,-5 4 8 0,4 0-4 0,-4 4 13 15,2-4-13-15,-2 2 0 0,1 1 0 16,-4-3-7-16,3 5-4 0,-6-2-13 0,4 1-19 16,0-1-21-16,-4-2-71 0,0 3-158 15,0 1 191-15</inkml:trace>
  <inkml:trace contextRef="#ctx0" brushRef="#br0" timeOffset="213944.34">17943 832 786 0,'3'-2'-26'15,"1"2"5"-15,-4 0 2 0,9 2 0 0,-5 1 2 0,-1 0 3 0,0-2-2 0,1 6 3 0,-1 2 2 0,1-1 4 16,-4-1 1-16,3 3 1 0,-3-2 5 0,3 0-1 16,-3 3 0-16,3-1 2 0,-3-2 3 15,0 2 2-15,0-3-2 0,4 1 6 16,-4-3 1-16,0 0 6 0,-4 2 4 0,8-3 7 15,-4 2 6-15,0-3 4 0,0 2 6 16,0-2 13-16,3-2-6 0,-3-1-5 0,0 0-15 16,0 0 6-16,0 0-4 15,-3-14-11-15,3 3 5 0,3 2-4 16,0-4 1-16,-3 1-3 0,7-1-7 0,0 1-2 16,-1-4-2-16,4 4 6 0,4-2-15 0,-4 3 6 15,-1 1 2-15,2 0-13 0,-1 3 4 16,-4 2 1-16,8 2 1 0,-4 0-5 0,-4 3 4 15,5 3 2-15,-5 0 0 0,1 2-4 16,-1 0 1-16,2 3-3 0,-5-4 9 16,3 4-2-16,-2-1 1 0,-1-1 4 0,0-2-9 15,0 0 6-15,0 2-8 0,-3-1 2 16,5-2 4-16,-2 1-4 0,-3-1 6 0,3 0 0 16,-3-2-4-16,3 3-9 0,-3-2 12 15,4-2 1-15,-4 0-4 0,0 0 2 16,6-2 0-16,0-3 0 0,2-1-6 15,-2 2-1-15,1 1 0 0,-1-2 0 0,1 3 0 16,0-3-2-16,0 5 7 0,-1-3-3 16,0 6 6-16,5-2-8 0,-4 3 1 0,-1 1-5 15,-3 0 12-15,4 2-5 0,0 1 2 16,3-3-5-16,-4 3 4 0,4-1 3 16,1-2-8-16,2 0 8 0,-3-3-9 15,3 1-1-15,0 0 8 0,1-3 0 0,-1 0-2 16,4 0 1-16,-4-3 3 0,1-2 3 0,-1 2-14 15,1-3 4-15,-5-1 8 0,1 0 2 16,1 0 4-16,-5-4 1 0,4 4 0 16,-7 0 7-16,3-1 2 0,-1 1 1 0,-2 2 1 15,0-4 3-15,-3 2-17 0,0 6 2 16,-6-2-2-16,-2 3 0 0,2 3 0 16,-7 1-5-16,2 0 3 0,-2 5 2 0,-1 0-5 15,1 2 4-15,4-4-6 0,-2 3 3 16,1-2 0-16,4-1-2 0,0 0-8 0,-2 4 3 15,8-4 0-15,-3 0 0 0,3-1-10 16,3-1 3-16,1-3-2 0,0 3-4 0,2-2 4 16,0-3 4-16,4 0 7 0,-2-3-7 15,-2 1 4-15,4-1 1 0,-4-4-3 16,5 1-5-16,-5-1 4 0,4 0 4 16,-4-1-1-16,2 1-1 0,-2-1 3 0,1 1-3 15,-1 1 7-15,-3 5-10 0,5-2 1 16,-5 3 3-16,0 3-1 0,1 4 2 0,-4 3-1 15,0-1 1-15,0 4 0 0,0-1 6 16,3 4-3-16,-3-4-5 0,0 1-1 0,3-4-15 16,3 4 6-16,-1-5 1 0,1-1-9 15,1-3 6-15,2 0 3 0,5-4 7 16,-1-4-7-16,1 3 1 0,-1-5 5 0,0-1 1 16,1-5-5-16,-1-3 17 0,4-2-2 15,-4-7 17-15,4-2 2 0,-4-7-2 16,4-9 14-16,-4-4-7 0,4-7 0 0,-8 2 5 15,4-2 7-15,1 6 4 0,-7 1 3 16,2 9 2-16,-1 3-5 0,-2 9 0 16,-3-1-6-16,4 2-3 0,-4 5-7 0,-3 6-5 15,-3 5-2-15,-4 15 0 0,-5 5-4 16,-6 9 1-16,-2 8-3 0,-2 9-4 0,-2-5 2 16,4 9-1-16,3-5 1 15,4-2-6-15,0 0 4 0,6 2 0 0,4-5-2 16,3 4 2-16,3-1-4 0,4 0-1 0,2-3 2 15,8-2-11-15,-4 1-18 0,4-5-14 16,3-1-11-16,-3-1-17 0,2-5-8 0,-2 1-9 16,-4-5-22-16,4 0-18 0,-10-5-83 15,7 0-245-15,5-2 45 0</inkml:trace>
  <inkml:trace contextRef="#ctx0" brushRef="#br0" timeOffset="-213374.05">19352 921 1164 0,'5'-4'-50'0,"-10"0"11"0,10-4 3 0,-5 3 15 0,0-3 2 0,-5 1 14 0,5-1 5 0,-3 1 5 16,3 0 12-16,-3-1-1 0,0-1 10 0,0 5 4 16,-1 0-2-16,1-4 1 0,-3 5-4 15,-5-3-10-15,1 5 3 0,-4 1 0 16,1 1-7-16,-4 5-5 0,1-3 5 0,-1 5-2 15,1-4-2-15,-1 4 6 16,4-1-1-16,3 3-8 0,-4-2-4 0,8 2 4 16,-4 1 3-16,3 0-2 0,4 2-2 15,3-3 2-15,3 2-2 0,0-2 6 0,8-2-3 16,-2 2 3-16,8-3-5 0,3-2 5 16,0 2-6-16,7-1 1 0,0-5-2 15,0-1-2-15,3 0 7 0,0-1-11 0,3-5 8 16,-3 2-6-16,-4-4-1 0,1 1 2 0,-1-3-3 15,-2 0 10-15,-1-2-9 0,-3 1 11 16,0 1 4-16,-3 0 4 0,-1-1-1 16,-6 4-1-16,4 0-6 0,-8 2 4 0,-2 3-1 15,-4 2-2-15,0 0-3 0,-10 5 3 16,-4 3-4-16,4-1-1 0,-6 5 3 16,2-2-2-16,5 0-1 0,-2 2-7 0,-2 1 10 15,7-1-5-15,-5-1 4 0,8 2-4 16,-4-5-4-16,7 3 1 0,-3-1-6 15,3-2 0-15,0-1 11 0,0 0-10 0,3-1-1 16,1-1 1-16,-1 0 0 0,4-3 5 16,-4-2-9-16,1 0 11 0,-4 0-5 0,6-5 4 15,1 3-6-15,-4-3 6 0,0-2-5 16,1-1 2-16,0 3 2 0,-1-3 1 16,0 1-1-16,0-1-5 0,0 1 12 15,1 0-6-15,2-1-2 0,-2 3-1 0,3-3 6 16,-1 4-7-16,-3-4 1 0,7 3 2 0,-2-3-3 15,-2 5-4-15,0-1 4 0,-2 1 1 16,2 1 3-16,2 2-1 0,-5 2 0 0,0 4 1 16,0-2 0-16,-3 4 2 0,3-3-1 15,-3 3-3-15,4-1 3 0,-4-2-1 0,3 2-2 16,-3-1 2-16,0-2 2 0,3-1 2 16,-3-2-3-16,0 5 0 0,3-6 4 0,-3 3-2 15,0-3-3 1,8-5 2-16,-5 1-3 0,0 0 2 0,1-3 1 0,2-1-2 15,-3-2 3-15,8-2 1 0,-5 2-5 16,1-3 2-16,2-2-3 0,2 0-3 0,-1 1 5 16,3-3-2-16,-3 6-2 0,0 3 6 15,0 1-2-15,0 1-4 0,0 5 1 16,-3 2 2-16,3 5 0 0,-3-1-2 16,-1 5-2-16,1 0 8 0,-1 0-7 0,-2 2 0 15,3 1 4-15,-1-4 1 0,-3 4-3 16,1-1 4-16,2-1 1 0,1-1 1 0,0 0-2 15,-4-3-3-15,4 1 4 0,-1-1-1 16,1-3-1-16,3 2-2 0,0-6 2 16,4 3 1-16,-1-3-2 0,4-5 5 0,-4 1-6 15,4-3 2-15,-1-2 1 0,4-1-2 16,-4-3-3-16,5-2 2 0,-4 0 1 0,-1 1 2 16,1-3 4-16,-4 6 5 0,1-4-2 15,-4 5 1-15,-1 0 2 0,-2 2-5 0,-3 1-2 16,-4 4 0-16,-8 3-2 0,2 0 3 15,-7 6-2-15,-1-2 2 0,1 0 1 0,-4 5-5 16,8-1 2-16,-1-1-2 16,-1 0 2-16,2 4-2 0,2-4 1 0,4 3 0 15,0-2-8-15,3 0 10 0,3 1-4 16,7-1-1-16,-4-4-1 0,8 4-3 0,5-3-8 16,-2-3-1-16,-1 1 2 0,5 0-4 15,-4-3 1-15,2 0 3 0,-2 0-2 0,0-3 10 16,0 0 1-16,-1-2-6 0,1 3 2 15,-4-3 4-15,4-1-1 0,-4 2-3 16,-2-1 2-16,1 2 3 0,-2 1-6 0,1-2 3 16,-2 3-3-16,-2-2-2 0,-1 3 10 15,-1 0-2-15,-2 3-6 0,0-2 5 0,0 5 3 16,-3 2-3-16,0-4 7 0,-3 2-3 16,0 1-2-16,0-2 0 0,-2 1 2 0,5-2-4 15,-3 0 0-15,3 2 2 16,0-1 3-16,-3-2 0 0,3 0 11 0,-3-2 11 15,3 2 8-15,0-3-5 0,-7 0 1 16,7 0-6-16,-3-4 1 0,0-2-2 0,0 1-6 16,-2-2 4-16,5-3-5 0,0 2 1 15,5-5-6-15,-2 4-2 0,3-4 0 0,1 3-4 16,2-1-1-16,2 3 1 0,2 0-1 16,-2 3-1-16,2 0-4 0,-1 2 5 0,2 3 0 15,-1 3-5-15,-2 2 4 0,2 0-4 16,-4 0 2-16,2 2 4 0,-1 1-4 15,-4-1 1-15,5 0-8 0,-5 0-1 0,1-1-7 16,-1-1 2-16,1 1-1 0,0-2-2 16,0-1 6-16,2-2-3 0,-2-1 1 15,3 0 4-15,-3-1-1 0,3-5 2 16,-4 2 3-16,1-1 6 0,0-5 1 0,-4 0 1 16,4-5 2-16,-4 0-2 0,0-5 7 15,1-2 0-15,-1-2 1 0,1 2 9 0,-4 0 7 16,3 2-3-16,0 5-2 0,-3 0-3 15,0 0-3-15,3 2-5 0,-3 3 1 0,0 5-3 16,0 5-5-16,0 0 4 0,4 11-1 16,-4-3 0-16,3 6-2 0,-3 1 0 0,3-1-1 15,1 2-7-15,0 0-9 16,-1 1-18-16,3 2-16 0,-3-5-14 0,1 3-11 16,2-5-3-16,-3 2-2 0,2-1-5 15,-2-2 4-15,-3 1 0 0,3-5 6 0,-3 0 3 16,0 0 8-16,-3-1 5 0,0-3 11 15,-5-1 5-15,2-2 1 0,-1 0 13 16,1-2 6-16,-5-1 2 0,5 1 3 0,-4-2 6 16,3 3 5-16,0-2 2 0,1-1-5 15,2 1-3-15,4 0 8 0,0-2-2 0,4-1 0 16,6 2 1-16,-3 0 1 0,6-2 0 0,-3 1 1 16,3-2-4-16,0 4 6 0,-2-1-1 15,2-2-4-15,-4 1 2 0,2 3 4 16,-1-3 1-16,-1 2 13 0,-1 0-6 15,-2 2-4-15,1 1 4 0,-1 0-6 0,2 0-1 16,-2 4 0-16,-3-1-1 0,1 2 1 16,2 0-1-16,-3 0-2 0,0 2 1 15,-3-3-2-15,5 2 5 0,-2 2-4 0,0-5-11 16,0 1-7-16,-3 0-5 0,4 0-6 16,-1-2-10-16,-3 1-10 0,0-1-14 0,0-2-10 15,0 0-133-15,0 0 69 0</inkml:trace>
  <inkml:trace contextRef="#ctx0" brushRef="#br0" timeOffset="-212900.1">20859 839 501 0,'0'-4'-41'0,"0"-4"7"0,3 2 6 0,5-1 1 0,2 3 9 0,-1-4-1 0,2 2 4 0,2 5 1 0,-4-5 9 0,5 5 6 0,-4-2 1 16,0 3 5-16,0 0 7 0,-6 3 3 0,2 1-1 15,-6 0 6-15,0 5-1 0,0-1-3 16,-3 0 1-16,0 1-1 0,-1 0-2 15,1-2-1-15,0 2-5 0,3-1 0 0,-4-1-1 16,4-2 2-16,0 2-1 0,-4-1 6 16,4-2-8-16,4 0 7 0,-4 0-2 15,0 1 4-15,4-3-9 0,-4 1 5 0,3-3 2 16,-3 0 2-16,3 3 6 0,-3-3-7 16,7-3 6-16,-7 3 1 0,6-3-8 15,-3-2 3-15,1 5-7 0,0-6 1 0,2 5 3 16,1-5-5-16,-4 5-3 0,4-2 0 15,0-2 1-15,-1 2 1 0,1 1-3 16,-1-2 0-16,-2 4-4 0,2 0 0 0,1 0 0 16,-3 4 14-16,-1 1-13 0,3 0 4 15,-6-2-6-15,4 1 3 0,-1 0-1 0,0 2-6 16,-3-3 3-16,4 2 5 16,-4-2-3-16,3-2 4 0,1 2 3 0,-1 0 11 15,0-2 12-15,7 3 11 0,-3-4 4 16,3 2 3-16,3-4 5 0,1 2 0 0,2 0-1 15,-2-4-8-15,2 4-6 0,1-1 0 16,-1 1-4-16,1-3-6 0,4 6-1 0,-5-3-3 16,1 0 0-16,2 0-5 0,2 1-4 15,-1 3-3-15,3-2-15 0,0 3-44 0,7 1-36 16,-3-5-78-16,3 2-290 0,6 1 42 16</inkml:trace>
  <inkml:trace contextRef="#ctx0" brushRef="#br0" timeOffset="-207245.36">22756 5804 1156 0,'-6'3'-57'0,"3"0"16"0,-2-2 8 0,2-1 7 0,-3 4 4 0,6-2 5 0,-4 1 8 0,1-3 6 15,3 0 1-15,0 0 4 0,-3 2 4 0,3-2-3 16,0 0 4-16,10-11 12 0,-4 7-3 16,2-3 3-16,1-3 11 0,1 2-2 0,4-4 8 15,-1 2 2-15,1-3-2 0,-1-2 1 16,4 0-8-16,2-5 2 0,5-2-2 0,-1 0-2 16,0-6-4-16,11-2 0 15,-1 0 1-15,0-3 3 0,1-2-8 0,9-5 6 16,4-2 9-16,2-1-5 0,-2 0-3 0,7-1-2 15,12-12 0-15,-6 6-5 0,7-9 5 16,3 4-8-16,3 0 2 0,1-1-3 16,2 5-4-16,4 1 1 0,7 0-4 0,6 1-1 15,4 2 0-15,3 1-4 16,-1 5 0-16,-1 0-1 0,-2 4 3 0,-13 5-5 16,-9 7 4-16,-1 0-5 0,-3 1 3 15,4 3 1-15,-8-2 0 0,4 2-5 0,-17 4 2 16,4-1 0-16,-3 3 0 0,2-2 2 15,-6 3-2-15,0-1-2 0,-3 0 3 0,3 1 0 16,-7 3 0-16,1-3 0 0,-4 3-4 16,-1-3 3-16,-2 3-1 0,0 1 3 15,0-3 0-15,-1 4 0 0,-3-2-2 0,1 1-2 16,-4-1 3-16,3 3 0 0,0-2-3 16,4-1 3-16,3 1 7 0,0-1-5 0,3 0-4 15,4 1-1-15,-1 2 2 0,11-5-2 16,0 1-1-16,3 2 1 0,0-2 2 15,3-1 0-15,-3 2 0 0,4 0 5 16,-1-3-6-16,0 6 0 0,4-9 5 0,-7 9-4 16,3-5-2-16,-3 3 0 0,0-1 3 15,-3 2 0-15,3 2-5 0,-10-2 5 0,0 1 2 16,-3 2 0-16,-1-2-2 0,-2 1 0 16,-1 2-1-16,1 0 0 0,-14 3 1 0,0-4 0 15,0 3-1-15,-1 2 0 0,-2-2-3 16,-7-2 5-16,0 2-4 0,0 3 2 0,-3-3 2 15,-1 3-3-15,4-1 3 0,1 1 0 16,-2 0 2-16,5-3-6 0,-4 3 1 16,7 0 0-16,-11 3 3 0,11-3 0 15,-7 0-1-15,3 0 3 0,-6 0 0 16,0 1-2-16,-1-1-2 0,1 0 6 0,-4 0-7 16,0 0 6-16,1 0 1 0,-1 0-4 15,-6 0 11-15,3 0-6 0,3 0 5 16,-7 0 0-16,2 0 0 0,1 0-4 15,1 0 2-15,1 0 0 0,5 0-3 0,-2-1 1 16,-5 1-1-16,4 0-2 0,8 0 3 0,-4 0-4 16,-4 0 0-16,-4-3 0 0,5 3-2 15,-1 0 3-15,1 0-1 0,-4 0 1 16,-1-3 1-16,2 3-2 0,-1 0 1 0,-4 3 3 16,5-6 0-16,-8 3 1 0,0 0 4 15,7 0 1-15,-7 0-1 0,4 0 0 0,-4 0 1 16,-3 0 3-16,7 0-6 0,0 0 0 15,-4 0-2-15,-3 0 1 16,0 0-3-16,10-3 2 0,-10 3-2 0,0 0 0 0,7 0-1 16,-7 0-1-16,0 0 5 15,10 0 0-15,-10 0 1 0,0 0 3 0,0 0-3 16,0 0-1-16,0 0 1 0,-7-8-3 16,4 7 0-16,-1-2 1 0,1 0-4 0,3 2 3 0,-7-2-2 15,1 0 0-15,-4-2 1 16,3 5-5-16,-6-2-3 0,0-2 5 15,-4 3-2-15,4-2-1 0,-4 3 2 0,4-3 0 16,-4 2-4-16,4 1 4 0,-1-3-3 0,1 3-1 16,2-3 1-16,5 3-2 0,-4-3 2 15,4 3 0-15,-8-2-2 0,14 2 1 16,-10-2-1-16,7 2-1 0,3 0 2 16,-3 0-1-16,-5-4-1 0,8 4 5 0,0 0-2 15,17 4 0-15,-7-2 3 0,4-2-5 16,-1 2 4-16,4 1-1 0,-1 0-2 0,1-3 3 15,7 3 0-15,-8-2 2 0,11 5-1 16,-7-6 2-16,6 1-4 0,1 5 0 16,-10-4 2-16,3 1-2 0,3 0-1 0,-6 0 1 15,-4-2 0-15,1 2-1 0,-5 0-2 0,-2-2 2 16,-1 5-2-16,-6 2-3 0,-6-1-12 16,-4 1-21-16,-10 5-32 15,-10 3-40-15,0 5-35 0,-23-4-74 0,6 6-372 0,1-3-90 16</inkml:trace>
  <inkml:trace contextRef="#ctx0" brushRef="#br0" timeOffset="-205009.17">23082 9512 1532 0,'0'0'-77'0,"0"0"13"0,5-11 5 0,1 7 6 0,0-6 4 0,1 3 6 0,4-4 4 0,-2 2 1 0,1-1 9 0,1 0 3 0,-2-4 12 0,1 6 3 0,1-3 2 16,2 1 10-16,-1-5 11 0,-1 2-1 15,-1-1 9-15,3-1 14 0,1 0-4 0,-2-3 1 16,2 1-8-16,-1-4 1 0,4 2-6 15,0-6 0-15,-4 5 4 0,4-3-7 16,0 1-1-16,-1-3 2 0,1 2 6 16,-1-2 6-16,-2 0-3 0,2-2 2 0,-2-1 3 15,-1-3-1-15,4-1-1 0,-4 0 5 16,7-8 0-16,-4-2 2 0,1-3-4 0,1 0-2 16,-5-1 3-16,4-1-4 0,-4 0-3 15,3 2-2-15,1-3-4 0,0 6 2 16,-1-4 2-16,1 3 4 0,-1 2 0 0,1-4 4 15,0-1-1-15,0 3 3 0,-4 2-3 16,4-1 5-16,-1-4 3 0,1 0 1 0,-1 0 0 16,1-2 0-16,-1 1-4 0,8-6-3 15,-7 6-4-15,2 2-2 0,2-1-1 0,-4 5-2 16,2-5-2-16,-2 6-6 0,3-2 0 16,0-1-1-16,0 1 2 0,0 2-4 15,0-3-2-15,4 1 2 0,-5-1-2 16,5 0-1-16,-4 0 3 0,4 1 1 0,-2 1 0 15,5-12-1-15,-7 7 3 0,7-4-2 16,0-1-1-16,0 8-3 0,-5-2-2 0,5-5 0 16,-3 10 1-16,-1-3-1 0,0 3-2 15,0 1 0-15,1-3-2 0,-1 6 2 0,0 1-2 16,-3-2-1-16,4 1 2 0,0 1-4 16,-2-3 3-16,5 1-2 0,0-1 2 0,0 1-2 15,-1-1-1-15,1-2 1 0,0 3 0 16,3-2-2-16,-4-3 2 0,4 3 0 15,0 3-3-15,-3-3 2 0,-1 7-1 0,1-4-3 16,-3 4 3-16,-2 5 1 16,-1-1 1-16,2 1 0 0,1-2-1 0,6 0-1 0,-4 0-2 15,4-4 1-15,0-1 1 0,0 5 1 16,0 0-2-16,7-2 2 0,0 1 4 16,-1 3-6-16,4-3 2 0,-4 2-1 15,5 0 0-15,2 2-1 0,-3 1-1 0,0-3 0 16,0 0 2-16,0 3-1 0,4 0 2 15,-5 3 0-15,9-3 0 0,1 0-2 16,8-5 4-16,-10 7-3 0,16-7 2 0,4 3-6 16,-7 2 5-16,3 0-2 0,7 0-1 15,-10 2 2-15,-7 3 3 0,0 1-2 16,-3-2 0-16,1 6 0 0,-5 1 2 0,-6 1-4 16,0 1 1-16,-3 1-2 0,-1-2 0 15,-9 6 3-15,3-4-1 0,-3 4-3 0,0 0 3 16,3 2 3-16,-11-1-2 0,5 2-2 15,-1 0 1-15,1 1 2 0,-8-2 1 0,4 2-2 16,0 1 0-16,0 2 0 0,0 0 0 16,0 0 2-16,-3 0-4 0,3 0 2 15,3 2 0-15,-9 1 1 0,2-3 0 0,4 5-1 16,-3-2-2-16,-1 1 3 0,5-1 2 16,-5-2-3-16,1 5 0 0,-4-3 2 0,1 2-1 15,2-2-1-15,-2-3 0 0,-1 1 2 16,4 2 0-16,-4 0-1 0,-4-2-2 0,2 3 3 15,-1-2-2-15,7-2 2 16,-11 3-1-16,4-1-1 0,0 1 2 0,7 0 0 16,-11-2-4-16,5 2 4 0,2 0-2 15,-10-3 1-15,7 5 1 0,0-5 0 0,0 2 0 16,0-2 1-16,-7 0-1 0,4 0 4 16,0 3-4-16,-4-3 1 0,-3 0-1 0,3 2 2 15,4-2 4-15,-7 0-2 0,3 3 2 16,1-3 2-16,-4 0 0 0,0 0 3 15,0 0 0-15,3-3 1 0,-3 3-3 0,-3-7-3 16,-4-1 1-16,0 4 0 0,1-4-2 16,-4-2 2-16,-4 0 0 0,-2-4-5 0,2 6 3 15,-2-9-3-15,-1 6 1 0,-3-3 2 16,7 3-4-16,-11 1 0 0,8-2-3 16,-4-1 2-16,7 2 1 0,-4 4-5 0,4 0 2 15,-1 2 1-15,1-2 0 0,2 1-1 0,5 1-2 16,-7-2 1-16,10 1 0 15,-8 5-2-15,8-5 0 0,-7 4 2 0,4-3-2 16,6 1-1-16,-11 3 0 0,8-2 3 16,3 0-2-16,0 3 1 0,0 0 1 0,6 0-2 15,2 0 2-15,8 3 0 16,-10 0 1-16,8 2 0 0,2-3 0 0,1 3 0 16,4 1 3-16,-8-5-1 0,7 5-3 15,-1 1 4-15,2-2-2 0,-4 1-2 0,2 1 3 16,-2-2-2-16,3 2 2 0,-3 0-3 0,-4-1 2 15,4-1-1-15,-4 2 0 0,4-1 0 16,-4-2-1-16,-6 0 0 0,3 5 1 0,3-1 1 16,-10 0 3-16,8 6-2 0,-11 3 2 15,0 1 1-15,-14 7-2 0,1 0-6 16,-4 1-26-16,-6-1-35 0,-4 9-40 16,-6-4-46-16,3-1-43 0,-3 2-114 0,-8-5-372 15,8 3-175-15</inkml:trace>
  <inkml:trace contextRef="#ctx0" brushRef="#br1" timeOffset="18481.98">29310 7615 431 0,'0'0'53'0,"3"-4"-15"0,-3 4-12 0,0-1 9 0,0 1-9 16,3-3-2-16,-3 3 3 0,0 0 1 0,0 0-1 0,10 0 3 0,-10 0-2 15,0 0 2-15,0 0 0 0,0-3-2 16,0 3 2-16,0 0-11 0,0 0-1 15,-13 3-2-15,10 0 2 0,-8-2-5 16,1 6 2-16,4-6-2 0,-5 5-2 0,5-1-1 16,-7 1-4-16,3 2-6 0,3 1 8 15,-3-1 1-15,0 3-9 0,0-1 9 0,3 2-2 16,1 4-2-16,-8-1 1 0,11 3-2 16,-7 0 8-16,7 1-12 0,-4 1 6 0,4-5-8 15,-1 2 9-15,4 1-3 0,0 0-4 16,0-4 2-16,-3-2 5 0,3 1-5 15,0 2-1-15,0-5 2 0,0 1 2 16,0-2 0-16,-7 0-3 0,14-1-4 0,-4-1 6 16,-3 2 0-16,4-1-1 0,6-7-2 15,-4 5 3-15,8-6 0 0,-1-3 2 16,0 0 9-16,4 2 1 0,-4-6 10 0,4 1 12 16,-4-2 2-16,1-3 4 0,2 0 2 15,-2-3 3-15,-1 3-4 0,1-3-5 16,-8 0-1-16,7 2-4 0,-2-4-3 0,2 2-1 15,-10-1-5-15,3 0-6 0,2 0-1 16,-5-1-2-16,-3 2-1 0,3-5-4 16,-3 2-7-16,0 1-8 0,-3-5-15 0,0 4-15 15,-5-4-20-15,5 2-21 0,0 1-6 16,-7 4-9-16,4-1-23 0,-2 2-64 16,2 2-208-16,-4 4 103 0</inkml:trace>
  <inkml:trace contextRef="#ctx0" brushRef="#br1" timeOffset="19205.07">29579 7711 981 0,'0'0'-46'0,"0"4"8"0,0-4 12 0,-3 0-2 0,3 0 8 0,0 0 5 0,0 0 1 0,0 0 4 15,-7 3 3-15,7-3 6 0,-3 0-3 16,3 0 2-16,0 0 6 0,0 0 1 0,0 0-1 16,-3 1 10-16,3-1-9 0,0 0 4 15,0 0-2-15,16 0 3 0,-2 0-1 0,-1 3 3 16,4-6 1-16,-4 3 1 0,7-1-2 16,7 1 0-16,0-3 1 0,3-1 4 15,-8 3-1-15,5-2 4 0,0 1-1 16,-7 0-1-16,4-1 6 0,-8 0-8 0,1 0 4 15,-4 2 2-15,4-2 4 0,-4 3-9 16,0-4 2-16,1 0-4 0,-1 2-4 16,-10-3 5-16,11-1-5 0,-11 2-2 0,7-4-4 15,-7 4 3-15,1-5 5 0,3 5-4 16,-4-1 3-16,-3 0 0 0,0-3-6 0,0 4-2 16,0-3 8-16,-3 3-6 0,-4 0 0 15,7-2-1-15,-4 1 0 0,1-1-2 16,-7 5 5-16,7-5-8 0,3 5 2 0,-7-5 5 15,0 3-2-15,7 1-8 0,-3 0 12 16,3-2-8-16,0 4-2 0,-7-1-1 16,7-2 5-16,0 3-1 0,0 0-1 15,0 0 6-15,0 0-10 0,14 4 4 0,-4 0 2 16,-4 0-2-16,4-1-5 0,-6 3 5 16,6-2 0-16,-4 0 5 0,4 2-2 0,1-1-4 15,-8 1-1-15,3-2 5 0,4 0-7 16,1 4-1-16,-8-2 3 0,0-1 3 0,0 1-1 15,4 2-3-15,-7 1-2 0,-7-2-9 16,1 2-17-16,-8 4-3 0,-2-1-6 16,-8 1-10-16,4-1-15 0,-10 4-34 15,0-4-79-15,1 2-114 0,-1 0 193 16</inkml:trace>
  <inkml:trace contextRef="#ctx0" brushRef="#br1" timeOffset="20699.99">30286 7790 790 0,'0'10'-28'0,"-7"-3"8"0,7 4 4 0,-3-7 3 0,3 4 6 0,0-2 10 0,-3 1 7 0,3 0 7 0,0-2 10 0,-7-3 10 16,7 2 8-16,7-4 6 0,-7 0-2 15,0 0 2-15,0 0 0 0,3-11-9 16,-3 1 1-16,3 0-3 0,4-2-6 15,-3-3 4-15,2-3-3 0,4-6-6 0,3 3 4 16,-6-8-11-16,6 3 0 0,1-2-8 16,-1 3 5-16,0-3 0 0,1 3-7 0,-1 3 0 15,1 5-1-15,-8-4-3 0,4 5 1 16,-4 3-7-16,5 1 1 0,-8-1-5 16,7 5-3-16,-7 5 5 0,11 3 2 0,-11 3 3 15,7 5-6-15,4 5 4 0,-8-1 2 0,4 2-2 16,4 4 2-16,-11 0-3 0,7-1 4 15,-7 4-5-15,3-2-1 0,5 2 7 16,-8-4-2-16,7 1-3 0,-10 1 2 16,6-1 0-16,2-3 3 0,-8-2-10 0,3 1 8 15,7-3 2-15,-7-1-6 0,-3-2 1 16,0 3 2-16,3-3-1 0,0-2 1 16,-3 5 4-16,8-8-1 0,-8 2-5 0,0-5 3 15,0 0-1-15,0 0-4 0,0 0 0 16,-8-12 2-16,8 5-3 0,-3 3 1 15,0 0 5-15,3-2-4 0,-3 2-2 0,-4-3-3 16,4 3-4-16,-8-3 1 0,5 1-2 16,-7 2-2-16,-4-1 1 0,1 2-7 15,-8 1 13-15,4-3-5 0,-4 2 0 0,5 0 3 16,2 3-9-16,-6-1 11 16,6 1-3-16,4-3-2 0,-1-1 2 0,1 4 2 0,6-1 1 15,-6 1 3-15,3-3-2 0,3 3-5 16,-3-2 6-16,7 2 2 0,3-2 2 15,0 2 1-15,0 0 3 0,13-6-5 16,1 6-4-16,2-3 7 0,1 3-21 16,3-1-35-16,3-2-29 0,-9-1-48 0,5 3-133 0,5-2-50 15,-7 1 173-15</inkml:trace>
  <inkml:trace contextRef="#ctx0" brushRef="#br1" timeOffset="20904.25">30736 7665 839 0,'0'0'-23'0,"3"-4"3"0,-3 4 14 0,7 0 0 0,-7 0 1 0,3-1 11 0,1 1 3 0,6 0 1 0,3 0 1 0,1 0-3 16,-5 0 5-16,12 0-1 0,-5 0-1 15,-2 0 2-15,2-3-4 0,-2 3 0 0,-5 0-10 16,1 0-35-16,4-2-63 0,-1 0-158 15,-10-1 224-15</inkml:trace>
  <inkml:trace contextRef="#ctx0" brushRef="#br1" timeOffset="21658.54">31119 7503 705 0,'0'0'-15'0,"0"7"13"15,0-2 3-15,0 5 4 0,0 1 9 16,0 3 17-16,0 1-4 0,-3-1-2 16,-4 1 3-16,7 2-5 0,-3 0 0 15,3-5 4-15,0 3-9 0,-3-2 14 0,-4-1-4 16,7-2 3-16,0 0 0 0,-3-3 7 16,3 4 10-16,0-4 1 0,-4-2 12 0,4 1 7 15,0 1 3-15,0-3 10 0,0 2 5 16,0-4-8-16,0-2-7 0,0 0-5 15,0 0-4-15,0-15-10 0,4 7-6 0,-1-5-6 16,4-1-3-16,-4 2-5 0,0-6-6 16,7 0 3-16,-6 1-6 0,9-1-3 15,-3 0-2-15,-7 0-5 0,11 4 2 16,-8-1-6-16,4 0 0 0,4 2 0 0,-8 1-3 16,4 2 3-16,1 0-5 0,-5-1-3 15,7 4-3-15,-10 0 0 0,8 0-1 0,-8 2-3 16,7-1-1-16,-7 5 7 0,8-2-4 15,-8 6-3-15,-3-3 2 0,6 1-2 0,1 2-4 16,-7 0 3-16,0 2-2 0,0-1-1 16,0 2 3-16,3 1-3 0,-6 1 1 15,3-1 0-15,0 0 1 0,0 0 2 0,-7 4-2 16,4-4 2-16,0 0-1 0,3 4 1 16,-3-4 3-16,-8 0-4 0,11 1 3 15,0-2 1-15,-3-2-1 0,-4 3 5 0,7-3-5 16,-3 0 1-16,0-1-2 0,3 3 1 15,0-5 0-15,0 5 1 0,0-5 4 16,0 3 0-16,0-1-3 0,0-3 3 0,0 4 2 16,0-4-4-16,3 3 6 0,0 0-3 15,7-1-1-15,-7 0-2 0,8 1 2 16,-11-2-3-16,6-1 3 0,1 4 3 0,7-4-1 16,-11 3-3-16,7-3 2 0,-7 1 1 15,3 2-2-15,5-3 4 0,-11 3-4 16,13 0 1-16,-13-3-2 0,6 2 1 0,2 0-2 15,-5-2 0-15,-3 3 1 0,3-3-2 16,4 1 3-16,-4 3-5 0,-3-4 5 0,0 3 0 16,3-3-1-16,-3 4 2 0,0-1 2 15,0 2 4-15,-3 0 0 0,3 0 2 16,-3-1-2-16,-7 5 1 0,7-2-2 16,-11 1 3-16,1-1-4 0,-4 3 3 0,-7-2-4 15,5 2 1-15,-11-3-3 0,3 1-15 16,-3 2-43-16,0-3-45 0,0-2-58 15,0-1-158-15,0 2-164 0,0 4 12 0</inkml:trace>
  <inkml:trace contextRef="#ctx0" brushRef="#br1" timeOffset="23902.39">29243 8244 1236 0,'0'-1'-53'0,"0"1"12"0,-4-3 10 0,4 3 21 0,0-3-3 0,0 3 10 0,0 0 3 15,0-5-3-15,4 3 5 0,-4-2 6 16,7 0-4-16,-4 0 4 0,-3-4 4 16,0 5 10-16,6-4 5 0,1 1 4 0,-7-2 6 15,3 2-5-15,0-2 4 0,5 4-1 16,-5-4-2-16,-3-1 1 0,0 2-1 0,3-1-2 15,-3 4-2-15,3-2-2 0,4 5-1 16,-7-5-3-16,0 2-4 0,0 0-5 16,3 0-4-16,-3 2 2 0,0-3-7 0,0 5 1 15,3 0 1-15,-3 0 0 0,8 7-2 16,-8 1 1-16,3 3-2 0,-3-1 0 16,3 4 1-16,0 1 3 0,4-4-3 0,-4 6 0 15,0-3-1-15,5 4-2 0,-8 1 4 16,3-1 2-16,0 5-4 0,-3-3 3 15,3 0-3-15,-3 2-1 0,0-1 3 0,-3-4-1 16,3 3-2-16,-3-3 3 0,0-2 0 16,3-1 4-16,0 3-5 0,-8-5-2 15,5 1-3-15,0-5 2 0,3 6 3 16,-7-4 0-16,4-3-2 0,0 1 2 0,0-1-3 16,-8-3-2-16,8 2 4 0,-7-3-2 15,4 2 1-15,-8-1-3 0,7-1 0 0,1 0 0 16,-4-2 1-16,3 3-1 0,-6-2 4 15,6-2-4-15,-3 0 2 0,10 3 2 0,-10-3 1 16,7 0 1-16,-4 0 3 0,4 2-5 16,-1-2 2-16,1 0-3 0,3 0 4 15,-10 0-3-15,10 0-1 0,0 0 0 16,0 0-2-16,0 0 3 0,17-7-3 0,-7 3 1 16,3 0 3-16,4 1-4 0,-1-1-5 15,4-1-29-15,4 0-27 0,-5 0-27 0,5-1-32 16,-4-3-39-16,4 0-120 0,-5 5-111 15,8-3 99-15</inkml:trace>
  <inkml:trace contextRef="#ctx0" brushRef="#br1" timeOffset="24440.7">29689 8372 1040 0,'-6'-3'-27'0,"6"2"16"0,-3 1 1 0,3 0 11 0,-11-3 0 16,8 3-3-16,3-3 4 0,0 3-2 0,0 0-2 0,-7-2 14 0,4-1-6 16,3 3-4-16,0 0 9 0,0 0-4 15,10-2 0-15,-7-2 5 0,11 4 7 0,-11-1-4 16,10-2 1-16,1 3-1 0,5-3-1 16,2 2 2-16,-4-2-1 0,2-2-4 0,5 2 6 15,-7-3-7-15,2 5-1 0,5-5 6 16,-7 5-1-16,-4-2 1 0,4-2 4 15,-4 2-1-15,-7 1 2 0,8-2-4 0,-4 0-1 16,-4 0 3-16,4-2-7 0,-3 1 3 16,0-2-5-16,-7 0 2 0,3-1 2 15,-3-1-7-15,0 2 6 0,0-2-5 0,0 0 5 16,-3 2 3-16,3-2 2 0,0 0 4 16,-7 5 4-16,4-3-2 0,3-1-2 0,-4 2-3 15,4 2 0-15,-3 0 0 0,-4-3-1 16,4 6-2-16,0-4-6 0,3 0 1 15,0 2 1-15,-7 3-3 0,7-4-5 0,0 1 1 16,0 3-1-16,7-4 3 0,-4 4 0 16,0 4 0-16,7-1 0 0,-3-2-5 15,3 5-2-15,0-5 5 0,-3 3-4 0,3 1 1 16,-4 0 1-16,1-2-2 0,-1-2 1 16,5 5-1-16,-8-1 2 0,7 0-3 15,-7 3 0-15,0-1 1 0,8 0 5 0,-11-3 0 16,3 7-4-16,0-1-1 0,-3-2 3 15,-3 2-25-15,0 2-18 0,0-2-22 16,-11 3-12-16,7-1-18 0,-2-2-28 0,-5 1-76 16,1-4-194-16,-1 3 97 0</inkml:trace>
  <inkml:trace contextRef="#ctx0" brushRef="#br1" timeOffset="25254.4">30349 8175 996 0,'0'-3'-47'0,"7"3"9"0,0 0 6 0,-7 4 7 0,6 2 16 0,1 2-2 0,-4 2 8 0,-3 0 15 0,4 5-3 0,-4 0 7 0,3 0 4 16,-3-1 4-16,0 4 7 0,0 0 9 0,-3 2 3 16,3-2 7-16,-4-1-7 0,4-1 3 15,0 1 3-15,-3-3-10 0,-4 1-2 16,4-2-2-16,3-1-1 0,-3-2 3 16,3 1 5-16,0-3-6 0,0 1 2 0,0-1-2 15,-7-4 4-15,7 0 3 0,-3 2-3 16,3-3-2-16,0-3-8 0,0 0 2 15,0-10-6-15,0 3-7 0,0-6 0 0,3-2-1 16,-3-3-4-16,7 1 2 0,-4-6-3 16,0-2-4-16,7 0-2 0,-3-2 1 15,3-3-2-15,3-1-2 0,1 5 0 0,-1-2 0 16,1 3 1-16,2 0-1 0,-10 3 0 16,8 4-4-16,-4 0-1 0,4 4 2 15,-11 1 1-15,7 2-6 0,-4 2 4 0,8 0-2 16,-11 8-3-16,7-2 5 0,7 0 0 15,-7 9 1-15,-4-1-1 0,8 5 1 16,-1 1 1-16,1 6 0 0,-8 0 1 0,7 3 6 16,-2 1-9-16,-5 3 2 0,4-2 3 15,0 0-4-15,-6 2 3 0,2-2 0 16,4-2 0-16,-7 0-2 0,7 0 2 16,-10-2-2-16,7-6 0 0,0 2 4 0,-7-1-4 15,3-2 0-15,0 1 2 0,4-2-1 16,-4-3 0-16,-3 3 3 0,0-5-2 0,0 1 0 15,0-5-5-15,0-1-4 0,0 0-1 16,-3-7 3-16,-7 2-4 0,7-2 3 0,3 0-2 16,-10-1-1-16,6 3 3 0,1-6 1 15,-7 7-4-15,10-6 2 0,-13 5-3 16,6-2 1-16,-3 1 1 0,-6 1-1 0,2 3 0 16,-2-2 5-16,2 3-5 0,-10-2 3 15,5 3-1-15,-1-3-2 0,-4 3 4 16,8 0-3-16,-8 0 3 0,4 0 2 15,4 3-3-15,2-3 1 0,1 0-2 0,-4 0 0 16,7 0 2-16,-3 0 2 0,6 0-1 16,-3 0 1-16,7 3 1 0,0-2 0 0,3-1 3 15,6 4-1-15,4-4 0 0,4 0-2 16,-1 0 0-16,1 0 0 0,2 0-12 0,1 0-32 16,-1-4-34-16,4 3-38 0,4-5-57 15,-11 5-322-15,4-5 1 0</inkml:trace>
  <inkml:trace contextRef="#ctx0" brushRef="#br1" timeOffset="25506.26">30823 8285 1254 0,'3'0'-51'0,"-3"0"12"0,0 0 11 0,0 0 13 0,0 0 4 0,3 2 8 0,-3-2 0 0,0 0 9 0,0 0 5 15,0 3 5-15,7-3 1 0,-7 0-1 16,3 3 12-16,8-3 0 0,-8 1-2 16,10-1 5-16,1 3 0 0,-8 0 1 0,7-3-2 15,1-3-1-15,-1 3-5 0,4 0 1 16,-4 0-3-16,-7 0-1 0,8 0-4 0,-4 0-1 16,4-3-21-16,-8 3-37 0,7-1-40 15,-2-2-54-15,-8-2-126 0,10 5-80 16,-10-5 145-16</inkml:trace>
  <inkml:trace contextRef="#ctx0" brushRef="#br1" timeOffset="25607.49">31179 8182 903 0</inkml:trace>
  <inkml:trace contextRef="#ctx0" brushRef="#br1" timeOffset="26282">31179 8172 859 0,'0'-3'-11'0,"0"2"6"0,0-2-2 16,0-1 6-16,0 4 3 0,0 0 2 0,0 0 7 15,11 8-3-15,-11-2 6 0,0 4 4 16,0-1-9-16,3 4 9 0,-6-1-3 16,6 4 0-16,-6-1 5 0,3 0 5 0,0 0 4 15,0 2 4-15,0-2 7 0,0-1 0 16,0 4 6-16,-7-5-9 0,7 2 0 16,0-2-1-16,0-4-1 0,-4 2 2 15,4-1-3-15,0 0 1 0,0-3-1 0,0 1 3 16,0-1-1-16,0-3 7 0,0 2-3 15,-3-3-5-15,3-1 1 0,0-2-5 0,0 0-5 16,-7-12-1-16,7 5 0 0,0-1-8 16,0-5 1-16,0-2-5 0,7 1 0 15,-7-3-2-15,3-2 1 0,-3-1-1 0,4 1-1 16,3-2-7-16,-4 0 3 0,3 2-1 16,4 2-4-16,1-1 0 0,-8 1 4 15,10 2-3-15,-10-3 1 0,11 3 0 0,-1 2-2 16,-7-1 1-16,8 6-2 0,-1-4 0 15,1 3 1-15,-1 2 1 0,1-1-1 16,-1 4-7-16,-7-2 6 0,5 2 0 0,-5 1 0 16,4 3 1-16,-4 0-2 0,2 3-3 15,-5 1 1-15,-3 2 3 0,0 2 1 0,0 2-2 16,0-3-2-16,-3 1 2 0,-5-1-2 16,5 1-1-16,0-2 6 0,3 2-4 0,-3-2 2 15,3 1-1-15,-7-3 2 0,4 3 0 16,3-3 0-16,0-1-3 0,0-2 2 15,-3 5 1-15,3-3-4 0,0-2 0 16,0 6 3-16,0-6 0 0,3 2 2 0,-3 1-5 16,3 0 4-16,7-2-1 0,-10 2 2 15,14 0-3-15,-11-1 3 0,7 1-2 0,-7 0 2 16,11 0-2-16,-11 1 2 0,7 0-2 16,-4-2 1-16,5 1 1 0,-5 0 3 15,4 5 0-15,-7-4 7 0,7-1 5 0,-3 3 3 16,3 2 6-16,-10-1-2 0,10-1 2 15,-7 0 0-15,1 4 1 0,-1-4-1 16,-3 3-2-16,0-1-1 0,0 2-3 16,0 2-1-16,-3-1-1 0,-1-2-2 0,-6 1-2 15,7 3-1-15,-7-3 1 0,3-2-3 16,-6 0-1-16,0 4-2 0,-1-5 1 0,-2 2-3 16,-1-5-5-16,4 2-6 0,-4-1-7 15,1-2-9-15,-8-1-18 0,7 2-14 16,1-3-28-16,-1 1-28 0,4-1-33 0,-1-2-76 15,1 0-348-15,7-2-67 0</inkml:trace>
  <inkml:trace contextRef="#ctx0" brushRef="#br1" timeOffset="26660.03">31639 8351 1509 0,'0'-4'-47'0,"3"0"14"0,8-2 20 0,-11 4 6 0,3-1 3 0,7 1 14 0,-7-2 4 0,-3 3 4 0,0-2-1 16,3 0-3-16,5 2 4 0,-5 1-3 16,-3-3 1-16,0 0 0 0,0 3 0 15,3-2-1-15,4 2-5 0,-7 0 4 0,6-3 6 16,-6 3 1-16,0 0 3 0,0 0 5 15,11 0 6-15,-11 0-5 0,3 0 2 16,0-2-1-16,7 2 0 0,-7 0 4 0,8 0-5 16,-5 0-2-16,4 0-6 0,-4 0 1 15,5-4-3-15,2 4 0 0,-7 0 0 16,8 0-2-16,-4-1-4 0,4 1 0 0,-8-3-5 16,4 3 6-16,0-3-5 0,-3 3-3 15,3-1-6-15,-4 1-16 0,4 0-28 16,-6 0-37-16,6 0-35 0,-4-3-23 0,-6 0-66 15,10 3-321-15,-10 0-28 0</inkml:trace>
  <inkml:trace contextRef="#ctx0" brushRef="#br1" timeOffset="27134.74">31996 8132 1365 0,'3'-7'-45'0,"4"0"16"0,-7 0 5 0,3 3 15 16,0-2 8-16,-3 2 9 0,8 0 20 16,-5-3 7-16,-3 3 5 0,0-2 7 15,3 2 6-15,-3 1 2 0,0 2 0 0,3-2 2 16,4-2 1-16,-7 2-4 0,3 1-1 16,-3-2-4-16,0 4-5 0,0-1-1 0,0-2-3 15,0 0-4-15,0 3-1 0,0 0-6 16,0 0 0-16,0 0-3 0,0 0-1 0,0 0 17 15,0 0 3-15,3 13-1 0,5-2 0 16,-8-3-2-16,0 6 2 0,3 1-6 0,-3-1 2 16,0 2-2-16,0 0-5 0,0 5 1 15,3-3-2-15,-3 3-5 0,0 3 0 16,0-2-2-16,3 1-2 0,-3-3 0 0,7 2-3 16,-7-1 3-16,0-2 3 0,0 1-1 15,3-2 3-15,-3 0 2 0,0-4-2 16,0-2 1-16,3 4-3 0,-3-4-1 15,0-2-1-15,0 2 0 0,8-1-4 0,-8-4 3 16,3 0-4-16,-3 0 0 0,0 2 1 16,0-1-5-16,0-4-3 0,0 4 4 15,0-3-6-15,0 0-1 0,0-2 2 0,0 1-5 16,3 0 0-16,-3 0-23 0,0-2-40 16,0-2-60-16,-3 3-71 0,3-3-82 0,-11-5-188 15,8 5 0-15,-7 2-116 0,4-2-74 16</inkml:trace>
  <inkml:trace contextRef="#ctx0" brushRef="#br1" timeOffset="33931.83">30219 10457 921 0,'0'-2'62'0,"-3"-2"-5"0,3 3-9 0,0 1-4 0,0-6 7 0,0 5-10 0,0 1-3 0,0-3-1 16,0 3 6-16,0 0-5 0,0 0 1 0,0 0 5 15,0 0 2-15,0 10 8 0,0-3-8 16,0 4 6-16,0 3 5 0,0 1-5 16,0 6 2-16,0-5 0 0,0 7-3 0,0-4 0 15,-3 5-5-15,3-5-3 0,-7 2 2 16,7-4-4-16,-3 1-1 0,3-3-1 0,-3 2 1 15,3-5-1-15,0 1 0 0,0-1-2 16,0-1 0-16,0-1 0 0,0 0-4 16,0-3 3-16,0-2-1 0,0 1-3 0,0-2-1 15,0-1-4-15,0-3 0 0,0 0 1 16,0 0-8-16,0-10 3 0,0 2-4 0,0-2-5 16,3-3 0-16,-3 1-5 0,0-3 2 15,0 1 1-15,3-3 0 0,4 3-6 16,-7-4 3-16,3 0-1 0,-3 4-3 15,3-4 1-15,0 4-2 0,-3-1 0 0,8 0 1 16,-8-1-1-16,3 4-1 0,-3-3-2 16,10 1 2-16,-7 1-3 0,0-2-1 0,8 0 2 15,2 2 0-15,0-5 0 0,4 4-1 16,-1-1 1-16,4 0 1 0,4-1-1 16,-1 1-1-16,0 3 0 0,4-2 0 0,-7 1-1 15,7 2-6-15,0-1-5 0,-11 2-13 16,11 0-11-16,-7 3-16 0,-1-1-18 0,5 1-22 15,-7-1-13-15,-1 6-27 0,1-3-17 16,3-1-16-16,-10 5-48 0,0-2-417 16,3 3-127-16</inkml:trace>
  <inkml:trace contextRef="#ctx0" brushRef="#br1" timeOffset="34440.79">30230 10584 1587 0,'-14'3'-68'0,"1"0"18"0,-1 1 14 0,1-1 17 0,10 0 1 0,-11-2 6 0,11 3 6 0,-7-2 3 0,7 0 6 16,3-2 3-16,0 0 4 0,0 0 3 16,16 0 1-16,-2-4-1 0,-1 0 2 15,4 0-1-15,2-3 1 0,8 1 1 0,0 2-1 16,3-4-3-16,-3-2 0 0,-4 5 0 15,0-2-1-15,7 0-2 0,-10 1 0 0,4 1-5 16,-11-1 1-16,4 5-2 0,-4-2-1 16,4 0 2-16,-7 3-5 0,-7 3 2 15,0 0-1-15,0 2-2 0,-6-1-1 16,0 5 1-16,-7-1 5 0,4 3-4 0,-15 2 0 16,4-1 1-16,-2 2 2 0,2 0-2 15,-10 1-2-15,4-1 19 0,3-1-2 16,-7-1 2-16,7 1 1 0,4-1 5 0,-1 1 2 15,4-2 9-15,-8-3 5 0,12-2 5 16,-4 2 2-16,2-1-5 0,5-3-2 16,-4 2-2-16,7-1-1 0,3 2-5 0,3-4 3 15,7 0-3-15,-4-2-4 0,8 3 2 0,-1-4-5 16,4 0 1-16,6 0-5 0,-3-4-3 16,-3 4 0-16,6-1-3 0,0-2-10 15,1-1-10-15,-4 1-14 0,3-3-13 0,-6 4-16 16,-1-4-22-16,4 5-13 0,-7-5-27 15,8 2-11-15,-12-2-36 0,5 2-75 16,-1-1-245-16,1-1 17 0</inkml:trace>
  <inkml:trace contextRef="#ctx0" brushRef="#br1" timeOffset="35276.37">30769 10569 1243 0,'-3'-1'-32'0,"3"1"11"0,-3-3 8 0,3 0 8 0,-7 0 12 0,7 3 6 0,0 0 10 0,0-2 7 16,0 2 3-16,0 0 2 0,-7-2 7 16,7 2-3-16,0 0 8 0,0 7 4 0,-3 0 3 15,-4 0 0-15,4 7 0 0,0-3-3 16,-4 6 3-16,0-3-2 0,4 4-1 0,-7 0-3 15,0 1-2-15,4-1-3 0,-5 2-6 16,8-2 1-16,-10-2-3 0,10 1-4 0,-8 1-2 16,8-3 0-16,-10 2-4 0,10-3-2 15,-5-3-4-15,2 3 3 0,6-4-4 0,-3-3 0 16,-4 1 2-16,4-1 1 0,0 1-3 16,3-4 1-16,-8-1-1 0,5 3-5 15,0-6 4-15,3 0-4 0,0 0-1 16,0 0-2-16,0-9-1 0,0 9 0 0,3-4-2 15,0 0 1-15,5 3-1 0,-8-6-1 16,6 1-1-16,4 3 2 0,-7-1-2 16,8-1-2-16,2-2 0 0,0 1 0 0,-6 1-1 15,6-1 2-15,1 2-3 0,2 0 3 16,-6-2 0-16,0 3-3 0,-3 1 2 0,9 0 2 16,-9-2 0-16,0 4 1 0,6 0-1 15,-10 4 2-15,1-2 4 0,6 3-3 0,-10 2 0 16,0-1 2-16,0-1 0 0,0-1-5 15,0 5 2-15,0-5-2 0,0 4 1 16,-3-4 1-16,3 2-3 0,-11 1-1 16,11-3 0-16,-3 2-2 0,-7-1-1 0,7 1 0 15,-7-2-4-15,3 0 0 0,-6 0-5 16,-1-2-5-16,4 3-2 0,4-2-3 0,-7 1-2 16,-1-1-4-16,-2 0-8 0,2-2-8 15,4 5-15-15,4-4-20 0,-8 1-33 16,11-3-30-16,-10 0-25 0,5 0-80 0,5 0-340 15,3 0-85-15</inkml:trace>
  <inkml:trace contextRef="#ctx0" brushRef="#br1" timeOffset="35491.83">30823 10882 1576 0,'3'-6'-43'0,"7"5"14"0,-4-2 28 0,5 3 14 0,-8 3 20 0,0-2 6 0,7 3 13 0,-7-2 5 0,5 6 7 0,-5-1 1 16,-3 3 0-16,0-2 0 0,3 3-8 16,0 0-6-16,-3-1-6 0,0 0-5 15,0 1-7-15,0-3-14 0,0 0-21 0,-3 1-24 16,3-2-27-16,-3 0-38 0,3 1-27 16,0-4-33-16,0 2-84 0,-3-5-284 0,3 3-23 15</inkml:trace>
  <inkml:trace contextRef="#ctx0" brushRef="#br1" timeOffset="35624.9">30883 10855 1361 0,'-3'-8'-45'0,"3"5"7"0,-8-1-2 16,8-2 9-16,8 4-4 0,-5 0-14 16,0-2-14-16,7 3-41 0,-4-2-44 0,15 0-127 15,-4-1 206-15</inkml:trace>
  <inkml:trace contextRef="#ctx0" brushRef="#br1" timeOffset="36048.69">31073 10800 763 0,'13'0'40'0,"-3"0"22"16,0 1-8-16,3 3 8 0,-13 0 13 0,4 2 3 16,-4-2 4-16,-4 3-2 0,-6 1 0 15,7 1-7-15,-10-2-1 0,9 0-8 0,-6 1-6 16,7-1-6-16,-7 1-8 0,7-4-9 16,0 2-3-16,3-2-10 0,0 2-8 15,0-5 1-15,0 3-3 0,6-2-1 0,1 0 0 16,-4-2-2-16,0 0-3 0,7 0 0 15,-3-2 2-15,3 2-1 0,-7-2 0 0,7-3 1 16,-6 2 8-16,6 0 6 0,-7-1 5 16,10 1 0-16,-9-2 7 0,6 3 0 15,-7-3 2-15,7-2 4 0,-7 4 0 16,8-3 0-16,-8 4 6 0,0-4 1 0,0 5 8 16,7 1 1-16,-10 0 2 0,11 0 3 15,-8 1 2-15,-3 7 3 0,3 1-2 0,0-1-2 16,4 3-2-16,-7 7-3 0,0-4-4 15,3 10 5-15,-3-2-3 0,0 3-3 0,-3 3 0 16,3-2-5-16,0 2-5 0,-7 1-8 16,4 0 3-16,0 3-6 0,3-4-1 15,0-3-5-15,-11 0 3 0,8 0-6 0,-7 0 2 16,4-6-10-16,-8 4-4 0,1-5-14 16,-4 0-7-16,1-4-15 0,-8-2-10 15,4-1-15-15,-6-4-20 0,6-4-22 0,-7-3-25 16,3 0-33-16,5-6-22 0,2 2-27 15,-7-7-56-15,8-1-114 0,2-5-56 16,8-1-112-16,6-3-41 0</inkml:trace>
  <inkml:trace contextRef="#ctx0" brushRef="#br1" timeOffset="36347.21">31326 10826 1432 0,'0'-4'4'0,"3"0"12"0,-3-2 4 0,0 1 13 0,0 3 6 16,0-3 6-16,3-1 2 0,-3 5 3 0,0-2-5 0,0 0 2 0,0 0 7 15,8 1-9-15,-5-4-1 0,0 6-5 16,7-1-4-16,-7-2 0 0,11 0-3 0,-1 2 2 16,4 1-7-16,-4-3-3 0,1 0 6 15,2-2-2-15,-2 3 2 0,2-2 4 16,-3 3-1-16,1-2 3 0,-1 0 2 0,-6-1 2 15,6 1-3-15,0 0 2 0,-9 1-3 16,9 2-4-16,-10-2-3 0,7 2-4 0,1-4-3 16,-8 3-11-16,-3 1-14 0,3-3-27 15,0 0-40-15,-3 3-54 0,0 0-41 16,-6-7-95-16,6 7-419 0,0 0-173 16</inkml:trace>
  <inkml:trace contextRef="#ctx0" brushRef="#br1" timeOffset="37026.39">31906 10368 1761 0,'-3'-9'-73'0,"3"7"13"0,0 0 12 0,0-2 8 0,0 4 14 0,3 8 17 0,-3 1 3 0,0-1 10 16,0 6 13-16,0 3 11 0,0-2-2 0,-3 7 2 15,3-1 4-15,-7 1 3 0,4 0 5 16,-1-1 0-16,4 0-2 0,-3 3 2 16,3-5-2-16,-10-1 1 0,10 0-3 0,-3-1 0 15,-4-5-2-15,4 1-4 0,3-1-5 16,-4-2 1-16,4 1-2 0,-3-4-1 0,3-1 0 16,-7-5 3-16,4-1 0 0,3 0-1 15,0 0-3-15,-3-10 0 0,3 2-3 0,-7-3-5 16,7-3 5-16,-3 0-6 0,3-4 0 15,0 0 0-15,0 1-1 0,0 1-2 16,0-2 0-16,0 0 0 0,0 4 0 0,0-4-6 16,0 2 3-16,3 0 1 0,7 3-2 15,-7-5-2-15,7 3 1 0,7 0-4 16,-4-2-2-16,4 2-5 0,0-1-7 0,-1 1-17 16,11 3-9-16,-14-1-21 0,7 1-11 15,4 2-19-15,-8-3-11 0,-2 5-8 16,2 1-4-16,-2 3-16 0,-4 1-47 0,-4 0-342 15,-3 3-22-15</inkml:trace>
  <inkml:trace contextRef="#ctx0" brushRef="#br1" timeOffset="37369.9">31830 10594 1328 0,'-17'7'-32'15,"7"1"19"-15,-1 1 7 0,5-5 6 0,6 0 3 16,0 0 2-16,0 0-5 0,3-1 5 15,8-3 3-15,2 3-7 0,0-3 6 16,-3-3 0-16,10 3-2 0,-10-3-2 0,13 1 1 16,-6 2-3-16,-4-6 3 0,4 5 2 15,0-2-2-15,-4 0-3 0,3 2-5 16,-2-2 11-16,-1 3 4 0,-2-3-1 0,-5 3 4 16,4 0-1-16,-7 3 0 0,-3 1-1 15,-3 3-7-15,-10 1 4 0,10 1 1 16,-18-1 1-16,12 6-4 0,-5-3-3 0,-2 3 2 15,2-4 2-15,-6 2-3 0,13-2-1 16,-6 0 4-16,3-2 3 0,3-1-1 0,-6 1 5 16,13-1 0-16,-3-1-2 0,-4-2-4 15,7-1-7-15,7-2-12 0,-4 3-15 16,7-2-24-16,0-2-14 0,3 0-13 0,1 0-8 16,-1-6-34-16,4 5-58 0,-1-5-154 15,5 5 156-15</inkml:trace>
  <inkml:trace contextRef="#ctx0" brushRef="#br1" timeOffset="37603.11">32156 10712 926 0,'3'-3'19'0,"8"1"5"0,-8 2 1 0,-3 0 11 16,0 5 4-16,0-5 4 0,-11 6 0 15,8-2-9-15,0 0 6 0,3 2-6 16,-3-1-5-16,-4 1-3 0,7 1-5 16,0 0-4-16,7 1 1 0,-4-1-4 15,3 1 4-15,5-1-2 0,-8 3-4 0,7 0 5 16,0 2-9-16,-3-1 1 0,-4-1 11 0,7 1 0 15,-7 3 4-15,8-4-1 0,-11 2-3 16,0 1-1-16,0-4-3 0,-4 4-3 0,-6-3 1 16,10 2-5-16,-10-5-8 15,7 4-15-15,-4-5-21 0,-3 1-26 0,7-6-24 16,-7-1-56-16,7 0-103 0,3 0-132 16,0 0 112-16</inkml:trace>
  <inkml:trace contextRef="#ctx0" brushRef="#br1" timeOffset="38743.03">32309 10805 1031 0,'0'-5'3'0,"7"-1"3"0,-4 5 4 15,-3-2 16-15,4 0 4 0,6 0 11 16,-7 6 13-16,0-3 8 0,7 6 7 0,-10-5 8 16,11 5 6-16,-8 1 1 0,0 1 3 15,0 2-4-15,4-1-2 0,-4 0-3 16,-3-1-4-16,0 3-7 0,0-4-1 0,0 4-6 15,3-4-4-15,-3 3-4 0,0 0-4 16,0-5-5-16,0 2-4 0,0-1-2 0,0-5-3 16,0 5-2-16,8-1-3 0,-8-2-3 15,0-3 1-15,0 3-2 0,0-3-5 16,0 0-1-16,-8-9-3 0,8 9 2 0,0-9-3 16,0 2-2-16,0-2-2 0,0 1-2 15,0 0-4-15,8-3 1 0,-5-2-3 0,0 3-3 16,7 1-2-16,-7-1 2 0,11 0-3 15,-11 2-3-15,7 1 3 0,-4-1-1 16,5 2 0-16,-1 2 0 0,-4 1 1 16,5 3-1-16,-8 0 5 0,7 3 2 0,-4 1-1 15,-6 2 5-15,11 2-1 0,-11-4 1 16,3 3 0-16,-3 1 0 0,0-2 1 16,3 1-1-16,-3 1 0 0,7-4-1 0,-7 2 1 15,0-3-5-15,0 1 2 0,0 0 2 16,3 0-2-16,-3 0 0 0,3-4 2 0,-3 3-1 15,0-3-1-15,0 0-1 0,3-5-2 16,8 3-1-16,-11-3 1 0,10-2-1 0,-7 4 0 16,0-3-1-16,11 2-1 0,-11-4-1 15,7 5 2-15,0 2 0 0,-3-5-2 16,3 3-1-16,-4 3 1 0,8-2 1 0,-4 2 2 16,-4 0-2-16,8 0 0 0,-4 0 1 15,3 0 0-15,-6 2 0 0,6 1 5 0,0-3-2 16,-2 3-2-16,-2-3 1 0,1 0-1 15,4 0 0-15,-1 3 0 0,-7-3 1 16,8 0 0-16,-4-3-1 0,-4 3 0 0,5-3-1 16,2 0 0-16,-7 1 3 0,5 0-6 15,-1-2 4-15,-4 3-2 0,5-5 4 16,-8 5-1-16,0-2 4 0,4 0-2 0,-4 0 3 16,-3 3-2-16,0 0 1 0,-13 0 1 15,10 0 6-15,-8 3 0 0,-2 0 3 16,-1 0-2-16,8-2 2 0,-7 5-5 0,2-1 4 15,5-3-6-15,-4 3 0 0,4 1-1 16,-5-5 4-16,8 2-5 0,-7 0-4 0,10-2-1 16,-3 3-1-16,3-4-3 0,-3 2 0 15,3-2 4-15,0 2-4 0,0-2 1 0,0 0 1 16,0 0 1-16,6 0-3 0,-6 0 2 16,0 0 0-16,3-4 2 0,4 4-4 15,-7 0 3-15,3-4 0 0,0 4-6 0,5 0 3 16,-8 0 1-16,0 0 0 0,6 4 0 15,-6-2 2-15,3 3-1 0,-3 1 3 16,10-2-3-16,-10 0 1 0,0 2-1 16,11 2-2-16,-8-4 0 0,0 2 1 0,0-5-1 15,4 5-1-15,-4-1 2 0,0-2-1 16,8 0 2-16,-11-2 1 0,13-1-2 16,-10 0 2-16,8 0 0 0,-8-1-1 0,10-2 1 15,-10-5-2-15,11 2 3 0,-4-2-3 16,-4-3 0-16,8-3 4 0,-1-3-1 0,-7 0-4 15,8-2 4-15,-1-6 3 0,1 0 2 16,-1 0-7-16,4 3 2 0,-7-2 5 0,-4 5 1 16,8-1 4-16,-11 5 2 0,7 1-1 15,-10 0 0-15,10 3-1 0,-7 3 3 0,1-1 1 16,-8 7 0-16,-6 2-1 0,7 2 4 16,-7 4-3-16,3 1 8 0,-6 5-6 15,3 4 0-15,3-4 4 0,-3 6 4 0,7-1-4 16,0 1 2-16,-7-1-3 0,10 1-2 15,3 0-5-15,4 1 2 0,-4-1-3 16,10-1 0-16,-6 1-9 0,6-3 6 16,1-2-3-16,-1 1-8 0,4-3-9 0,-1-3-14 15,5-2-9-15,-5 5-15 0,4-7-21 0,-7-1-25 16,4-3-32-16,7 1-34 0,-5-1-39 16,-5 0-57-16,2-1-117 0,-2 1-286 15,-1-3-156-15</inkml:trace>
  <inkml:trace contextRef="#ctx0" brushRef="#br0" timeOffset="-85745.57">31153 6797 315 0,'0'0'106'0,"-4"-3"-47"0,4 3-20 0,0 0-7 0,0 0-8 0,0 0 2 0,-3 3-5 0,3-3-1 0,0 0 4 0,0 0-8 0,0 0 8 16,0 0-9-16,0 0-3 0,0 0 0 15,-10 3-7-15,10-3 4 0,-3 3-2 16,-4-2-5-16,0 5 9 0,-3-1-4 0,7-1 0 16,-10 5-4-16,6-5 2 0,-3 4-2 15,-3-1 3-15,-1 0 0 0,8 0-1 0,-4 1-3 16,-1 1 0-16,5-2 10 0,-7 0 1 15,10 1-7-15,-8-1-2 0,5 1 2 16,-1-1-2-16,4 0 3 0,0 0 3 0,-8-1-5 16,11 2-2-16,-3-1 3 0,3 3-8 15,0-2 4-15,3-1 2 0,-3 1-3 16,3-1 4-16,5 0-2 0,-5 0-1 0,0 1 7 16,4-2-6-16,-4 1 4 0,0-3 2 15,0 2 1-15,5-4-2 0,-5 4 8 16,0-3-6-16,4 1 5 0,-4-4 1 0,-3 4-3 15,6 0 5-15,2-2 6 16,-8 0-3-16,3-2 0 0,-3 3 2 0,3 0-3 0,7-3 4 16,-10 0 1-16,3 0-6 0,4 0 3 15,-3-3 2-15,-1 0-7 0,7 1 6 16,-7-4-2-16,0 5 3 0,7-2-5 16,-10-1 3-16,7 1-3 0,3-3 4 0,-7 2-8 15,4-1 4-15,-4-1 4 0,4 5-7 16,0-5 0-16,-4-1-2 0,0 2 7 15,4-2-6-15,-4 1 5 0,-3-1 2 0,7-4-9 16,0 7 2-16,-7-6-3 0,0 2 1 16,3-2-3-16,0-1-1 0,4 3-20 0,-4-3-11 15,-3 1-19-15,0-3-13 0,0 4-18 16,0 2-13-16,-10-6-42 0,7 2-109 0,0 1-120 16,-7 1 130-16</inkml:trace>
  <inkml:trace contextRef="#ctx0" brushRef="#br0" timeOffset="-84001.36">31389 6815 974 0,'0'-4'-17'0,"0"3"12"0,3-2-1 0,-3 3 6 0,0-3 8 0,0 3-1 0,0 0 2 0,0-4 3 0,-3 1-2 16,3 3 6-16,0 0-1 0,0-3 1 15,0 3 0-15,0 0-1 0,3-2 0 0,-3 2 2 16,8-2 0-16,-8 2-2 0,0 0-6 16,0 0 4-16,3 0-4 0,-3 0 6 15,0 0-8-15,0-4 2 0,0 4 2 0,0 0-2 16,0 0 5-16,0 0-12 0,0 0 5 15,0 0 3-15,0 0-12 0,0 0 9 16,0 0-5-16,3 0-4 0,-3 0 9 16,0 0-7-16,0 0 0 0,0 0 0 0,0 0 9 15,0 0-11-15,0 0 6 0,0 0-4 16,-3-4-3-16,3 4 9 0,0 0-7 16,0 0-1-16,0 0 1 0,0 0 1 0,0 0 1 15,0 0 1-15,0 0-2 0,0 0-5 0,0 0 8 16,0 0-1-16,10 0-4 0,-10 0 8 15,0 0-6-15,0 0-2 0,0 0 4 16,0 0-7-16,0 0 2 0,0 0 3 0,0 0 0 16,0 0 1-16,0 0-5 15,0 0 7-15,0 0-1 0,0 0-9 0,0 0 3 16,0 0 6-16,0 0-5 0,0 0 9 16,0 0-7-16,0 0 2 0,0 0-4 0,0 0 8 15,0-3-8-15,0 3 0 0,0 0 1 16,0 0 1-16,0 0 7 0,0 0-5 0,0 0-3 15,0 0 4-15,0 0-8 0,-10 3 6 16,10-3-2-16,0 0-1 0,0 0 3 0,-3 4-1 16,-5 0-2-16,5 0-3 0,0 2 2 15,3 1 2-15,-3 1 1 0,-7-1-3 16,10 3 1-16,-11-2 3 0,8 2 2 16,0 0 1-16,3-1-2 0,-3 0-6 0,3-1-1 15,-7 0 5-15,4 2 1 0,3 1-7 16,0-4 1-16,0 0 4 0,0 4 2 15,0-4-3-15,0 0-3 0,0 0 0 0,0-1 2 16,0 2 0-16,0-4 7 0,0 2-1 0,0-1-2 16,0-3-3-16,0 3 1 0,3-2 2 15,-3 1 7-15,7-1-5 0,-7 0-6 16,0-2 11-16,0 3-10 0,3-2 7 0,-3-2-6 16,0 2 5-16,0 1 0 15,0 0 0-15,0-3 4 0,3 3 2 16,-3-3 0-16,0 1 0 0,0-1 4 0,0 0 0 15,11 0 2-15,-11 0-1 0,3 0-2 0,-3 0 1 16,3-1-3-16,4-2 1 0,-4 0-4 16,0-2-1-16,0-1-1 0,8 5 1 0,-11-5-1 15,10 2-2-15,-7-4 9 0,0 2-3 16,8-1 1-16,-8 3-4 0,0-2 0 0,7 2 4 16,-10-4-4-16,3 4 2 0,8-2 3 15,-11 1-4-15,3-1 6 0,0-1 3 16,4 3-8-16,-4 1 3 0,-3-2-5 15,3-1 0-15,4 2-2 0,-4 0 1 0,-3-2 1 16,0 1 0-16,0-1 0 0,0 5-3 16,0-5-6-16,0 2-3 0,0-4-5 0,0 2-16 15,-3-1-17-15,-4 0-7 0,4-4-15 16,0 4-21-16,-7-5-71 0,7 5-215 16,3-3 114-16</inkml:trace>
  <inkml:trace contextRef="#ctx0" brushRef="#br0" timeOffset="-83523.22">31726 6822 991 0,'0'-3'-26'0,"3"3"8"0,-3-2 10 0,0 2-1 0,0 0 5 0,0 0 0 0,11-2 0 0,-11 2 3 0,0 0 1 0,0 0-7 0,0 0 5 16,-8 7-6-16,8-1 5 0,-3 1 5 16,3 2-1-16,-3 1-3 0,3 3 3 15,-3-1-1-15,-4 3 2 0,4 1-4 0,3-1 4 16,-3 2-1-16,-8 1 0 0,11 0-3 0,-3-4 6 16,0 1-2-16,-4 0-1 0,4-1 6 15,0 3-8-15,-5-5-1 0,8 1 7 0,-3-5-3 16,3 3-1-16,-3-1 2 0,3 0 2 15,-7-2-6-15,7-1 8 0,-3 1-4 0,3-1 3 16,0-1 3-16,0-2-6 0,0-1-10 16,3-2-22-16,-3-1-48 0,0 0-118 15,0 0-25-15,7-8 74 0</inkml:trace>
  <inkml:trace contextRef="#ctx0" brushRef="#br0" timeOffset="-82828.92">31866 6922 592 0,'7'0'3'16,"-7"0"0"-16,0 6-1 0,0-2 3 0,0-1 2 15,0 4-3-15,-7 4-1 0,4-4 1 16,-1 2 4-16,4 0-5 0,0-1 1 0,0 3 4 15,-3-1-4-15,3-2 8 0,0-1-4 16,0 3 1-16,-7-2 1 0,7-1-3 16,0 0-2-16,0 0 3 0,7 1 2 0,-7 1-3 15,3-5 6-15,-3-1-2 0,0 2 9 16,0-1 2-16,0-1-2 0,0 0 12 0,4 0 3 16,-1-3-6-16,4 0-5 15,-7 0 11-15,3-6-11 0,0 3 2 0,4-1 3 16,-4-1-7-16,-3-1-4 0,7-1 6 15,0 0-8-15,-4-1-4 0,-3 1 0 0,0-1-8 16,0-2 3-16,0 3-11 16,3-3 2-16,-6 2-1 0,3-2 1 0,0 3-2 0,0-1-2 15,-3 4-3-15,3-5 3 0,-7 5-2 16,7-1-6-16,0-1-4 0,0 5 0 0,7-5-6 16,-7 1-5-16,0 3-5 0,3-3 2 15,-3 5-2-15,10-3-1 0,-3 0 3 16,6 2 4-16,-10-2 3 0,7 3 2 0,4 0 6 15,-1 0-1-15,1 0 1 0,-8 0 10 16,7 0 2-16,1-3 6 0,-8 3 5 16,4 0-1-16,4 3 4 0,-8-3 2 0,4 0-7 15,-10 3 1-15,11 1 1 0,-11 0 5 16,3 4-1-16,-3 5 1 0,-3-3-6 16,-5 5 5-16,5 3-2 0,-7-1 4 0,4 1-1 15,-5 0-3-15,8-4 2 0,3 4 8 16,0-3-1-16,0 2 9 0,3-2 5 15,5-3 7-15,1 4 2 0,4-4-5 0,8-2-1 16,-1 0-4-16,-1-2 3 0,5-1-5 16,3-3 8-16,-4 0 4 0,1-2 10 0,-5-4-1 15,5-2-2-15,-4-3-1 0,3-3-2 16,-6 1-6-16,-1-4 6 0,-2-2-13 16,-8 0-8-16,4-2-7 0,-10 2-9 15,0-5-13-15,-10 2-16 0,4 0-20 0,-8 0-21 16,-5 4-30-16,-15-4-73 0,1 4-263 15,3 2 63-15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16:34:07.117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23977 805 311 0,'-5'-5'114'0,"-1"0"-40"0,0-1-29 0,-1 2-12 0,4 1-1 0,0-2-4 0,-2 3 2 0,2-3-5 0,0 2 0 16,0 0 2-16,3-1 1 0,-4 1-8 15,4 1 5-15,0 2-7 16,-3-5 6-16,3 5-5 0,-3-4 1 0,3 4-1 16,-3 0 5-16,3 0-2 0,-3 9 1 0,3-1 1 15,0 0 5-15,0 3-1 0,0 2 2 16,0-3 5-16,0 2-4 0,-5 3-5 16,5-2 5-16,0-1-1 0,0 1-11 0,0-1 2 15,0 2 3-15,0-3-5 0,5 2 2 16,-5-1 3-16,0 1-1 0,0-3 3 0,3-2 2 15,-3-1 4-15,3 0 5 0,-3-2 1 16,6-2 2-16,1 0-2 0,-1-3-2 0,8-6 4 16,10-1 3-16,-2-5-6 15,12-1-6-15,10-10 0 0,5 1 0 0,15-8-6 16,0 0-5-16,-4-2 2 0,6-1-5 16,-6-1-1-16,3 2 0 0,-3 3-6 0,-7-1-4 15,-6 6-21-15,-4 6-31 0,-5 0-40 16,-2 3-26-16,-6 2-45 0,-3 1-123 0,-1 7-171 15,-6 0 41-15</inkml:trace>
  <inkml:trace contextRef="#ctx0" brushRef="#br0" timeOffset="1215.83">21713 5767 1179 0,'-3'-2'-33'0,"-4"-3"23"0,4 2 18 0,-1 0 11 0,-3 2 10 0,4-2 6 0,0 3 7 0,3 0 10 15,0 0 5-15,-7 4 6 0,4-1-1 0,3 5 5 0,-3 2-7 0,3-3-1 16,0 3 1-16,-3 2 2 0,3 4-4 15,-5-1 0-15,5 0-6 0,0 2 2 16,-3-2-6-16,3 0-6 0,0-1-3 0,0 3-3 16,0-3 0-16,0 1-3 0,0 3-1 15,0-3-2-15,3-1 2 0,-3-1-4 16,5 2-2-16,-5-3 0 0,3 1-1 0,-3-3 0 16,0 1-1-16,3-4-1 0,-3 0-2 15,3 1 0-15,4-5-1 0,2-2 1 0,2-2 1 16,5-5-2-16,8-6 0 0,3-4-3 15,12-3 4-15,1-9 0 0,14-2-4 0,6-8 1 16,-3 1-4-16,26-13-1 0,-3-6-3 16,0 2-1-16,-4 0-1 0,1-4-1 0,-4 3-2 15,-9 10-16-15,-14 4-33 0,0 2-38 16,3 2-32-16,-9 9-27 0,2 6-15 16,-2 1-24-16,-11 11-133 0,0 8-300 0,-3 4-112 15</inkml:trace>
  <inkml:trace contextRef="#ctx0" brushRef="#br0" timeOffset="9351.69">29046 2838 687 0,'0'-6'-10'0,"0"6"-1"0,0 0 7 0,0 0-1 0,-3-3-2 0,3 3 3 0,0 0-1 0,-7 0 3 16,7 0-4-16,0 0-10 0,0 0-43 15,0 0-82-15,0 0-1 0,0 9 48 0</inkml:trace>
  <inkml:trace contextRef="#ctx0" brushRef="#br0" timeOffset="10320.04">27852 4092 366 0,'0'0'-17'0,"-3"-2"3"0,0 0 1 0,3 2 1 0,0 0 2 0,0 0-15 16,0 0-72-16,0 0 36 0,14 0 21 0</inkml:trace>
  <inkml:trace contextRef="#ctx0" brushRef="#br0" timeOffset="-206612.4">2099 9169 368 0,'-6'0'133'0,"6"0"-59"0,-7-1-10 0,7 1-28 0,-10 1-3 0,10-1-13 0,-7 0-3 0,4 0 0 0,-3 3-2 0,2-3 5 0,4 0 4 16,-10 3-4-16,6-3 1 0,1 0-2 16,0 1-1-16,3-1-3 0,-6 0 0 15,2 0 1-15,1 4 1 0,3-4-9 0,0 0-2 16,0 0 3-16,0 0 0 0,0 0 1 16,10 2-4-16,-1-2-5 0,2 0 8 15,2 0-4-15,7-2 0 0,0 2-10 16,0-4 11-16,7 4-1 0,-4-1-3 0,4 1 4 0,2-3-1 15,-2 0 1-15,3 2-9 0,-3-2 1 16,-3 0-3-16,2 1 0 0,-2 2 4 0,-5-3-2 16,2 3-3-16,-1-2 6 0,-7-2 4 15,4 4 1-15,-4-1-3 0,0 1 1 0,-3 0 0 16,0-3 2-16,-3 3-1 16,-1-3 4-16,1 3 0 0,-3-1-1 0,-1 1-13 0,-3 0 5 15,0-3-12-15,0 3-7 0,0 0-11 16,-10-3-49-16,6 1-108 0,-2-1-64 15,-4 3 228-15</inkml:trace>
  <inkml:trace contextRef="#ctx0" brushRef="#br1" timeOffset="-185415.4">863 8662 760 0,'3'0'-6'0,"-3"-2"-1"0,3-1 3 0,-3 3 0 0,0 0 5 0,0-2 5 0,0 2-2 0,3-4-2 0,-3 4 4 0,0-1-5 0,0 1 6 0,4-3 1 15,-4 3 2-15,0 0-9 0,0 0 4 0,0 0 4 16,0 0-4-16,0 0 4 0,4-3-1 15,-4 3-1-15,0 0 1 0,0 0-5 0,0 0 3 16,0-1 6-16,0 1 1 0,0 0-1 16,0 0 0-16,0 0-6 15,0 0 7-15,0 0-9 0,0 0 7 0,0 0 0 0,0 0-2 16,3-3-3-16,-3 3 3 16,0 0-3-16,0 0-7 0,0 0 13 0,3 0-8 0,-3 0 0 15,0 0 0-15,0 0 10 16,0 0-12-16,0 0 2 0,0 0-4 0,0 0 3 15,0 0-2-15,0 0 1 0,0 0 3 16,0 0-5-16,0 0 1 0,0 0-1 0,0 0 4 16,0 0-4-16,0 0 0 0,0 0 0 15,0 0 3-15,0 0 5 0,0 0-7 0,0 0-2 16,0 0 3-16,0 0 2 0,0 0-1 16,0 0-4-16,-6 7 1 0,2-4 7 15,4-2-3-15,-4 5-6 0,4-3-2 0,-3-1 11 16,0 1-2-16,0 1-6 0,3-1 6 15,-3 0-3-15,3-2 0 0,-4 3-4 0,1-2 2 16,0 3-2-16,-1-2 2 0,4 1 0 16,-7 2-6-16,4-5 4 0,0 5 2 0,-4-1-1 15,4 1 4-15,0-5-2 0,0 5 1 16,-2-5-3-16,2 5 1 0,0-3 0 0,3-1 5 16,0 1-6-16,0-3-2 15,-3 3 5-15,3-3-6 0,0 1 3 0,0-1 4 16,0 0-5-16,0 0 2 0,0 0 0 15,0 0 2-15,9-7-2 0,-4 2-4 0,1 3 12 0,1-3-9 16,-4-1-2-16,3 2 10 16,-3-1-11-16,5 0 6 0,-2-3-2 0,-2 4 3 15,2-2 6-15,-3 1-4 0,0-2 4 16,1 4 5-16,0-1 5 0,-1 1 2 0,0 0 0 16,-3 1-3-16,4-3 1 0,-4 1-11 15,3 3 6-15,-3 1 3 0,3-3-5 0,-3 3 1 16,0 0-7-16,3 10 3 0,-3-2 2 15,0 2-6-15,0 0 0 16,0 2 5-16,0 3-7 0,0-1 2 0,0 3 3 0,4-3 1 16,-4 1-8-16,0 0 5 0,0-1-2 15,3 3-2-15,-3-3-2 0,0 1 9 0,0 0-9 16,0-2 5-16,4 2-1 0,-4-4 0 16,0 0-1-16,-4 2-2 0,4-3 4 15,0-2 2-15,0 0 0 0,0 1 2 0,0-1-8 16,-3-1-5-16,3-2 9 0,0 2 1 0,-4-1-4 15,4 1-4-15,-3-2 4 0,-3 0-4 16,-1 3 3-16,0-4-2 0,0 4 4 0,1-3 1 16,-1-3 0-16,1 4-6 0,-2-2 4 15,2 0-4-15,0 2 5 0,-1-1-1 16,1-2 0-16,-2 1-2 0,5-1-3 0,0 1 4 16,-4 0 1-16,4-4-1 0,0 2 2 15,3 1 2-15,-3-1-10 0,-2 1 5 0,5 0-8 16,-3-2 7-16,3-1 7 0,0 3-4 15,0-3-5-15,0 0 1 0,3 3 6 0,2-3-9 16,4 0 3-16,-2-3 2 0,2 3-4 16,2-3 0-16,-1 2-5 0,3-2-23 15,4 0-7-15,-4-2-10 0,7-1-12 0,0-1-25 16,0 0-102-16,0-4-138 0,4 3 159 16</inkml:trace>
  <inkml:trace contextRef="#ctx0" brushRef="#br1" timeOffset="-184759.76">1163 8780 878 0,'-3'-4'-17'0,"0"3"7"0,-2-2 8 0,5 0 5 0,-3 2-8 0,3-2-4 16,0-2 10-16,-3 0-6 0,6 0 0 0,-3-2 4 16,0 1-2-16,3-1 1 0,-3-1 7 15,5 4-6-15,-2-7 8 0,-3 4 2 0,3 0-5 16,-3-4 1-16,0 4 1 0,0-3 10 16,0 2-1-16,3 1-9 0,-3 0 8 15,0-1 0-15,0-1-1 0,0 5 4 16,0 0-5-16,0-2 6 0,0 1-1 0,0-1-5 15,0 5 6-15,0-2-11 16,0 0 5-16,0 3-3 0,0 0-1 0,-3 13 4 0,3-2-5 16,3 1 3-16,-3 2-6 0,0 2-4 15,4-1 6-15,-4 3-1 0,3-1 4 0,-3-1-7 16,3 5 4-16,-3-3-5 0,3 2 7 16,0 0 8-16,-3-3-1 0,5-2-19 15,-2 3 13-15,-3-4-9 0,3-1 4 0,-3 2-6 16,3-2 3-16,-3-4 1 15,0 2-6-15,0-1 5 0,0 0-3 0,0 0 6 16,0-2-1-16,0-4 0 0,0 4 5 16,0-3-8-16,0 0 0 0,-3-1 12 0,0-1-13 15,3 1 3-15,-3 0-2 0,-2-2 4 16,2 1-8-16,0-1 7 0,0 1 2 0,0 0-8 16,-4-2 0-16,1-1-1 0,-2 3 8 15,-2 0-1-15,7-3-7 0,-6 1 5 0,-2 3 1 16,4-2-2-16,1 1 14 15,0-1-9-15,-2-2-2 0,5 3 1 16,-4 0 1-16,4-3 1 0,0 1 0 0,3-1-8 0,0 0 0 16,-3 3 6-16,3-3-3 0,0 0 4 0,9 3-1 15,1-3 3-15,-2 0-7 16,1 0 2-16,4 0 3 0,-2 0-3 16,-2-3 2-16,4 0-7 0,1 3-5 0,-1-1-25 0,1-2-6 15,-1-2-18-15,1 2-60 0,-4-3-231 16,2-1 137-16</inkml:trace>
  <inkml:trace contextRef="#ctx0" brushRef="#br1" timeOffset="-184135.41">1423 8744 933 0,'-4'-4'-25'0,"1"1"4"0,3-2 3 0,-3 3 8 0,3-6-1 0,0 4 3 0,3-7 4 0,-3 4-4 15,0-3 3-15,3 0 3 0,1-2 1 0,-4-1 2 16,3 2-1-16,0-3 11 0,1 3-10 16,0-3 7-16,-4 2-1 0,3-1 3 15,0 1-5-15,-3 1 4 0,0-2 5 0,0 4 4 16,3-1-5-16,-3 3 5 0,0-4-8 0,0 5 7 15,0-1 4-15,0 3-4 0,0-1-9 16,3 0-1-16,-3 5-2 0,0 0 3 16,0 0-4-16,-3 13 5 0,3-6-1 15,0 5-3-15,0 2 2 0,3 3-8 0,-6 0 7 16,6 3 3-16,-3 0-3 0,4-1-6 16,-1 5 4-16,0-2 6 0,0 0-11 15,-3-2-1-15,5-1 6 0,-5-1 1 0,0 0-9 16,3 0 7-16,-3-4 2 0,3 4 1 15,-3-5 0-15,0 2-4 0,3-4-3 0,-3 0 5 16,0 2-8-16,0-6 11 0,3 4 0 16,-3-4-7-16,4 0 1 0,-4 1 2 15,0-1 2-15,0-3-5 0,0 2 4 0,0-1-2 16,0 1 3-16,0-2-3 0,-4-1-3 16,4-2 3-16,-3 3-5 0,0-2 5 0,0 1-2 15,0-1-2-15,-2 1 2 0,-1 0-4 16,3-2 4-16,-4 2 4 0,1-3 3 0,3 3 6 15,-5-2-3-15,5-1-6 0,0 4 1 16,-1-4 1-16,1 2 2 0,3-2-3 16,-3 3 0-16,3-3-6 0,-3 0 7 15,3 0-3-15,-4 2-12 0,4-2 9 0,0 0 6 16,0 0-8-16,0 0 10 0,10 0-7 0,-10 0 10 16,10-5-19-16,1 3-12 0,1-3-14 15,-2-1-15-15,4-1-53 0,-4 2-120 16,-1-5-52-16,5 3 209 0</inkml:trace>
  <inkml:trace contextRef="#ctx0" brushRef="#br1" timeOffset="-183594.62">1633 8718 731 0,'-3'-8'-11'0,"3"-1"2"0,0 2 2 0,-4 0 4 0,4 0-3 0,4-4 5 0,-1 2-4 0,-3-1-1 16,3-3 6-16,0 1 1 0,0-1 7 0,5-2-1 16,-2 0 1-16,1 2-1 0,-4-1 3 15,0-1 3-15,4 1 5 0,-3 3 1 16,-1-3 5-16,0 6-4 0,-3-3 6 0,4 1 2 16,-1 3 0-16,0-1-7 15,-3 1 8-15,3 0-14 0,-3 1 1 0,0 1 6 16,0 3-6-16,0 2 9 0,0 0-17 15,0 13 8-15,0-5-10 0,0 6 4 0,4 1 2 16,-4 2-1-16,0 1 7 0,3 2-13 0,1 2 1 16,-4 1-1-16,3-3 4 0,-3 2-1 15,0 0-3-15,3-1 1 0,-3-4-6 16,4 1 4-16,-4-3-3 0,0 0 3 16,0-2 2-16,3-1 4 0,-3 1-3 0,3-5-5 15,-3 3-2-15,0-1 9 0,0-2-6 0,0-1 3 16,0 0 2-16,-3 0 5 0,3-1 3 15,3 2-2-15,-6-4 1 0,3 2-8 16,-3-1 3-16,-1 0-4 0,-2 3 2 0,-1-4-1 16,0 0-1-16,4 2 4 0,-4-3-6 15,4 2 7-15,0-1 2 0,-1-1 0 0,0 0-12 16,-2 2 5-16,6-3 3 0,-3 1-4 16,3-3-3-16,0 2 0 0,0 1-1 0,0-3 3 15,9 0 2-15,-1-3-4 0,-2 3 3 16,1-2-12-16,3-3-8 0,3 0-11 15,-3-1-20-15,0 2-3 0,0-1-19 0,3-4-52 16,-6 2-99-16,7-2-79 0,-5 0 185 16</inkml:trace>
  <inkml:trace contextRef="#ctx0" brushRef="#br1" timeOffset="-183281.86">1862 8422 828 0,'-3'-10'-11'0,"0"3"6"0,-4-1 3 0,4 1 4 0,0 2-4 0,3 0 9 0,-3 0-1 0,0-1 1 0,-1 2-7 0,4 1 8 16,-4 1 2-16,4-1-2 0,0 3 5 15,0 0 1-15,4 11 0 0,-4-4 13 0,4 0-6 16,2 8-1-16,-3-2 1 0,4 7-5 15,-1 1 1-15,-3 4 5 0,2 4 0 0,-2 3 0 16,0 3-3-16,-3 0-2 16,0 1 5-16,-3 1-7 0,0 2 2 0,-5-1-6 15,-2 5-5-15,-2 0-2 0,-6 1-14 0,2-1-11 16,-7-1-4-16,-1 4-8 0,1-4-4 16,-4-2-23-16,-3-3-109 0,0-2-117 15,-4 0 195-15</inkml:trace>
  <inkml:trace contextRef="#ctx0" brushRef="#br1" timeOffset="-182776.64">589 8625 761 0,'7'-10'2'0,"-7"-4"13"0,3 7-3 0,1-2 3 0,-4 0 3 0,3 1 16 0,-3 2-6 0,0 1 1 15,-3-1-6-15,-1 5 2 0,-2 1-1 0,-1 1-2 16,-6 5-5-16,-1 6-3 15,1 4 4-15,0 6 6 0,-4 6-10 0,0 5 2 0,1 4 0 16,2 5-4-16,5 4 10 16,2 1-11-16,10-5-2 0,1 6 0 0,2 2 3 0,8 0-4 15,8 5 2-15,5-5 2 16,0 0 1-16,6-3-4 16,1 1-18-16,6-9-13 0,0 4-12 0,-4-8-27 0,-2-7-104 15,2 2-163-15,5-5 157 0</inkml:trace>
  <inkml:trace contextRef="#ctx0" brushRef="#br1" timeOffset="-175642.23">739 9843 668 0,'-3'-8'18'0,"0"3"2"0,0-3 0 0,0 4 5 0,-2-2-12 0,2 4 7 0,3-3-3 0,-3 1-1 0,0 3-3 16,3-2 0-16,-4 0-1 0,4 2-6 15,0 1 5-15,-3-6 0 0,3 4-2 0,0 2-2 16,0 0 0-16,0 0 0 16,0 16-2-16,0-5 8 0,3 2-6 0,-3 5 5 0,0-2 1 15,4 5-4-15,-4 0 4 16,0 4-3-16,0-1-1 0,0 1-1 16,-4 0-1-16,4-3 6 0,0 3 7 0,4-3-11 0,-4-1 1 15,0 1-1-15,0-4 1 0,0-4 0 16,0 4-3-16,-4-5-2 0,8 2-1 0,-4-4-3 15,-4 0 5-15,8 2 0 0,-8-4-5 16,4 0 5-16,0-2-2 0,4 0-3 16,-4 1 7-16,0-1-8 0,0-3 3 15,0 2 5-15,0-1-6 0,0 1 0 0,-4-5-1 16,8 2 7-16,-4 0-2 0,0-2-12 16,0-1-17-16,6 0-6 0,-3 0-11 15,5-4-29-15,-5 1-98 0,0 2-121 0,0-5 195 16</inkml:trace>
  <inkml:trace contextRef="#ctx0" brushRef="#br1" timeOffset="-174961.75">1097 9944 785 0,'3'-7'4'0,"-3"0"3"0,0-1 8 0,-3 1 5 0,3-1 0 0,-5 1-1 0,5 1 6 0,-3 2-2 0,3-4 0 0,-3 2-1 15,0 2 2-15,-1 0 1 0,1-2 1 16,-3 3-12-16,3-1-3 0,-2 0 3 15,-1 3-4-15,-1 1 4 0,1 1 4 0,-4 5-10 16,0-1 7-16,0 5 1 0,0 0-4 16,-7 2 1-16,4 3 0 0,-4 1-4 0,1-1 4 15,5 0-9-15,-2-1 7 16,3 1 4-16,-3-2-2 0,6-3-8 16,-3 1-6-16,3 1 9 0,1-5 2 0,-1 3-8 15,1 0 4-15,2-2-3 0,-3-1-4 0,4 1 4 16,0-1-1-16,0 0 1 0,-1 4-6 15,4-4 1-15,0 0 4 16,0 4 5-16,0-4-3 0,4 0-3 0,-1 0 1 0,3 4 2 16,-3-4 1-16,1 0 1 0,3 1-8 15,-4-2-2-15,4 1 3 0,-4 1 8 0,3-1 0 16,2-1-10-16,-5 1-2 0,4-2 11 16,-4-3-13-16,3 6 7 0,-2-5 0 0,3 1 5 15,-1-1-5-15,1 2-3 0,-1-3 3 16,1 0 0-16,0 1-3 0,0 0 6 0,-1 0-1 15,4-3-1-15,-3 1-6 0,3-2 5 16,-4 1 2-16,4-3-4 0,1-3 6 0,-2 4-8 16,1-5 11-16,1 0-9 0,-2 1-1 15,1-1 2-15,1-4 4 0,-2 4 7 16,1-4-10-16,-2 0-2 0,-2 1 6 16,4-2-2-16,-4 1 4 0,-3-3 3 15,5-3-8-15,-5 3 0 0,0-1 1 0,0-2 3 0,-3-1 1 16,0 3-1-16,-3-2-4 0,0-4-2 15,-3 5-12-15,-5-2-8 0,4 0-11 16,-2 1-9-16,-2 2-11 0,5-1-27 16,-1 1-100-16,1 5-148 0,3 2 157 0</inkml:trace>
  <inkml:trace contextRef="#ctx0" brushRef="#br1" timeOffset="-174516.73">1380 9865 921 0,'0'-6'-4'0,"0"2"5"0,3-1 5 0,-3-1 2 0,-3 5 0 0,6-2 8 0,-6-2-2 0,3 2 3 16,0 3-7-16,0-6 7 0,0 5-3 0,0 1-1 16,-4-3 0-16,4 3-6 15,0 0 0-15,4 8 6 0,-4-1-4 0,0 0 3 16,0 0-8-16,3 4 1 0,-3-1 7 16,0 2 0-16,0 1-6 0,0 2 2 0,0-5 6 15,3 5-1-15,-3-1 1 0,0 3-8 16,3-3 8-16,-3-2-8 0,0 1 1 0,0-1 4 15,0 1 0-15,0-1 5 0,0-1-14 16,4-1 5-16,-4 0-2 0,0-1 5 0,0 0-3 16,0-2-5-16,0 0 2 0,0 1-1 15,-4-1-1-15,8 1 0 0,-4-4 2 16,0 5-6-16,0-2-18 0,0-2-11 16,0-1-15-16,0 5-17 15,-4-8-66-15,4 2-218 0,4 0 140 0</inkml:trace>
  <inkml:trace contextRef="#ctx0" brushRef="#br1" timeOffset="-174196.57">1552 9807 910 0,'0'-6'-11'0,"0"2"13"0,0 1 3 0,0 3 3 15,-6 7 1-15,3-1 4 0,-4 5 0 16,4-3 5-16,-3 6-9 0,-2 1 1 15,5-2 0-15,0-1 0 0,-1 2 0 0,1-3 0 16,0 2-4-16,3-1-5 16,-3 1 2-16,6-5 6 0,-3 3-2 0,0 2-1 15,0-6-5-15,3 4-2 0,0-3 6 0,-3 0-3 16,0 1 2-16,4-5 1 0,-1 4 2 16,-3-4 3-16,3 2-9 0,-3-2 6 0,3-1 3 15,2-3-5-15,-2 0 6 16,-3 0-6-16,3-4 1 0,0-5 5 0,0 1-7 0,1 1 5 15,-1-3-4-15,-3-2 4 0,0 2-11 16,-3-2-13-16,-1-1-8 0,1 1-15 16,0-1-28-16,-3-2-85 0,1 2-148 15,-1 1 183-15</inkml:trace>
  <inkml:trace contextRef="#ctx0" brushRef="#br1" timeOffset="-173914.89">1579 9712 841 0,'0'-2'0'0,"3"-1"9"15,-3 1 1-15,0-2-4 0,0 4-1 0,0-4 8 16,5 1-1-16,-5 3-1 0,0 0-1 16,0-1 0-16,0 1 6 0,0 0 13 0,0 0-11 15,9 4-3-15,-5-1-1 0,2 4 3 16,0 1 5-16,-2 3 0 0,3 0-6 15,0 2 4-15,-1 2-3 0,4 5 9 16,-3 0-7-16,0 0-1 0,2 2-6 0,-2 3 2 16,3 0 2-16,-3 3-6 0,-4-2 9 0,0 3-13 15,-3-2-7-15,-3 3-7 0,0 2-17 16,-4 4-15-16,-7-4-16 0,2 0-77 16,-12 4-211-16,0 2 142 0</inkml:trace>
  <inkml:trace contextRef="#ctx0" brushRef="#br1" timeOffset="-173510.86">649 9718 950 0,'-9'-8'-22'16,"-2"3"4"-16,1 1 1 0,-3 3 6 0,3 1 4 0,0 0 6 0,-3 5-3 0,-4 5 5 0,1 1 7 0,-1 7-4 15,-4 7 2-15,5 6 8 0,-4-1 0 0,4 9-8 16,-1 1 5-16,4 2 0 0,2 1-1 16,2 3-2-16,5-6 1 0,1-2 0 0,6 1 2 15,4 1-4-15,-1-3-1 0,5-2 1 16,5 5 0-16,4-5-6 0,4 1 0 16,6-4-7-16,0-4-9 0,3 0-14 15,0-9-48-15,-3-5-96 0,4 4-73 0,-1-5 235 16</inkml:trace>
  <inkml:trace contextRef="#ctx0" brushRef="#br1" timeOffset="-161043.4">4616 10112 668 0,'0'-3'9'0,"0"3"0"0,0 0 4 0,0 0 7 0,-6 0-1 0,6 0-3 0,0 0 6 0,0 0-7 0,0 0 2 0,0 0-3 0,0 0-4 16,0 0 5-16,-8 3-7 15,5 0-2-15,0 0 4 0,0 1 6 0,-4 0-2 16,4 7-4-16,-3-5 2 0,1 2-3 16,2 3 1-16,0-1 1 0,-4 2-2 0,4 1-3 15,-3 2-4-15,3-2 1 0,-2 2 8 16,2 0-5-16,3-1 8 0,-3-1-13 0,0 2 2 16,3-5-5-16,0 2 6 0,0 1 0 15,0-2-5-15,0-4 8 0,3 2-3 0,-3 0-6 16,6-2 6-16,-1 0 1 0,-2-2-2 15,3 1 4-15,4-2-4 0,-4 0 0 16,2 0-1-16,1-2-8 0,1 0 11 0,-2-2-5 16,1 0 6-16,-2-2-4 0,2 2-4 15,-1-2 4-15,2-2-1 0,-4 3 7 0,5-5-8 16,-8 2 6-16,3-2-5 0,1 2-2 16,-1-1 5-16,1-2 0 0,0-4 4 0,-4 4-5 15,1-3 1-15,-1 2-5 0,0-5 4 16,0 3-1-16,-3 1 6 0,0 2-4 0,0-4 2 15,-3 1-1-15,3-3-5 0,-3 4 5 16,0-1-2-16,-1 0-3 0,1-1 1 16,0-1 3-16,-5 2-2 0,2 0-8 15,3-1 1-15,0 4-11 0,-1 0 0 0,1 0-7 16,0-1-9-16,0 1-30 0,3 1-120 16,-5-2-88-16,2 4 210 0</inkml:trace>
  <inkml:trace contextRef="#ctx0" brushRef="#br1" timeOffset="-159639.45">5007 10082 732 0,'0'-6'7'0,"0"5"2"0,-5-2 8 0,5 0-3 0,-3 2 2 0,0-2 1 0,3 3-10 0,-3-3 6 0,-1 0-2 16,1 3-4-16,0-2 0 0,-3 2-1 15,-2 2 1-15,2 1 8 0,-1 3-4 0,-2 1 2 16,-2 0 1-16,-2 5-1 0,-1 1-1 16,1 2 9-16,3 0-13 0,0-1 3 15,-3 3 1-15,3-1 0 0,0 1-5 0,3 0-1 16,1-1 4-16,-1 1-8 16,3 0 6-16,1-3-1 0,0 1-5 0,-1-3-4 0,1 4 3 15,3-4 5-15,0 1-6 16,0-4-1-16,0 1 2 0,0 1-1 0,3-1 4 15,1-3-5-15,-1 1 0 0,0-4 2 16,1 5 0-16,3-5 5 0,-4 0-9 0,7 0 7 16,-4-2-2-16,5-2-1 0,-5 0 2 15,4 0 1-15,0 0-3 0,0-2-1 16,0-2 3-16,1 0 4 0,-5 0-6 0,4-2 2 16,-4 1-3-16,2-2-1 15,-2-3 3-15,-3 0-3 0,4-1 0 0,-1 1 1 0,-3-2 5 16,2 2-3-16,-5-2-1 0,3-1-2 0,-3 1 6 15,3-1-4-15,-3 1 2 0,0-1-8 16,0 2 9-16,0 0 4 0,-3 1-10 16,3-1 5-16,-3 1-10 0,3 2 6 0,0 1 7 15,-5 0-3-15,5 0-4 16,0 2 0-16,-3-2-2 0,3 1 4 0,0 1-5 16,-3-1 0-16,3 2 4 0,0 0-7 15,3 1 3-15,-3-3 0 0,3 2-1 0,5 0 1 16,-2 0 4-16,4 0 1 0,1-2-4 15,1 3-2-15,-2-1 1 0,4-1 2 0,-1 2-3 16,1-1 5-16,-1 1-8 0,4 0 0 16,-4-2 4-16,-4 3 4 0,5-2-2 0,-4 0-3 15,0 1 6-15,0 2-4 0,0 1 3 16,-3-3-4-16,3 3-5 0,-3-3 2 16,-4 3 7-16,3-3-3 0,-2 6-2 0,-1 0 9 15,0 1-1-15,-3 2-3 0,-3 3 1 16,3 1-2-16,-3 3 0 0,-1 2 3 0,-2 3-2 15,-1-1 3-15,4 2-5 16,-4-1 5-16,4 0 0 0,-1 0-3 0,-2-4 5 16,6 1-8-16,-3 1 10 0,3-1-7 0,-4-4-7 15,4 3 2-15,0-4 3 0,-3 2 2 16,3-5 3-16,0 4-3 0,0-1 2 16,0-6-2-16,3 3 0 0,1-1 5 0,-1-1-4 15,0 1 0-15,0-6-3 0,4 0-1 16,0 0 8-16,-4-3-6 0,4 0 0 0,-4-4-3 15,4 2 8-15,-1-5 3 16,1 2-8-16,-3-2-2 0,2 0 0 0,-3-2 1 16,1 2 7-16,-1 0-5 0,-3-2 2 0,3 1 1 15,-3 1-3-15,-3-3 7 0,3 4-2 0,-3-1-6 16,-1 0 8-16,1-1-2 16,0 4 1-16,0 0-5 0,-1-4-3 0,1 7 1 15,-1-4-6-15,4 2 12 0,-3-1-7 0,3 3-3 16,-3 1 2-16,3-2 6 0,3-1-4 15,0 2-2-15,4 0 2 0,0-2-5 0,6 1-1 16,-3-1 9-16,7 2-10 0,0 0 6 16,-4-2-7-16,4 1 2 0,-1-2 10 15,-2 1-10-15,-1 5 3 0,1-5-4 16,-5 3 4-16,4 1 2 0,-2-4 0 0,-1 5 2 16,-4-2-9-16,5 3 6 0,-5-3 4 15,-3 2 1-15,4 2 3 0,-4 2 1 0,0 0 4 16,-3 2 6-16,0 2-4 0,0 6-3 15,-3-1 1-15,0 1-1 0,0 2 3 0,-4 0-1 16,4 2 2-16,0 4-9 16,-5-5 6-16,5 1 0 0,0 0-5 0,0-3 3 0,3 1 2 15,0 0-4-15,0-1-4 0,0 0 7 16,0-3-7-16,0 0 7 0,3-1-2 16,-3 0-7-16,6-2 1 0,-3-1 1 0,2 1-3 15,-2-1 4-15,3-1 0 0,-2-5-4 16,2 5 1-16,0-6 8 0,2 0-6 15,-2 0 4-15,4-3 2 0,-4-1-8 16,2-5 10-16,2 1-7 0,-4 1 5 0,0-3 2 16,2-2 7-16,-2-1 1 0,-2 1-2 0,-1-3 0 15,0 2 1-15,0-1-3 0,1-1-5 16,-4 0 4-16,-4-1-4 0,4 0-4 16,-3-1-7-16,0 3-11 0,0-1-13 0,-4 0-10 15,0 2-27-15,0-1-99 0,-2 2-202 16,-1 1 124-16</inkml:trace>
  <inkml:trace contextRef="#ctx0" brushRef="#br1" timeOffset="-158182.27">5789 10132 976 0,'-3'-2'-23'0,"3"2"3"0,-6 0 4 0,6 0 7 0,-8 0 1 0,8 0 2 0,-6-4 6 0,3 4 4 0,3 0-3 0,-7 0-7 0,7 0 7 15,0 0-3-15,-6 0 1 0,3 6-4 16,-2-1 5-16,-1 2 4 0,-1 0 3 15,1 7 2-15,-5 3-1 0,2-2-3 0,-1 6-1 16,0-2 4-16,3 1-2 0,-3-1 2 0,4 2-1 16,2 0-7-16,-3 1 0 0,4-5 4 15,0 6-3-15,3-6 5 0,-4 1-6 16,4-3-1-16,4 2 11 0,-4-2-1 16,3-1-6-16,4 0 2 0,0-3-2 0,-1 0 6 15,1-4-6-15,-1 4-6 0,5-7 0 16,-5 5 6-16,4-8-1 0,1 5-2 15,-2-5 0-15,1-1 2 0,4-1-3 0,-5-2 1 16,1 0 3-16,1-1 1 0,-2-2 3 16,1 2-13-16,-2-4 10 0,1 1-7 15,-2-1 9-15,2-2 0 0,-4 0 2 0,1-1-1 16,-3 3-2-16,4-5 2 0,-4-2 1 16,0 1-3-16,4 0 4 0,-3-1-7 0,-1 0 5 15,-3 1 4-15,3-3-8 0,1 3 7 0,-4-4-4 16,0 4 4-16,3-1 0 0,-6 1-2 15,6 0 5-15,-3 2-8 0,0-4 2 16,-3 7-6-16,3-4 2 0,0 1-1 0,0-1-10 16,-4 2-2-16,4 3-10 0,-3-3-3 15,-4 1-14-15,7 3-16 0,-7-3-94 0,1 2-151 16,-1 5 186-16</inkml:trace>
  <inkml:trace contextRef="#ctx0" brushRef="#br1" timeOffset="-157015.83">5639 10630 746 0,'-3'-4'-20'0,"0"4"7"0,3 0 6 0,0 0 2 0,0 0 0 0,0 0 6 0,0 0-1 0,0 0-5 0,0 0 1 16,0 0 2-16,-3-1 2 0,3 1 0 0,0 0 0 15,0 0-2-15,0 0 3 16,0 0 1-16,0 0 4 0,0 0-7 0,0 0 8 16,0 0-5-16,0 0 5 0,0 0-1 15,0 0 8-15,0 0-4 0,-7 0 0 0,7 0 0 16,0 0 4-16,0 0-2 0,0 0 2 16,0 0-1-16,0 0-3 0,0 0 8 0,0 0-9 15,0 0 6-15,0 0-6 0,0 0 4 0,0 0 7 16,0 0-6-16,0 0-4 0,0 0 2 15,0 0-1-15,0 0 6 0,-4 1-4 16,4-1 6-16,0 0-10 0,0 0-5 0,0 0 8 16,0 0-12-16,0 0 6 0,0 0-2 15,0 0 1-15,0 0-3 0,0 0 1 0,0 0 0 16,14 0 2-16,-8 0-6 0,1 0 6 16,0-1-4-16,3 1-3 0,0-3 7 15,0 3-4-15,0-3-1 0,0 2-5 0,4-2 4 16,-5 0 1-16,4 0-2 15,-2 1 6-15,2 2 0 0,-4-2-4 0,5-2 2 16,-4 3-4-16,4-2 4 0,-1 0-3 16,-4 3 5-16,2-4 2 0,-1 1-6 0,3 0 3 15,-3 1 1-15,3 0-2 0,1-2 4 16,-1 3-1-16,-3-2-5 0,4 0 7 16,-5 2-3-16,5 1-3 0,-7-3 3 0,2 0-4 15,1 0 2-15,1 1-3 0,-2 2 4 0,-2-2-5 16,0-2 11-16,3 3-6 0,-4 1-3 15,4-3-4-15,4 0 5 0,-4 2 3 16,0-2 2-16,0 3-3 0,0-6-3 0,-1 4 0 16,5 2 2-16,-4-2 7 0,4-2-9 15,-5 4 2-15,1-1-3 0,1-5-2 0,-1 6 6 16,-1-1-3-16,2-2 6 0,-1 3-2 16,-1-3 3-16,2 0 0 0,-1 3-8 0,-1-2-1 15,2 2 5-15,-5-2-1 16,4 2 2-16,-4-4-4 0,5 4 0 0,-1-1 1 15,0 1 1-15,0-3 0 0,0 0 2 16,3 3-3-16,1-1 9 0,-5-2-7 0,1 0-8 16,4 0 5-16,-4 1-1 0,3 0 9 15,0-2-9-15,-6 4-3 0,4-1 2 0,-2 1 2 16,-2-3 2-16,-4 0-2 0,8 3 0 16,-8-1-20-16,3 1-4 15,-3 0-18-15,1-3-75 0,2 3-221 0,-6 0 147 0</inkml:trace>
  <inkml:trace contextRef="#ctx0" brushRef="#br1" timeOffset="-156291.45">6073 10225 911 0,'0'-3'-17'0,"-4"0"5"0,4 2 1 0,0 1 3 0,-3-6 6 0,0 1-4 0,3 5 10 0,-3-2 2 0,0 2-2 0,3 0 0 0,-4-4-3 16,0 3-1-16,4 1 7 0,0 0-2 16,-10 5-2-16,7-1-2 0,-3 5 3 15,-1-2 2-15,-3 5-2 0,0-2 5 0,0 2 0 16,3 1-6-16,0 2-5 0,1-2 14 15,-1-1-8-15,1 1 3 0,2 2-9 0,-3-4 3 16,4 3 2-16,0-3 4 0,3 3-7 16,-3-3-3-16,6 3 3 0,-3-3 1 0,3 0 9 15,0-1-8-15,1 0-2 16,-1-2 0-16,4-1 0 0,-4 1 3 0,4-4-2 0,-1 2 1 16,1-2 4-1,0-1-7-15,3 0 4 0,-4-3 0 0,1 0-1 16,3 0 6-16,-3-3-2 0,3-1 5 0,-4 1 1 15,2-5 1-15,-2 1-6 0,0 0 8 0,1-4-6 16,-4-2 0-16,5 1-2 0,-8-2 1 0,3-3 6 16,0 3-12-16,-3-4 5 0,-3-1-3 15,0 1-5-15,3 1-9 0,-4-1-13 16,0 3-12-16,1-5-43 0,-4 5-121 0,7-2-63 16,-3 5 218-16</inkml:trace>
  <inkml:trace contextRef="#ctx0" brushRef="#br1" timeOffset="-155961.58">6213 10144 734 0,'0'-1'7'0,"0"-2"11"0,0 3-7 0,0 0 6 0,0-6 4 0,0 4-5 0,0 2 4 0,0-2 0 0,0 2-3 0,0-4 2 16,0 4-2-16,0 0 1 0,0 0-5 15,0 0 4-15,0 0-5 0,0 0 0 16,-3 11-2-16,0-5 1 0,3 2-3 16,0 3 3-16,0-1-3 0,0 2 4 15,0 1-4-15,0-1-2 0,0 4 10 0,0-4-11 16,0 1-4-16,0-1 8 0,0 1-7 15,0-4 3-15,0 4-2 0,0-3-16 0,0 1-6 16,0-3-10-16,0 6-6 0,0-7-26 0,3 1-58 16,-3-4-163-16,0 6 200 0</inkml:trace>
  <inkml:trace contextRef="#ctx0" brushRef="#br1" timeOffset="-155371.39">6349 10150 798 0,'0'-7'2'0,"0"1"3"16,0-1 8-16,0 2-4 0,4-1 1 0,-8 2 3 15,4-2 1-15,0 4 1 0,0-4-2 0,0 2 3 16,0 1 4-16,0-1-5 0,0 1 2 15,0 3-4-15,0-5 6 0,0 5-1 16,0 0-2-16,-3 0-2 0,3 0-2 0,0 12 0 16,-3-5 8-16,3 4 0 0,0-1-1 15,0 0-4-15,-3 2 6 0,3 3-14 0,0-2 3 16,0 2 4-16,0-1-7 0,0 0 2 16,3 1 0-16,-3 2-3 0,0-2-2 0,0-1-1 15,0 0 1-15,0 1 4 16,0-2-3-16,0-1-4 0,3-2 6 0,-3 1 1 15,0 0 2-15,0-4 4 0,0 4 3 0,3-4-7 16,-6 3 5-16,6-2-2 0,-3-1-2 16,0-1 5-16,0-2-4 0,0 0-2 15,0 2-1-15,4-1 0 0,-4 1 2 0,0-2-3 16,0 0-1-16,0 2 5 0,0-1-6 16,-4 1 0-16,4-2-2 0,0-1 5 15,0-2-3-15,0 3 4 0,0 0-5 0,0-1-1 16,0 0-1-16,0-3 3 15,-3 4-1-15,3-4-1 0,0 3 2 0,0 0 4 0,3-2-2 16,-3-1-4-16,0 4-1 0,0-2 5 0,0-2 3 16,0 0-2-16,0 0 2 0,0 0-1 15,0 0-3-15,0 0 2 0,0 0-8 16,0 0-2-16,-3-7 3 0,3 7-1 16,0-6 6-16,0 5-5 0,0 1 0 0,0 0-7 15,0-6-7-15,0 3-7 0,-3 1-23 16,3-4-23-16,3 5-21 0,-6-5-141 15,3 5-170-15,0 1 91 0</inkml:trace>
  <inkml:trace contextRef="#ctx0" brushRef="#br1" timeOffset="-153143.37">5810 11190 1044 0,'-3'-3'-25'0,"-5"0"11"0,5 3 0 0,3 0 8 0,-10 0 6 0,7-2 0 0,-3 4 0 0,1-4 8 0,-1 2 2 0,6 0 2 16,-7 2-4-16,1-4 4 0,3 2-2 16,3 0-10-16,0 0-2 0,-3 2 4 0,3-2-2 15,0 0 0-15,12 0 7 0,6 0 2 16,-2 0-10-16,11-2 3 0,3 0-3 0,6-2 4 15,4 0 5-15,7-3-5 0,-4 1 5 16,7-2-8-16,1 1 6 0,-5 0-7 0,4 0 2 16,-4-1-2-16,-2 4 1 0,2-5 6 15,-2 5 1-15,-7-4-3 0,-4 1-3 0,-6 4 1 16,0-2-5-16,-5-1-7 16,-2 5-11-16,1-2-19 0,-15 0-102 0,4 2-162 15,-7 1 180-15</inkml:trace>
  <inkml:trace contextRef="#ctx0" brushRef="#br1" timeOffset="-152841.31">5880 10894 831 0,'-10'-4'-3'0,"6"1"5"0,-3 0 5 16,1 1 1-16,3 0-3 0,-4-2-1 16,4 3 1-16,0-2-4 0,-2 3 2 0,5 0 3 15,-3 8-1-15,3-1 5 0,0 0-4 16,0 4 0-16,3 2 0 0,-3-1-3 16,5 1 9-16,-5 1-6 0,3 1 5 0,0 0-3 15,-3-5-4-15,3 2-5 0,-3 1 8 16,0-3 4-16,4 2-1 0,-4-1-12 15,3-4 0-15,-3 0-15 0,3 4-13 16,-3-4-57-16,0-1-80 0,6-2-61 0,-6 0 78 16</inkml:trace>
  <inkml:trace contextRef="#ctx0" brushRef="#br1" timeOffset="-152621.46">5973 10972 635 0,'6'-13'14'0,"1"4"3"0,-4-1 1 0,1 0 1 15,-1-1 4-15,4 4 0 0,-4 0 7 16,0 2-12-16,-3-2-1 0,4 1 1 16,-4 3 4-16,3 3-8 0,-3 0-2 0,3 6 6 15,-3-2-9-15,0 3 1 0,0 1 1 16,0 2 4-16,0-3-2 0,4 1-3 16,-4 2-4-16,0 1 1 0,0-1-5 0,3-3-7 15,-3 1-9-15,4-1-5 0,-4 3-7 16,0-6-3-16,3 4-29 0,-3-2-55 0,0-3-131 15,3 1 235-15</inkml:trace>
  <inkml:trace contextRef="#ctx0" brushRef="#br1" timeOffset="-152429.54">6180 10768 694 0,'3'0'14'0,"4"0"-2"0,-4 4 5 16,0 4 4-16,-3 5-5 0,3-1 4 15,-3 1 1-15,0 1-8 0,0 1 4 16,0 0 1-16,0-1-4 0,-3 3 0 0,3-1 1 16,0 0-4-16,0-4 0 0,-3 1-5 15,3-1-6-15,0 1-13 0,3-1-17 16,-3-2-72-16,0-2-167 0,3 2 213 0</inkml:trace>
  <inkml:trace contextRef="#ctx0" brushRef="#br1" timeOffset="-152238.02">6340 10769 766 0,'0'-4'0'0,"0"-2"10"0,3 4 0 0,-3 2-4 16,0 0 5-16,0 0 1 0,0 12-3 16,0-6 6-16,0 3-7 0,0 1 0 0,3 1-2 15,-3-1 6-15,0 1-4 0,0 3-5 16,0 1-1-16,0-2-7 0,0 1-25 0,0-2-91 15,3 1-128 1,-3-1 232-16</inkml:trace>
  <inkml:trace contextRef="#ctx0" brushRef="#br1" timeOffset="-151698.31">6033 11182 698 0,'-3'-2'8'0,"-1"2"5"0,4 0 4 0,-7 2 0 0,4 3 1 0,0-2 0 0,3 4 9 0,-4 1-13 0,4-1 2 0,0 3-3 15,-3 0 1-15,3 2 5 0,0-1-8 0,0 2 0 16,-3-5-4-16,3 6 0 0,0-4 3 15,0-1 0-15,0 0-6 0,0-1 5 16,0 3-4-16,0-4-8 0,0 0-6 0,0-1-13 16,3 2-5-16,-3-5-44 0,0 1-63 15,3-4-104-15,1 0 80 0</inkml:trace>
  <inkml:trace contextRef="#ctx0" brushRef="#br1" timeOffset="-151196.45">6103 11226 690 0,'3'-4'13'0,"0"0"0"0,-3-2 4 0,8 3 11 16,-8 1 1-16,0 2 1 0,3 8 3 16,0-4-3-16,-3 2 1 0,0 1-7 15,0 1-1-15,0-1 4 0,0 1-9 0,0-1 11 16,0 0-14-16,3-1-6 0,-3 1 11 16,0-2-10-16,3 2-9 0,-3-1-9 0,4-1-9 15,-4-1-5-15,0 2 0 0,3-2-1 16,-3-1-5-16,3 0-5 15,0-3-4-15,5 1-6 0,-8-1-10 0,9-1 1 0,-2-5-8 16,-4 5 7-16,5-8 2 0,-2 5 9 16,1-1 14-16,-1-2 20 0,0-2 30 0,2 1 1 15,-5 1-4-15,4 0 4 16,-1 2-1-16,-3-1 6 0,5 2-3 0,-5 0 0 0,-3 1-3 16,3 0 8-16,0 3-2 0,-3 0 7 15,7 6 1-15,-7-5-5 0,0 5 3 0,3 1-10 16,0 1-1-1,-3-4-2-15,0 3-1 0,3-1-7 0,-3 2 5 0,4-1-7 16,-4-3-9-16,0 2-12 0,4-1-7 16,-1 1-9-16,0-5-3 0,1 2 0 0,-1 0-4 15,0-3-7-15,-3 0-1 0,10-6-6 16,-6 2-5-16,2-4-6 0,1 1 1 16,-1-3 5-16,1 0 8 0,-3 2 3 0,2-2 7 15,-6-1 24-15,7 4 25 0,-4 0 7 0,0 2 13 16,4 3-4-16,-4 2 4 0,1 0-1 15,-1 4 4-15,-3 2 4 16,7 4-5-16,-7-1-3 0,0 4-6 0,3-3-1 16,-3 5 0-16,3-3-16 0,1 4-23 0,-4-7-100 15,6 1-132-15,-2 3 235 0</inkml:trace>
  <inkml:trace contextRef="#ctx0" brushRef="#br1" timeOffset="-139842.17">6013 9984 653 0,'0'0'97'0,"0"0"-40"0,-7 0-19 0,7 0-22 0,0 0-3 0,0 0 5 0,-6 0 2 0,6 0-5 0,0 0-5 0,0 0 7 0,-4-2-3 0,4 2-7 15,0 0 3-15,0-2 3 0,0 2-3 0,4-4 6 16,-1 3-9-16,-3-5 6 16,3 5-7-16,4-5-5 0,-4 3 3 15,4-1-3-15,0-1 0 0,2-1 10 0,-2 5-4 0,0-5-6 16,3 3 5-16,0-1 0 0,-4 0 7 15,8 0-7-15,-4 1 3 0,-1-1 0 0,2 1-2 16,2 0-4-16,-2 1-2 16,1 2 4-16,1-2-10 0,1 2 7 0,-1 0 3 15,1 0-5-15,-1 0 10 0,1 0-9 0,-4 4 3 16,6-1 3-16,-2 0-2 0,-2 1-5 0,6 3 6 16,-5-1-4-16,4 5 5 15,-4-4-4-15,4 2 0 0,-1 0 5 0,-2-1-5 16,-1 3 2-16,4 2 2 0,-4-4-7 0,1 1 7 15,-2 3-2-15,6-2 2 0,-6 1-1 16,1-5 2-16,1 6-5 0,-4-1-8 16,4-2 10-16,-5 0-1 0,1 1 5 0,1 1-9 15,-5-2 6-15,4 1-3 0,1 0 5 16,-2 2-1-16,1-4-1 0,0 4-1 16,-3-1 2-16,0 1 0 0,2 2-3 0,-2-1 2 15,3 0-7-15,-3 1 11 0,-1-1-12 0,5 1 7 16,-5 1 3-16,-2-1-3 0,5 0 2 15,-2 2-5-15,0 1 2 0,-4-3 3 16,4 2 1-16,-4 1-6 0,4 1 8 0,-1 2 0 16,-2-4 0-16,3 4-7 0,-1-2 6 15,-3 1-1-15,1 3 2 0,2-3-2 0,-2-1 0 16,3 2 4-16,-4-2-3 0,0 4-2 16,4-4-1-16,-4 5-4 0,0-5 7 0,5 2-2 15,-8-4 1-15,3 1-1 0,-3 0-2 16,3-2 7-16,-3 1-4 0,3 1 3 0,-3 0-2 15,0-4-1-15,0 4 0 0,0 0-2 16,0 0 2-16,0-4 0 0,-3 1-2 0,3 1-1 16,-3-4-3-16,3 1 2 0,0 2 1 15,-3-4-2-15,3 3-3 0,0-4 2 0,-4 5-5 16,0-5 1-16,1-1 6 0,3 4 1 16,-3-3 0-16,-4 1-4 0,4-3-1 0,-4 3 7 15,0-1 0-15,4 0-10 0,-4 1 6 16,1-3 1-16,-4 3-2 0,3-1-2 15,0 0 2-15,1-2 0 0,-1-1 1 0,-3 3-4 16,3-5 3-16,1 2-1 0,-4 0 0 16,3 1 0-16,0 1-3 0,-2-2-2 0,-1 0 6 15,-4 1-5-15,8 2-1 0,-12-3-1 16,9 4 7-16,-4-4-5 0,2 0-2 0,-2 4 7 16,4-4-1-16,-5 0 0 15,4 1-2-15,-1-1-1 0,5 1-5 0,-1-4 7 0,-2 2-4 16,1 1-4-16,2-3 2 15,-4 0-13-15,7 0-9 0,-3 2-12 0,-2-3-7 16,2 1-21-16,-1-1-79 0,-2-2-287 16,5 3 56-16</inkml:trace>
  <inkml:trace contextRef="#ctx0" brushRef="#br1" timeOffset="-138784.45">6000 9882 1136 0,'0'0'-37'0,"0"0"8"0,-4 5 7 0,4-5 5 0,0 0 3 0,0 0 5 0,0 0 6 0,-3 0 1 0,3 0 5 0,0 0-4 0,0 0 3 16,-4-5 5-16,4 5-3 0,-3-6-1 15,3 2 4-15,0-3-2 0,-3-1-4 0,-1-2 8 16,4 0-7-16,-3-2 3 16,0-1 2-16,3-2 0 0,0 0 0 0,-3-2 0 15,-1-4-4-15,4 2 1 0,-3-1-2 0,0-3-1 16,-1 1 8-16,4 2-1 0,0-1-6 15,-3 3 5-15,3 2-5 0,-4-1 3 0,4 0 0 16,0 1 3-16,-3-1-2 0,3 0 0 16,0 3-3-16,0-1 0 0,0 3 5 15,-3 2 0-15,3 0-1 0,0 0 5 0,-3 2-5 16,-1 4 1-16,1 1 6 0,0 3-10 16,-5 0-1-16,-1 4-2 0,-1 2 5 0,-1 1 8 15,2 1-13-15,-1 2 2 0,-4 0-3 16,8-1-1-16,-4-2 7 0,-1 4-9 15,5-4 7-15,-4 4-2 0,4-4 3 0,-2 0-3 0,2-1-4 16,3 1-3-16,-4-2 5 16,4-2 11-16,0 1-11 0,0-1 4 0,-2-3-3 15,5 3 5-15,0-3 1 0,0 0-1 16,0-10-5-16,5 5 6 0,-2 0-11 0,3-3 11 16,1-2-11-16,-1-1 4 0,2 3 0 15,-2-3 3-15,4-2 1 0,-4 4-1 0,2-4-1 16,1 3-3-16,1-1 3 15,0 3-3-15,-3-3 5 0,3 1-3 0,-1 3-1 0,2-1 7 16,-1 2-6-16,-4 2 2 16,5 0 2-16,-1 4 3 0,-1-3-7 0,2 6-1 0,-1-2 5 15,-1 2-8-15,1 1 4 0,1 2-3 16,-2-1-18-16,1 2-25 0,1 0-36 16,-2-1-155-16,1 2-91 0,-2-1 159 0</inkml:trace>
  <inkml:trace contextRef="#ctx0" brushRef="#br1" timeOffset="-136713.21">5309 9082 828 0,'0'-2'-13'0,"0"-2"8"0,0 3 4 0,-3-2 1 15,3 0 4-15,0 3 4 0,0 0 2 0,0 0-6 0,-3-1 9 0,3 1-1 0,0 0-4 16,0 0 5-16,0 0-3 0,0 0-7 16,-7 4 1-16,7 0 1 0,0 5-5 0,0-1 5 15,0 0-1-15,0 6-1 0,-3 1 2 16,3-1 2-16,0 4-7 0,0 0 5 15,0 2 7-15,0-2-5 0,0-1-4 0,0-1 3 16,0 2-3-16,0 0-1 0,3-4 1 16,-3 3 0-16,0-3 2 0,3-2-6 0,1 1 1 15,-4-2 2-15,0-3 2 0,3 1 0 16,-3-1 1-16,3-1 1 0,-3 0-6 0,3-2 5 16,-3 1 1-16,0-2 3 0,0 0-5 15,5 2-4-15,-5-3 9 0,-5-1-5 0,10 1 1 16,-5-3-7-16,0 0-6 0,0 0-8 15,0 0-8-15,0 0-8 0,0 0-48 0,-8-8-83 16,11 2-80-16,-3 5 237 0</inkml:trace>
  <inkml:trace contextRef="#ctx0" brushRef="#br1" timeOffset="-136305.4">5470 9155 671 0,'0'-4'6'15,"0"3"3"-15,0-2 2 0,-4 0 0 0,4 3 0 16,0 0 1-16,-4 7-4 0,4-1-1 16,-3 2 1-16,0-4 1 0,3 3 1 0,-3 4-7 15,3-4-4-15,3 0 6 0,-3 7-2 16,0-7 6-16,3 6-7 0,0-4-3 0,1 2 6 15,0 2 2-15,2-5-1 0,-2 3-3 16,2-4 4-16,-3 0 2 0,4 2-7 16,0-1 8-16,0-1-7 0,-1-2 5 0,0-3-2 15,2 1 7-15,-2-1-6 16,4 1-1-16,-3-3 2 0,3-3 2 0,-3 3-2 0,2-2-1 16,-2-1-2-16,0 1 4 15,0-3 3-15,-4-1 3 0,0 2 2 0,0-1-8 0,1-4 7 16,-4 2-3-16,0 0-2 15,-4-4 3-15,1 3-7 0,0-3 3 0,0 1-5 16,-4-2 2-16,0 3 1 0,0 1 0 16,1-3-7-16,-1 4-3 0,1 0-13 0,-1-1-5 15,-3 3-7-15,0 0-24 0,-1-1-76 16,5 5-160-16,-4 1 195 0</inkml:trace>
  <inkml:trace contextRef="#ctx0" brushRef="#br1" timeOffset="-129930.93">5709 9032 308 0,'3'-2'147'0,"2"2"-61"0,-5 0-41 0,0-4-1 0,0 4-15 0,0 0-5 0,6 0-12 0,-6 0 1 0,0 0 7 0,3 4-7 0,-3-4-4 0,0 0 1 0,0 0-1 0,0 0 2 16,0 0-5-16,0 0 4 0,0 0-4 0,0 0 4 15,3 2 1-15,-3 1-1 0,0 2-6 16,0-2 2-16,0 1-3 16,-3 0 1-16,3 2-4 0,0-1 2 0,0 2 6 15,3-1-3-15,-3 1-3 0,0 1 0 0,4-1-1 16,-4 3 0-16,0-2 3 0,3 2-1 0,-3-3 0 15,3 4 1-15,-3-4 3 0,3 3-5 16,2-2-5-16,-5 0 1 0,3 1 3 16,0-4-3-16,-3 2 7 0,3-3-1 0,-3 2-2 15,3-1 0-15,-3 1-1 0,4-5 1 16,-1 5-4-16,-3-5 2 0,3 3 3 16,-3-2 4-16,3 1-6 0,-3-1 2 15,0 1-4-15,5-3 3 0,-5 3 0 0,0-3 0 0,0 0 4 16,3-6 0-16,0 4-4 0,0-3-8 15,0-3 7-15,1 1 6 0,-1-3-11 0,3 2 0 16,-1 1-6-16,1-3 1 16,-3 2-7-16,4 1 0 0,-4-1-1 0,3 1-9 15,-1 0-4-15,1-1-14 0,-3 3-16 16,1 0-11-16,-1-1-144 0,-3 2 73 0</inkml:trace>
  <inkml:trace contextRef="#ctx0" brushRef="#br1" timeOffset="-129723.54">5873 9057 592 0,'3'-7'6'16,"1"0"8"-16,-4-1 2 0,0-1 1 15,0 2 0-15,3 0-3 0,-3 2-2 0,0-2 6 16,0 0 0-16,-3-1-4 16,3 3-2-16,-4 0 3 0,1-1 5 0,0 2-7 15,-1-1-2-15,-3 2-3 0,-2-3 8 16,2 5-2-16,-4-2 4 0,-1 0-8 16,2 2-3-16,-4-2 5 0,4-2 2 0,1 2 1 0,-5 1-6 15,4-3 2-15,-1 2-4 0,2-1 6 16,-4 1-8-16,5-2 3 0,-1 2-5 15,-1-3-6-15,4 5-15 0,-2-2-23 16,2-1-105-16,2 1-117 0,1 0 219 0</inkml:trace>
  <inkml:trace contextRef="#ctx0" brushRef="#br1" timeOffset="-129477.64">5953 8919 730 0,'3'0'8'0,"-3"0"-4"0,7 3-3 0,-7-3 2 16,3 3-1-16,-3 2 1 0,0 2 3 0,0 3-4 15,0 0-2-15,0 2 4 0,0 4 5 16,0 0-4-16,-3 1-3 0,3 2 0 16,0-1 2-16,0-1 1 0,0 5-3 0,3-6 0 15,-3 4 3-15,0-3-5 0,0-2 4 16,4 3 0-16,-4-1-2 0,0-2-10 15,0-1-2-15,0 3-5 0,0-5-27 0,0 1-43 16,-4-1-136-16,4 1 75 0</inkml:trace>
  <inkml:trace contextRef="#ctx0" brushRef="#br1" timeOffset="-128311.97">5676 9147 630 0,'-7'3'7'0,"-2"-3"4"0,2 1 0 0,-3-1 0 0,3 4-2 0,1-4 0 0,-1 2 6 0,0-2-1 0,0 3 6 0,1-1-5 0,-1-2 3 0,4 3-2 16,-1-3-5-16,-2 3 10 0,2-3 0 15,4 0-1-15,-6 0 0 0,6 0-5 16,-3 1 0-16,-1-1-1 0,4 0 0 16,0 0-5-16,0 0-1 0,0 0-2 15,7-7 4-15,-1 5-7 0,4-3 0 0,1 1 3 0,2 0-3 16,0 0-3-16,4-4 8 15,0 3 0-15,2-3-6 0,5 1 6 0,-1-3-5 16,4 2-3-16,-3 1 4 0,-2-3-1 0,5 2 0 16,-3 1-6-16,-1-1 2 0,-4 1-1 15,2 0-2-15,-4 1 8 0,-1 1 1 16,-2-1-7-16,-1 5 3 0,-3-5-1 0,0 5 2 16,0-2-1-16,0 0-5 0,-4 1 4 15,1-1 5-15,3 3-8 0,-7-2 1 0,4-2 7 16,0 3-4-16,0 1 3 0,-4-3-3 15,0 0 5-15,0 3-5 0,1-1-1 0,-1 1 5 16,0-3-4-16,-3 3-4 0,0 0-8 16,8 0-5-16,-5 0-11 0,-3-3-27 0,0 3-137 15,0 0-62-15,0 0 227 0</inkml:trace>
  <inkml:trace contextRef="#ctx0" brushRef="#br1" timeOffset="-124804.64">6172 8894 703 0,'0'0'0'0,"5"-1"3"0,-2-2-1 0,-3 3 5 0,3-3-3 0,-3 1 5 16,0 2-3-16,3-3 5 15,-3 1-4-15,0 2 9 0,4-4 2 0,-4 4-5 16,3 0 4-16,-3 0-3 0,0 0 1 16,0 0 5-16,0-4-7 0,0 4-1 0,0 0 6 15,0 0-4-15,0 0-2 0,0 0-1 16,0 0 4-16,0 0-5 0,0 0-7 0,0 0 1 16,3 8 5-16,-3-3-4 0,0 0 0 15,3-1-5-15,-3 7 4 0,0-6-1 16,3 4-3-16,-3-2-2 0,5 2 5 0,-5 0-4 15,3 2 8-15,-3-4-1 0,3 3-7 16,0 0 0-16,1 1 4 0,-4-4-1 0,3 0-2 16,-3 1-3-16,3-4 5 0,-3 3 0 15,3 2-3-15,-3-7-2 0,0 5 7 16,3-1-5-16,-3-5 3 0,0 3-4 0,5-2-1 16,-5 3 3-16,0-2-6 0,0 0 8 15,3-2-4-15,-3 2-1 0,0-3 8 0,0 3-2 16,0-2-4-16,0-1 1 0,3 4 5 15,-3-2-5-15,0-2-3 0,0 3 13 0,0-3-7 16,0 2-2-16,0-2-7 0,3 3 7 16,-3 0-3-16,0-3-2 0,0 0 2 0,0 0 4 15,0 1 2-15,0-1-10 0,0 0 2 16,4 0 7-16,-4 3-3 0,0-3-4 16,0 3 4-16,3-2 2 0,0 3-1 0,-3-4 2 15,3 2-2-15,-3 1-6 0,3-3 6 16,5 2 3-16,-8-2-4 0,3 3-1 0,-3 0 4 15,3-2-1-15,-3-1 1 0,4 3-1 16,-4 0-9-16,0-2 7 0,0-1-2 16,3 4 2-16,-3-4 9 0,3 2-8 0,-3-2 0 15,0 3 1-15,0-3-2 0,0 0 4 16,3 0-8-16,-3 0 5 0,0 2-4 0,0-2 7 16,0 0-2-16,0 0 1 0,0 0-3 15,0 0 1-15,0 0 0 0,3 3 11 0,1-3-15 16,-4 0-1-16,0 3 3 0,0-3 1 15,0 0-4-15,0 0 0 0,0 0 7 0,0 0-4 16,0 0-2-16,0 0-1 16,0 0 9-16,0 0-3 0,0 0-2 15,0 0-3-15,4 1-1 0,-4-1-13 0,3 6-10 0,-3-6-85 16,0 0-186-16,0 1 184 0</inkml:trace>
  <inkml:trace contextRef="#ctx0" brushRef="#br1" timeOffset="-123164.08">6069 8985 771 0,'0'0'-12'0,"0"0"4"0,0 0 3 0,0 0 1 0,0 0-1 0,0 0-1 0,0 0-1 0,0 0 4 16,0 0 3-16,0 0 2 0,0 0 5 0,0 0 0 15,0 0 2-15,0 0-5 0,0 0 3 16,0 0 0-16,0 0 1 0,0 0-9 16,0 0 5-16,0 0 3 0,0 0-3 0,-3-3 4 15,3 3-3-15,0 0-4 0,3-2 7 16,1-2-1-16,-4 3-3 0,3-2 0 0,0-1 1 15,5-2-1-15,-5-1 0 0,3-1-1 16,1 1 8-16,-4-1-4 0,3-2-3 16,2 3-2-16,-2-3 0 0,1-1 3 0,-1 2-7 15,-3-1 3-15,8 0-4 0,-5-4 6 16,-2 6 0-16,2-3 2 0,2 1-3 0,-5 3 4 16,3-3 0-16,-2 2 4 0,-1 1 2 15,0-1-3-15,0 2 5 0,0-1-4 16,-3 3 6-16,5-1 2 0,-2 2-8 0,-3-3 8 15,3 5-8-15,-3-5-1 0,0 5 2 16,3-2-5-16,-3 0 4 0,0 3-5 16,0 0 3-16,0 0-3 0,0 0-2 0,4 13-2 15,-8-3 13-15,8 2-11 0,-8 3 0 16,4-1 0-16,0 4-2 0,-3 0 0 0,3 5-3 16,0-1 6-16,0 1 1 0,0-2-8 15,-3 4 6-15,3-1-2 0,0-2 0 0,3-1 1 16,-3-4-2-16,0 3 1 0,0-6 2 15,0 2 4-15,0-4-8 0,0 3 4 0,0-5-3 16,0 0 1-16,-3 1-3 16,3-3 5-16,0 1 2 0,0-1-3 0,0-1-3 15,0-2 8-15,0 0-9 0,0 3 5 16,0-7 2-16,0 6-3 0,0-1 2 0,0-3-4 16,0-1 2-16,0 1 3 15,-3 0-10-15,3-2 7 0,0-1-2 0,0 0-2 0,0 0-4 16,0 0 12-16,0 0-7 15,0 0 4-15,-11-1-4 0,11 1 4 0,-3-6-2 0,3 6 1 16,-3 0-3-16,-1-2 6 0,4 2 9 16,-9 2-13-16,1-4 0 0,5 2-1 15,-4 0 1-15,-2 2 3 0,1-2 1 0,5 3-8 16,-3-3 8-16,-1 0-6 0,4 3 4 16,-3-3 3-16,1 0-7 0,5 0 4 0,-6 0-3 15,6 0-4-15,0 0 6 0,0 0 4 16,17-6-7-16,-4 4 7 0,1-3-2 0,-1 0-5 15,4-2 3-15,5 1 2 0,-1-5 2 16,2 4-1-16,1 0-7 0,-2 0 7 16,2-1-6-16,-4 1 5 0,0-1-1 0,-3 2-3 15,-1 2-11-15,-2 1-15 0,-1-1-2 16,-3 1-6-16,3 1-13 0,-6-1-40 0,-4 1-109 16,-3-2-81-16,4 4 206 0</inkml:trace>
  <inkml:trace contextRef="#ctx0" brushRef="#br1" timeOffset="-114769.56">899 11570 769 0,'-6'13'-13'0,"-1"-1"0"0,1 2 0 0,-2 2 10 0,5 2-3 0,0-3 4 0,3 3 4 0,-3 3 3 0,3-3-5 0,0 0 6 0,3-1 1 0,0 0 6 0,-3 0-2 0,7-1 0 0,-3-1-2 16,2-4-3-16,1 3 2 0,-1-3-6 0,1 0 2 15,3-1 8-15,-3-2-9 0,6-4 7 16,-3 2-5-16,0-1 5 0,3-5-3 0,1 0 1 15,-1 0 1-15,-3-4-3 0,3 3 2 16,-3-6 8-16,1 0-5 0,-2-3 4 16,-2 2-3-16,-1-5 2 0,2 1-5 15,-5-5 0-15,-3 1-1 0,0-1-1 0,0-1-1 16,0-2-4-16,-6 0 9 0,1 0-11 0,-1-1-3 16,3 5-10-16,-7-1-4 0,4 3-20 15,-5-1-82-15,-2 2-158 0,-1 4 206 0</inkml:trace>
  <inkml:trace contextRef="#ctx0" brushRef="#br1" timeOffset="-112301.83">1453 11590 704 0,'0'0'-14'0,"0"0"7"0,0 0 9 0,-4-6 1 0,4 6-4 0,0 0 2 0,0 0 4 0,0 0 3 0,0 0-1 0,0 0-3 0,-3-1-2 0,3 1 0 0,0 0 5 16,3-3-4-16,-3 3 3 15,-3-4-4-15,3 4 1 0,0 0-1 0,0-4 2 16,0 4-1-16,0 0 3 0,0-2-4 0,-3 0 5 16,3-1-7-16,-3 0 7 0,3-1-7 15,0 1 8-15,-3-1-3 0,-1 3-5 0,0-4-2 16,1 3 3-16,0-1 6 0,3 0-3 15,-7-1 4-15,4 4-4 0,-4-3 3 16,0 3-3-16,-3 0-2 0,4 3 1 16,-8 1-1-16,4-1 0 0,1 2 5 0,-5 1-8 15,4 1-3-15,-3 0 2 0,3 0 2 16,3 1-1-16,-3 2-1 0,4 0 1 0,-2-1 1 16,-1 4-1-16,6-2-3 0,-4 1 4 15,4 1 2-15,-1-1-4 0,0 1 5 0,4-1-3 16,-3 1 5-16,3-3 0 0,0 2 2 15,3-2 4-15,-3 0-8 0,0-1 1 0,4-1 1 16,0 1-1-16,-1-1 5 0,0 0-4 16,1 0 0-16,-1 0 3 0,0-4-4 0,0 0 2 15,0 2 1-15,1-2-4 0,0 3-2 16,-1-6-3-16,0 5 7 0,1-5-2 16,2 3-1-16,-3-4 0 0,4 0 2 0,0 0 3 15,0-4 2-15,-1 3 1 0,1-5-3 16,-4 2 1-16,4-1-2 0,-4-4-5 0,1 2 11 15,-1-2-11-15,0-1 5 0,-3 0 0 16,3-3 5-16,-3 1-7 0,0 2 1 0,0-2 1 16,0-1-3-16,0 2-3 0,0 2 3 15,0-1 0-15,0 3 0 0,0-4 2 16,-3 4-3-16,3 0 0 0,0 0-2 16,3 1 4-16,-3-2-1 0,0 4-9 0,4-4-4 15,-1 3 9-15,0-3 3 0,1 4-9 16,3-3 6-16,-1 3-7 0,1-3 8 0,-1 1-1 15,1 5-6-15,0-6 4 0,-1 6 2 16,4-2-1-16,-2 1-5 0,1 2 2 0,-2 0 4 16,2 2 5-16,-1 1-4 0,-2-2-2 15,1 6-4-15,-1 0 6 0,2-2 0 16,-5 1 0-16,0 2-1 0,0 3 1 0,0-5-4 16,1 5 9-16,2-3-12 0,-6-2 5 15,8 2 5-15,-5 3 0 0,0-5-9 0,0 2 9 16,0 3-9-16,1-5 6 0,-1 2-2 15,0 1 0-15,5-2 0 0,-5 1-4 0,3-4 9 16,-2 4-4-16,-1-3 1 16,0 0-3-16,0-1 2 0,5-1 3 0,-5 2-7 15,0-2 5-15,0 2 0 0,-3-4-3 16,7 3 3-16,-7-4 0 0,3 3 5 0,0-2 3 16,-3-1-8-16,3 3 1 0,1-3-1 15,-4 0 2-15,0 0-1 0,0-4 5 0,0 4-4 16,0-11-2-16,-4 4 0 15,1 0-2-15,0-4 0 0,-3 1 3 0,-4-2-9 16,-1-1 1-16,2-2 0 0,-4 1 1 0,2 1 9 16,-2 1 1-16,2-1-8 0,2 2-4 0,2 2 4 15,-2 2-2-15,1-2 4 0,-2 1 3 16,4 2-3-16,0-2 3 0,1 4-4 16,-1-4 1-16,3 3-5 0,-4 3 3 0,4-4-1 15,0 2-6-15,0 1 3 0,-1-2-4 16,4 2-1-16,0 1 3 0,0-3-1 0,0 2 3 15,7 0-3-15,-4 2 7 0,3-2-2 16,4-1-2-16,-2 4 1 0,4-1 1 0,-2-2 3 16,1 1-1-16,2 0 1 0,-4-1 1 15,5 3-1-15,-4-3-4 0,1 3 6 16,-5-3 2-16,4 3 1 0,-4 0-2 16,-3-1 2-16,5 1-4 0,-2 0-7 0,1-3 8 15,-4 3 1-15,-3 0 1 0,10 0-4 16,-6 0 0-16,-4 0 7 0,10 0 2 0,-7 3-5 15,0-2 3-15,0 2-2 0,0 3-3 16,1 1 0-16,0-2 7 0,-4 2-2 0,3 3-1 16,0-2-3-16,1 2-5 0,-1-3 10 15,0 4-2-15,-3-4-2 0,3 0-1 16,0 4 4-16,1-4-4 0,-4 0 2 0,4 1 5 16,-1-1-7-16,0-1 1 0,1-2 1 15,-1 4-3-15,3-4 4 0,-2 2-2 0,-1-1 2 16,4 0-2-16,-4 0 4 0,4-2-7 15,-1 1 3-15,1-1 1 0,-4 0-2 0,4-1 3 16,0 0-1-16,-1 1-5 0,4-2 5 16,-3-1-3-16,0 0 1 0,-1-1 2 15,4-2 3-15,-2 1-4 0,1 0-4 16,-2-4 4-16,3 3 1 0,-3-1-4 0,-1-1 4 16,-3-2-1-16,4 1 7 0,-4-5-4 15,0 5 3-15,-3-2 4 0,5-3-2 0,-10 3-1 16,5-2 0-16,-3 2 5 0,3-5-6 15,-6 2 3-15,2 3-2 0,1-2 0 0,-6-1-5 16,1 4 2-16,2-3-9 0,-7 2-4 16,2 4-7-16,1-2-12 0,-6-1-104 0,-1 7-128 15,-3-4 223 1</inkml:trace>
  <inkml:trace contextRef="#ctx0" brushRef="#br1" timeOffset="-110896.53">2090 11426 640 0,'0'0'-28'0,"0"0"9"0,0 0 8 0,0 0 1 0,0 0 4 0,0 0-1 0,-10 0 7 16,6 7 5-16,-3-6-3 0,1 2-2 0,-1 5 6 16,1-3-1-16,-2 3 1 15,-1-1 1-15,2 0 0 0,1 1-1 0,-2 2 2 16,-1-3-2-16,2 4 0 0,1-1 1 0,3-2 0 16,-5 3-1-16,5-3-3 0,0 2-2 15,-4-3 3-15,7 3-3 0,-3-2-1 16,0-1 3-16,3 3 1 0,0-2-4 0,0-1 2 15,0 1 2-15,3-2-5 16,0 2 5-16,1 1-2 0,-1-5 0 0,0 0-2 16,0 4 5-16,0-2-1 0,5-1-2 0,-5-3 3 15,4 2-3-15,-1 0 0 0,0 0 0 16,2-1-2-16,-2-3 1 0,1 3-1 16,-1-3 2-16,1 0-3 0,3 0 4 0,-6 0 1 15,5 0 0-15,-2-3 3 0,0 3 1 0,0-3 4 16,-1 2-1-16,1-6-3 0,-1 3 4 15,1 0 3-15,0-2-6 0,-4-1 3 0,4-1 1 16,-4-2-3-16,4-1 1 0,-4 5-3 16,1-5 1-16,-1 2 4 0,0-1-1 15,-3 0-4-15,0 0 5 0,0-2-10 16,-3 1 4-16,0 1 0 0,-1-2-1 0,1 5 0 16,-4-3-10-16,4-1-9 0,-1 1-15 15,-5 3-104-15,2-3-123 0,0 5 224 0</inkml:trace>
  <inkml:trace contextRef="#ctx0" brushRef="#br1" timeOffset="-110229.95">2439 11408 703 0,'0'-3'-2'0,"0"-2"2"0,0 2 5 0,0 0 1 0,0 2 8 0,0 1-10 0,0 0 5 0,0-6 6 0,0 6-4 0,0 0 2 0,0-3-1 0,0 3 3 0,0 0-6 0,0-2 2 15,0 2 3-15,0 0-5 0,0 0 2 16,0 0-2-16,0 0-5 0,0 0 2 16,0 0-3-16,0 0 4 0,0 0-3 0,-3-2-6 15,3 2 8-15,0 0-4 16,0 0-4-16,-3 7 0 0,0-1 5 0,3 2-6 0,-4 3 2 16,1 2 4-16,0-1-7 0,-1 2 8 15,0 0-4-15,4 4-1 0,-3-6 3 0,3 2-5 16,0 2 8-16,-3-1-1 0,3 0-4 15,0 0 0-15,0-1 6 0,0-1-6 0,0-1 3 16,0 1-5-16,0-1 2 16,3-1-2-16,-3-1 3 0,0-3-2 0,0 3 3 0,0-2-1 15,0-1 2-15,0 1-7 0,0-3 6 16,3 0 0-16,-3-1 0 0,-3 2 1 0,3-1-3 16,0 0 4-16,0-4-1 0,0 6 6 15,0-6-1-15,3 2-4 0,-3-3-4 16,0 3 2-16,4-3-12 0,-4 0-1 15,0 0-9-15,0 0-27 0,0-7-106 16,4 0-88-16,-4 6 238 0</inkml:trace>
  <inkml:trace contextRef="#ctx0" brushRef="#br1" timeOffset="-109098.52">2659 11450 650 0,'-6'5'-2'0,"-1"-1"-1"0,1 5 4 0,-2-2-4 0,2 1-5 0,-1-1 8 0,1 3 0 0,0-1 0 0,-2 2 0 15,2-5-5-15,2 5 8 0,-2-1 1 16,3 1 1-16,-4-4-6 0,3 0-1 15,4 4 0-15,-3-4 2 0,0 0 0 0,3 1 2 16,3-4 0-16,-3 5-3 0,3-5 0 16,-3 0-1-16,8 4 2 0,-5-2 4 15,3-1-5-15,1-3 2 0,-1 2 1 0,2 3-4 16,-2-6 1-16,4 2 4 0,-4 0-3 16,5 0 0-16,-5-3 0 0,4 2 5 0,-4-2-2 15,2 0 6-15,1-2-1 0,-2 2 1 16,-1-3 6-16,2 0-5 0,-5 0-3 15,4 2 6-15,-4-7-1 0,0 3-5 0,0 0 1 16,0-5 1-16,2 2-1 0,-2-2-3 0,-3 3 2 16,0-5-4-16,0-1-3 15,0 3 5-15,0-2-1 0,-3 1 3 0,-2 1-6 16,5-1 2-16,-3 3 2 16,0-2-2-16,3 2 2 0,-3 1-5 0,0-2 0 0,3 1 9 15,-7 4-7-15,4-3 1 0,-5 1-6 16,5 5 0-16,-3-6-1 0,-1 3 0 0,4 2 6 15,-3 0-1-15,1-4-2 0,2 3-2 16,0 2-1-16,0-2 0 0,-1 3 0 0,1-4 1 16,3 3 1-16,0 1-2 0,0 0 2 15,0 0 3-15,0 0-2 0,0 0-6 16,10 0 3-16,-4 1 1 0,2 3 4 16,-2-1-6-16,4-2 4 0,1-1 1 0,-2 3-5 15,4 0 5-15,-2 0 0 0,-1-1-1 16,-1 0-3-16,5 1 6 0,-4-3-2 0,-4 1-3 15,5 3-2-15,-1-1 5 0,-4-3-4 16,0 1 4-16,2-1 0 0,-2 3-2 0,1 0-1 16,-4-3 3-16,0 0 0 0,4 3-5 15,-3-3 5-15,-1 0-4 0,0 2 4 0,-3-2-3 16,4 2 1-16,-4-2 2 0,3 3-3 16,0-2 6-16,-3 3-5 0,3-1 2 15,-3 1-1-15,-3 4 4 0,3-2 1 0,-3 2-3 16,0 1-3-16,-1-1 4 0,1 3 0 15,0-1 0-15,-1 1-7 0,-3 1 4 0,4-2-1 16,0 0 3-16,0 1-2 0,-1 0 2 16,1-1-1-16,0 2 3 0,3-3-7 15,-4-1 2-15,4 0 2 0,-4 1 1 0,4-2-2 16,4 1-2-16,-4-1 3 0,4-2-2 16,-4 0 4-16,3 3-1 0,0-7-2 0,4 5 4 15,-1-3 1-15,1-1-6 0,3 0 4 16,-3-2 3-16,3 3-3 0,0-3-4 15,0-3 5-15,3 1-5 0,-3 0 8 0,0-1-5 16,3 0 4-16,-2-1 1 0,-2-3-5 16,1 3 4-16,1 0 1 0,-5-5-3 15,4 1 0-15,-4 2 2 0,2-2 1 0,-2-3 0 16,-3 5-2-16,4-5 3 0,-4-1 2 16,0 2 0-16,-3-2-4 0,5 2 1 0,-5 0-1 15,0 0 4-15,0-1-8 0,0 2 3 16,-5-1 3-16,-1 3 0 0,-1-4-9 15,-2 4 0-15,-5 0-10 0,4-1-9 0,-3 3-30 16,-4 0-116-16,-3-1-42 0,4 5 71 16</inkml:trace>
  <inkml:trace contextRef="#ctx0" brushRef="#br1" timeOffset="-107637.59">2370 11762 555 0,'0'0'4'0,"0"0"5"0,0 0-2 0,0 0 5 0,0 0-3 0,0 0 1 0,0 0 3 16,-10-4-5-16,10 4-5 0,0 0-1 0,0 0 3 0,-8 1-2 0,8-1 4 15,0 0-2-15,-6 0 3 0,6 0-2 16,0 0-1-16,0 0 2 0,-6 0-3 0,6 3 3 16,0-3 0-16,0 0 1 0,0 0-2 15,-7-3 0-15,7 3 4 0,0 0-6 0,-3 3 2 16,3-3-1-16,0 0-3 0,0 0 3 16,0 0 1-16,0 0-1 0,0 0-5 15,0 0 4-15,0 0 1 0,0 0-1 0,0 0 3 16,0 0-7-16,0 0 0 0,16 0 2 15,-10 0 0-15,2-3-2 0,5 3 1 0,4 0 0 16,-1-1-3-16,4-2 2 0,7-1 3 16,3 3 0-16,3-4-3 0,4 3 1 0,3-1 0 15,7-3 2-15,-1 2 3 0,4-1-9 16,-4 0 3-16,8 0 4 0,-4-2-8 16,0-1 5-16,-3 1 2 0,2 1 1 0,-2-1-3 15,-4-1 1-15,1 4 2 0,-4-2-4 16,-7 2 2-16,1-3 2 0,-8 3 0 0,1 0 2 15,-7 1 5-15,0-3 4 0,0 5 4 16,-4-2-7-16,-2-1 3 0,2 3-1 0,-5-2 3 16,2 3-7-16,-7-2-5 0,5 0 4 15,-4-1-1-15,-1 3 2 0,-3 0 0 16,0-3-8-16,2 3 6 0,-5 0-2 0,0 0-10 16,0 0-9-16,0 0-4 0,0 0-15 15,0-3-53-15,0 3-115 0,0 0-21 16,-14 0 75-16</inkml:trace>
  <inkml:trace contextRef="#ctx0" brushRef="#br1" timeOffset="-104302.98">3383 11405 571 0,'-3'7'-10'0,"0"-1"15"0,-1 1 2 0,-3 2-1 0,0 0 1 0,4-1 1 0,-3 0-3 0,-1 3-1 0,3-5-2 0,-2 5 0 0,2-1-1 0,-2 1 3 16,3-1-2-16,-1-3 1 0,1 2 1 16,-1 0 4-16,4-2-1 0,-3 2-6 0,3 0 2 15,0-2-1-15,0 1 2 0,0-1-2 16,3 0 1-16,1-3-2 0,-1 4-3 16,1-2 4-16,-1-1 1 0,3 0-1 0,-2-4 6 15,2 3-5-15,5-1 8 0,-5-2-5 16,4-2 3-16,1 1-2 0,-2-3 2 15,-2 3-2-15,2-5 4 0,2 2 2 16,-5-1-4-16,4-2-1 0,-2-1 2 0,-2-1 1 16,-3 1 2-16,4 0-3 0,-4-4-2 15,-3-2 4-15,0 4 1 0,0-4-11 0,0 1 0 16,0-1 4-16,-3 1-1 0,3 2-2 16,-4 0-1-16,1 0 2 0,3-1-4 0,-3 3 1 15,3 2-2-15,-3-2 4 0,3 1 3 16,0 2-6-16,-3-2-1 0,3 1 2 0,0 2 1 15,-5 1 0-15,5-2-4 0,0-1 2 16,0 5 0-16,5-2 2 0,-10 0-7 0,10 0 4 16,-5 1 0-16,3 0-5 0,0-2 4 15,3 3-1-15,4-2 1 16,-2 0 0-16,1 3 8 0,-2-1-9 0,2 1-4 0,2 0 2 16,-1 0 8-16,-1 0-2 0,2 0-5 15,-1 0-1-15,-4 0 1 0,1 1 5 0,3-1-5 16,-3 3 5-16,-1 1 2 0,1 0-6 15,-3 0 5-15,2 2-1 0,-2 1 0 0,-1 1 1 16,-3-1-8-16,3-1 4 0,-3 2 3 16,0 0 2-16,0 1-5 0,0-1-3 15,0 3 3-15,0-3 4 16,0 5-2-16,-3-3-2 0,3-2 4 0,0 3-4 16,-3-3 3-16,3 2-2 0,3-3 1 0,-3 1 2 15,0-2-6-15,0 1 5 0,0 0 0 0,0-2-1 16,3 0 2-16,0 0-4 0,1-1 3 15,-1-1-4-15,4 0 10 0,0-3-10 16,2 3 5-16,-2-6-2 0,3 3 0 0,0-3 2 16,0 0-3-16,4-1 2 0,-5-1 2 15,1 0 2-15,-3-3-10 0,3 1 3 0,0-1 2 16,-3 1 1-16,0 0-8 0,-4-4 11 16,3 4-5-16,1-3 2 0,-4 2 3 0,-3-2-4 15,3 3 2-15,-3-1-4 0,0-2 1 16,0 3 7-16,0-3-2 0,-3 2-3 15,3 4-3-15,-3-3 1 0,-4 0-4 0,4 3 5 16,-3 1 0-16,3 0 3 0,-5-1-3 16,2 0-5-16,-1 4 5 0,1-1 0 0,2-2-4 15,1 3 1-15,3 0-6 0,-4-3 7 16,4 3-2-16,0 0-1 0,11 0 1 16,-5 0-5-16,1-1 7 0,7 1 0 0,-5-3 1 15,4 0-6-15,1 0 8 16,2 1-4-16,-2 0-5 0,2 2 7 0,-2 0 2 0,-1-4-3 15,1 4-3-15,-1 0-1 0,-4 0 3 16,-1 0 3-16,2 4-4 0,-1 0 3 0,-2 2-1 16,0-2 0-16,-4 3-3 0,1 1 6 15,-1 2-2-15,0-3-3 0,-3 4 1 16,3-3 1-16,-3-2-1 0,3 5 7 16,-3-5-4-16,0 1-4 0,4 1 5 0,0-1 3 15,-4-2-5-15,0 1 0 0,0 1-2 0,3-3 3 16,-3 2 3-16,3-2-3 0,-3 0-3 15,4 3 3-15,-1-6 2 0,0 2-2 0,-3 0 2 16,6 0 0-16,-2-1 1 0,3-2-3 16,-4 0 2-16,1 0 1 0,2 0-2 15,1-2 4-15,0-1-4 0,-1-3-2 0,1 5 3 16,-1-6 3-16,1 3-1 0,-4-3 0 16,1 1-3-16,3-2 2 0,-4 4-2 15,3-3 4-15,-6 1-2 0,4-2 5 0,-1 2-6 16,-3 1 0-16,-3-2 1 0,3 0-2 15,-4 3 4-15,-2 0-4 0,3 1 3 0,-8-3-5 16,8 5 9-16,-7-2-7 0,4-1-5 16,-1 3 6-16,0 1-5 0,4-3 6 0,-4 0-1 15,1 3-4-15,2 0-1 16,-2-1-1-16,2 1 1 0,0-3 0 0,4 3 1 16,-6 0-4-16,6 0 1 0,0 0 4 0,0 0-7 15,-6 0 7-15,6 0-3 0,0 0-2 16,0 0 3-16,0 0 1 0,12 7 2 15,-4-7-5-15,2 0 4 0,-1 3-4 0,2-3-1 16,2 1 2-16,0-1-2 0,1 0 1 0,-1 0 1 16,4 0 2-16,-8 0-3 0,5 0 1 15,-4 0 3-15,3-1 0 0,1 1-3 16,-5 0-2-16,1 0 5 0,-2 0-2 16,-2 0 2-16,0 0 0 0,1 1-2 0,-4-1-3 15,0 4 9-15,5-1-2 0,-5-2-4 16,-3 5 1-16,0-1 1 0,3 0 4 0,-6 0-6 15,3-1 3-15,0 5 2 0,-3-5-3 16,3 4 0-16,0-1 3 0,-3 1-2 0,3-2 0 16,0 2 0-16,0-2 0 0,0 1 0 15,-5-3-1-15,10 4-2 0,-5 1 3 0,3-5-1 16,0 4 2-16,0-1 1 0,-3 1-2 16,3-3 0-16,-3 3 2 0,4-4-2 15,-1 4-1-15,0-3 1 0,0 0 3 0,2-2-3 16,-5 1-2-16,3-1 2 0,0 0 2 15,0 1 0-15,1-4-1 0,-1 3-3 16,0-2 4-16,3-1 2 0,-1-1-2 0,1 1-2 16,-3-3 5-16,1 1 2 0,-1 0-3 15,0-4 3-15,0 2-2 0,0 1 1 16,-3-5-2-16,5 1-2 0,-2 0 3 0,0-1 3 16,-3-2-4-16,-3 0 2 0,3 0-9 15,0-1 7-15,0 2-3 0,-3-1 3 0,-2 3-1 16,2-1-5-16,0 1-1 0,0-2-3 15,0 5 9-15,-7-1-7 0,2 0-3 0,-1 3-4 16,-1-1 3-16,-1 0-1 0,5 3-1 16,-7-3-4-16,7 3-2 0,-5 0 0 15,4 0-9-15,4-1-12 0,-3 1-10 16,6 0-23-16,-8-3-95 0,5 3 56 0</inkml:trace>
  <inkml:trace contextRef="#ctx0" brushRef="#br1" timeOffset="-103010.87">4547 11430 408 0,'-11'10'-7'0,"4"0"9"0,1-1-3 0,0 0 5 0,-2-1 0 0,2 3 1 0,2-1-3 0,1-2 5 16,0 2-2-16,0-3 1 0,3 1 0 0,0 2-1 0,0-3 1 0,0-3-3 0,0 4 6 0,6 1-4 0,-3-5 0 0,1 4-1 0,2-4 2 0,5 2 0 0,-2-3 2 0,-2 1 0 0,4-4 1 0,1 3 4 0,-2-2 1 0,1-1 1 0,-2 0-3 16,1 0 1-16,1 0 1 0,-2-1-2 0,1 1 1 15,1-3 7-15,-5-1-9 0,1 1-1 16,-1-3 4-16,2 2 3 0,-2-4-5 0,-3 1-3 16,1 0 1-16,-1-1-2 0,0-2 1 15,-6 0 2-15,3 0-9 0,-3-1 2 16,3 3-1-16,-4 0-2 0,1-1 2 15,0 1-5-15,-5 2 5 0,2 1 2 0,3-2-4 16,-4 0 1-16,4 3-6 0,-3 2 2 16,1-3-1-16,2-1-3 0,0 5 2 0,3-6-3 15,0 6 0-15,3-5 3 0,5 5 3 16,-2-5-3-16,1 3 5 0,2-1-2 0,2-1-6 16,-1 2 5-16,-1-1-1 0,2 1 3 15,-1 0-2-15,-1 0-3 0,2 3 2 0,-1-2-4 16,-4 0 0-16,0 4 4 0,2-2-2 15,-2 2 6-15,1 4 2 0,-4-2-7 0,0 2 6 16,1-1-4-16,-1 2 6 0,-3 0-6 16,4 0 3-16,-4 1-4 0,3 1 3 15,-3-2 2-15,3 1 2 0,-3-1-5 0,4 0 1 16,-4 1-1-16,3-1 3 0,-3 3 1 16,3-6-3-16,0 4 1 0,1-2-2 0,-1 1 2 15,-3 1-2-15,3-4-3 0,1 2 7 16,-4-3 2-16,3 1-7 0,1 0 5 0,-1 0-3 15,3 0-2-15,-2-4 2 16,-1 3 2-16,4 0-1 0,-4-3 4 0,4 3-1 16,-4-3 3-16,4-3-3 0,-4 3 1 15,4-3 5-15,-4 0-5 0,1-1 0 16,-1 0 1-16,0 0 4 0,0 0 0 0,-3-2 4 16,0 2-10-16,4-3 1 0,-8 1-3 15,4 1 2-15,-3-2 1 0,0-1 1 0,0 3-3 16,-1-3 0-16,1 1-3 0,-1-1 3 0,1 4 1 15,0-2 3-15,-1 2-4 0,4-3 0 16,-3 3-10-16,0 0 5 0,3-2-5 16,0 3 3-16,0-1-1 0,0-1 1 0,3-1 7 15,-3 5-3-15,7-2 0 0,-4-3-3 16,0 2-4-16,4 0 3 0,-3 3 1 0,2-2 1 16,-3 0-1-16,4 2-1 0,-4-2 4 15,1 0 0-15,0 3-3 0,2 0 1 16,-6 0 0-16,6 0-1 0,-2 0 4 0,-4 0-6 15,9 6 5-15,-4-5-1 0,-2 5 1 16,0 2-1-16,0-4-1 0,-3 3 4 16,3 0 0-16,1 0-3 0,-1 0-1 0,0-2-2 15,0 1 3-15,-3 2 1 0,5 1-3 16,1-5 1-16,-6 0 3 0,3 3-3 0,0 0-4 16,1-4 5-16,2 1 1 0,-3 0 4 15,2 3-2-15,-2-3-2 0,0-1 0 0,0 0 1 16,4-1-1-16,-4 3-2 0,0-4 5 15,0 3-1-15,-3-1-1 0,5-3-2 16,-2 1 4-16,0 2-6 0,0-3 5 0,1 0 1 16,-4 0-3-16,9 0 2 0,-6 0-2 15,5-3 4-15,-5 2 1 0,4 1-3 16,-1-7 0-16,0 6 3 0,-2-2 0 16,3 1-4-16,-4 0 2 0,4-1 3 0,-4-3 2 15,0 5 0-15,-3-2 3 0,3-1-2 0,1 3 9 16,0-4-7-16,-4 3 3 0,3-4-3 15,-3 3 5-15,0-1-6 0,0 0 1 0,-3 0-7 16,-1 0 3-16,4-2 2 0,-4 3 1 16,1-1-5-16,-3-4 4 0,3 4-7 15,-4-2 1-15,0-1 1 0,3 2 1 0,-5-1-3 16,2 2-10-16,1-2 0 0,-5 2-5 16,2-1-7-16,-4 2-19 0,-1-1-46 0,-2 1-164 15,-5 0 55-15,1 0 66 0</inkml:trace>
  <inkml:trace contextRef="#ctx0" brushRef="#br1" timeOffset="-102279.53">5196 11394 510 0,'0'-1'13'0,"0"1"5"0,-3-3-3 0,3 3 6 0,-7 0-5 0,7 0 1 0,-3-3 4 0,3 3-2 0,0 0-2 0,0 0-3 0,-7-3 2 0,4 3 2 0,3 0-6 16,0 0-2-16,-3 3-1 0,3-3-4 0,-4 3 2 16,1 0-2-16,0-2 4 0,-1 2-7 15,1 1 4-15,3 3 2 0,-4-3-6 0,1 2 0 16,3 1 0-16,-3-2 1 0,0 2 0 15,3-1 0-15,-4 1-1 0,4 1 0 0,0-1-4 16,-3-2 5-16,3 1 1 0,0 2-6 16,3-2 3-16,-3 1 3 0,0 1-2 15,0-4 0-15,0 5 1 0,4-5-1 16,-1-1-7-16,0 2 5 0,0-1 0 0,4-1 0 16,-3 3-2-16,-1-4 6 0,4 0-5 15,-4 1 0-15,3-2 6 0,1 3-5 0,0-4 3 16,0 3-3-16,-4-6-2 0,7 3 7 15,-4-4 0-15,5 3 3 0,-5-2 10 0,1-1-11 16,3-2 4-16,-3 2 0 0,-1-4-1 16,1 1 0-16,-4-2-2 0,4 1 2 15,-3 0-4-15,-1-2 2 0,0 2 0 16,0-2-11-16,-3 3-10 0,0-1-17 0,-3-2-99 16,0 3-135-16,-4-1 217 0</inkml:trace>
  <inkml:trace contextRef="#ctx0" brushRef="#br1" timeOffset="-100486.56">2559 11125 728 0,'0'-3'4'0,"0"0"4"0,0 2 1 0,0-2-3 0,0 3-1 0,-3-6 1 0,0 6-6 0,3 0 2 0,-3-4-2 0,-4 4 0 0,-3 2 3 0,3-2-4 16,-3 2 0-16,-3 4 0 0,0-2 1 15,-1 3 1-15,1 1 0 0,0 5 4 0,-4-1-6 16,0 4 1-16,1 2-1 0,-2-2-3 16,2 5 5-16,-4-1 5 0,7-2-5 0,-1 1-4 15,-2-1 1-15,5 2 7 0,2-1-8 16,-1 2 5-16,4 1-2 0,-2-1 0 0,5-3-3 16,-4 3 2-16,7 2 1 0,0 0-1 15,0-4 3-15,0 3 2 0,0-1-4 0,4-1-2 16,-1 0 4-16,3-3 0 0,2 4-2 15,1-4-4-15,1 3 8 0,-2-6-2 16,4 3-3-16,1 0 2 0,1-2 1 0,-1-1 3 16,4-2 0-16,-1 1-1 0,5-2-1 15,-4-2 1-15,2 0 2 0,2 2-5 0,-1-3 3 16,-1-3-3-16,2 3 3 0,-5-4-3 16,1 0-2-16,3 0 2 0,-4 1 2 0,-2-4 1 15,2-1-4-15,2 4 1 16,-2-8 7-16,1 4 0 0,-1-1 4 0,1-2 0 15,-1-3-3-15,-5 2-2 0,2-3 3 16,4-3 0-16,-1-1 0 0,-2-3 3 0,2-1-3 16,-2-3-2-16,-1 1 2 0,0-3 5 15,-3-4-1-15,-3 3 9 0,3-1-9 0,-10-6 3 16,3-1 12-16,-6 0-10 0,-4 0-6 16,-3-5 4-16,-3 1-8 0,-4 2 1 0,-9-5 4 15,-1 3-5-15,-6 4-1 0,-1-3-5 16,-2 4-19-16,-8 3-10 0,4 3-19 15,-7 1-78-15,7 7-204 0,-3 3 158 0</inkml:trace>
  <inkml:trace contextRef="#ctx0" brushRef="#br1" timeOffset="-91368.31">1552 13966 885 0,'0'-1'-10'0,"-3"-5"9"0,0 5 1 0,3-2-4 0,-7 3 1 0,1 0 1 0,0 0-4 0,-2 3 10 16,-2 4-8-16,1 0-2 0,-2 4 5 0,1-3 4 15,1 9-4-15,-5-3-3 0,7-2 2 16,-2 1 2-16,2 5 0 0,0-3 3 16,0-5-4-16,1 5 1 0,3-4-3 0,-1 3-1 15,1-4 4-15,-1-1 2 0,1 1-5 16,3 3-2-16,0-5 4 0,0 2 4 15,0-3-4-15,0 1 4 0,0-4 3 0,7 2-8 16,-4 1 5-16,4-5 0 0,3 4 0 16,4-3-2-16,-5-6-2 0,4 3 6 15,4 0-4-15,-4-6 2 0,4 4-6 0,-4-5 3 16,1 0 1-16,-1-2 8 0,-2 7-7 16,-2-11 0-16,1 3 1 0,1 1 4 0,-5-1-3 15,-3 2 5-15,1-6-7 0,-4 3 1 16,3-2 3-16,-6 1 3 0,3 5-4 15,0-3 1-15,-4-4 5 0,4 6 1 0,-3-1-9 16,0 1 4-16,3 7-1 0,-3-9 4 16,-2 4-2-16,5 4-2 0,-3-5-1 0,3 1 3 15,0 2-4-15,-3 4 1 0,3-8-4 16,0 2-1-16,3 5 0 0,0-5-1 0,5 5 6 16,-2-2-7-16,4-3 0 15,0 4 1-15,4-5 7 0,-2 7-2 0,2-7-6 16,2 4 0-16,2-3 5 0,-2 4-5 15,1 2-2-15,-4 0-4 0,4-6 5 0,-4 12 4 16,-3-6-4-16,0 8 1 0,0-4-3 16,-3 9 0-16,-3-2 6 0,-1 3-3 0,-3-2 0 15,0 9-2-15,0-11 3 0,-3 5-1 16,3-4-5-16,0 3 9 0,0-3-3 0,0 3 0 16,0-4 2-16,3-3-4 0,-3 1 5 15,0-4-3-15,0 9-2 0,3-11 3 0,0 7 2 16,0-2-2-16,1-6-2 0,2 5 7 15,-2-4 2-15,0-2-6 0,2 0 0 0,0 0-2 16,1-2 3-16,-4-4 4 0,5 5-5 16,-2-9 1-16,0 2-5 0,1 2 6 15,-4-1 2-15,0 3-6 0,-3-4 3 0,5 1-2 16,-5 0 4-16,3-2 2 0,-6 7-4 16,3-5 0-16,-5 0-1 0,5 4 4 0,0-3 0 15,0 4-2-15,-3-4-6 0,3 5 6 16,0-5-5-16,0 2 7 0,0 4-11 15,0-6 7-15,8 4 0 0,-5-4-3 0,6 5 3 16,1-6-4-16,4 4 6 0,-4-3-8 16,7 4 0-16,-1-5-2 0,1 1 5 15,-1 2 2-15,8-2 2 0,-4 4-10 16,-4-5 10-16,1 1-7 0,-4 5-1 0,1-2 4 16,-1-3-1-16,0 4-3 0,-2 2 0 0,-2 0 1 15,-2 0 7-15,0 2-6 0,-4 4 0 16,-3-2 2-16,0 2-1 0,0 1 7 15,0 4-5-15,0 3 2 0,-3-6-6 0,3 2 2 16,3-1 7-16,-3 1-7 0,4 3 7 16,-4-2-7-16,3-3 2 0,0 0 5 15,-3 2-2-15,3 3-4 0,1-5-2 16,-1-4 0-16,0 3 9 0,1 1-4 0,0 1-4 16,-1-2 2-16,-3-6-3 0,3 5 6 15,-3-4 0-15,6 4 6 0,1-6-5 0,-1 3 5 16,5-3-5-16,-1-3-2 0,4 3 0 15,-2-6 0-15,1 4 1 0,1-5 0 0,-1 0 0 16,4-2 1-16,-4 1-6 16,-2 0 0-16,2-1 4 0,-4 0-6 0,2 2 6 15,-4-4 3-15,-4 4-2 0,3 0 0 0,-3-4-4 16,-3 5 5-16,0-1 1 0,-3 3-5 0,-3-4 5 16,-1 1 1-16,-3 1-9 0,0 2 7 15,-3-2-5-15,2 4 8 0,-1-5-8 16,-1 1 4-16,2 5 5 0,-2-2-6 15,2-3 2-15,2 4-3 0,-1 2 0 0,-1-6-1 16,5 5 3-16,-4 1-4 0,4-6 3 0,3 6-9 16,-2-1 12-16,2-2-5 0,3 3 1 15,14-6-4-15,-4 4 4 0,4 2-2 16,5-7 2-16,1 7-2 0,4-7-3 16,-2 4 6-16,5-3 1 0,0 4-3 0,-3-4-3 15,-4 5 1-15,3-5-2 0,-6 5 2 16,-1 1-3-16,1-3 1 0,-1 3-2 0,-5 0 8 15,2 3 0-15,-7 4-8 0,2 0 5 16,-2 1-2-16,-6 2 0 0,3-1-1 0,-3 7 4 16,0-9 0-16,3 5-2 0,-3 1 2 15,4-1-1-15,-1 1 0 0,0-5 1 16,1 2 7-16,3-1-9 0,-1 1-1 16,-3-3 0-16,4 1 7 0,-1 1-3 0,2-2 6 15,-2 0-7-15,4-5-2 0,-4 7 4 0,2-2 5 16,-2-7-8-16,-3 1 7 0,4 5-4 15,-1-6 6-15,2 0-3 0,-2 0 3 16,4 0 0-16,-4-7-3 0,-1 1-1 0,1 2 10 16,1-4-7-16,-4-5 8 0,3 9-5 15,-3-10 0-15,2 7 2 0,-2-3-5 0,-3 1 4 16,0 2 3-16,0-2-5 0,0 1 6 16,0 1-3-16,-3 3 2 15,3-4-9-15,-8 1-1 0,5 1 3 0,-3 2-1 0,-1-2-1 16,-4 4 1-16,5-4-3 0,0 5 4 15,-1 1-10-15,1-6 3 0,1 5 2 16,-1-2-8-16,6 3 5 0,-3-6-9 0,3 6 11 16,0 0-4-16,0 0-7 0,0 0 11 15,0 0-5-15,17-2-4 0,-7 2 1 16,-4 0 2-16,8 0 1 0,-4 0 3 0,2 0-1 16,2 0-4-16,2 0 3 0,-2-6 2 15,2 6-3-15,2 0 5 0,2 0-8 0,-4 6 3 16,4-6 12-16,-3 0-12 0,0 0 5 15,-1 2-3-15,1-2-2 0,-4 6 6 0,-2-6-3 16,1 0 1-16,-2 0-4 0,1 3 3 16,-5-2-1-16,-3 5 0 0,4-5 1 15,-4 5-6-15,-3 2 8 0,0 2 3 0,-3-3-6 16,3 1 5-16,-3-4-8 0,3 3 7 16,-4 1-1-16,4 1-4 0,0-2 3 0,0 2 1 15,0 0 0-15,4-2 3 0,-1 0-1 16,0 1-3-16,0-4 3 0,2 2 0 15,1 1-2-15,0 1-1 0,1-8 0 0,4 3 3 16,-5 4-1-16,4-7 3 0,-4 0 2 16,5 0-2-16,-5 0 0 0,4 0-4 15,-4 0 4-15,5-6-7 0,-4 2 5 0,-1 4 2 16,0-8-6-16,2 1 3 0,-2 0 5 16,-2 4-4-16,-1-11 6 0,0 7-9 0,0 3 2 15,-6-4-1-15,3 1 3 0,-3 1 0 16,-4 2-4-16,1-4-1 0,-5 2 4 0,-2 5 2 15,4-6-7-15,-5 4 4 0,1-3-1 16,-1 4-2-16,1-4 0 0,2 5 4 0,2 1-6 16,-1-6 2-16,-1 6 0 0,8-1 1 15,-3-2 2-15,6 3-4 0,0-6-1 16,0 6 2-16,14-2-2 0,-8 2 7 0,7-6-3 16,-2 5-2-16,-2-5 0 0,4 5 7 15,-2-2-7-15,2 3 1 0,1-6-6 16,-5 4 1-16,4 2 4 0,1-6 0 0,-4 5-1 15,3 1 5-15,1 0 0 0,-2-6-1 16,-1 5-2-16,2 1-5 0,-3-3 5 0,0 3-2 16,-3 0 3-16,3 0-2 0,-4 0-3 15,1 0 5-15,-3 3-1 0,2 4 2 16,-6 0 0-16,0 1-2 0,0 2 3 16,-3-3 2-16,3 4-8 0,-3 3 4 0,-1-6 1 15,4 2-2-15,-3-1 3 0,3 1-1 0,3 3 1 16,-3-5 0-16,0 2-1 0,4-3 3 15,-1 1-3-15,0 2 2 0,0-3 3 16,4 1-9-16,0-5 7 0,0 4-3 0,-1-6-1 16,1 5-1-16,3-4 2 0,-3 4 2 15,2-6-6-15,-2 0-1 0,4 0 4 16,-5 0 4-16,4 0 1 0,-4-6-3 0,2 4-3 16,1-5-1-16,-2 1 8 0,-4 2-3 15,3-4-2-15,-1 1-2 0,-2 0-2 16,0-2 3-16,0 1 5 0,0 1-1 0,-3-3-2 15,0 2-2-15,-3 1 0 0,0 3 4 16,3-4-6-16,-3 1 2 0,0 0 0 0,-2-2-2 16,-1 7 4-16,3-5-4 0,-1 1 8 15,1 2-3-15,0 4-10 0,0-8 6 16,0 8 0-16,-2-6 2 0,2 5-4 0,0-5-2 16,3 5 5-16,3-2-3 0,-3 3 2 15,8-6 0-15,1 4 0 0,1-4-1 0,1 5 0 16,1 1-1-16,6-6 5 0,-2 2-5 15,1 4 2-15,-1-6-10 0,4 4 10 0,-4 2-3 16,2-6 0-16,-6 6 1 0,2-1-1 16,-1 1 8-16,1 0-4 0,-4 0-5 15,0 0 6-15,0 0-3 0,-3 0-1 0,-1 1 2 16,1 5-1-16,-4-4 2 0,-3 4 1 16,0 4-1-16,0-3 0 0,-3 4-1 15,-4 3 0-15,4-3-8 0,-4 3 7 0,1-2 0 16,2 3-1-16,1 1-1 0,-4-1 4 15,4-4-3-15,3 6 10 0,0-3-4 0,0-2-3 16,0 1-3-16,3-2 5 0,4-3 1 16,0 6-3-16,-1-10 5 0,4 3-6 15,-3 1 4-15,6-2 6 0,-3-2-12 0,3-4 2 16,1 6 0-16,-1-6-1 0,1-6 7 16,-1 5-3-16,1-2-2 0,-2-3-2 0,-2 4 3 15,4-5-1-15,-8-3 1 0,4 2 1 16,-2 1 0-16,-5-3-4 0,3-4-1 0,-3 3 6 15,-3-3-3-15,0 6 4 0,0-3-4 16,0-3 2-16,-3 3-2 0,0 4 0 16,0-3 2-16,0-4 0 0,-5 6 3 0,5-1-6 15,-4 1 0-15,4 7 3 0,-3-6 0 16,3-2-3-16,-2 7 2 0,-1-5-5 16,3 1 4-16,3 2-5 0,0-2 6 0,0 4-4 15,3-4 3-15,3 5 0 0,2-6 1 16,-2 4-1-16,4-3 2 0,1-2-2 0,-2 7 0 15,4-5 0-15,-2 2 1 0,-5-2-3 16,4 4-5-16,-4 2 3 0,2-6 5 0,-2 5-5 16,1 1 2-16,-1-6 1 0,1 5 1 15,-3 1-7-15,2 0 3 0,-2 7 2 16,-4-6 3-16,3 13 0 0,-3-4-4 0,3-1 3 16,-3 7-3-16,0-1 4 0,3-4 1 15,0 6-6-15,-3-3 4 0,8-2 6 16,-5 3-10-16,4 1 6 0,-1-7-4 0,0 7 4 15,2-7 4-15,-2 1-6 0,1 3 1 16,3-5 2-16,0-4 0 0,-3 3 2 16,6-1 1-16,-7 2-2 0,8-5-3 0,-4-2 9 15,0-1-4-15,0 0 4 0,0-1 7 16,0-2 1-16,0-5 4 0,-4 1 0 0,4 0-7 16,-6-4 3-16,3-2-9 0,-4 1-5 15,0-1 9-15,-3 1-7 0,0-2-7 16,0 3-6-16,-3-3-17 0,-3 3-21 15,-5-3-68-15,-2 3-222 0,-7 4 149 0</inkml:trace>
  <inkml:trace contextRef="#ctx0" brushRef="#br1" timeOffset="-88628.49">4456 14047 910 0,'0'0'-15'0,"0"0"12"0,-7-6-1 0,4 5 6 0,0 1 3 0,3 0-1 0,-4 0 9 0,1-6-1 0,3 5 5 0,0 1-5 0,-6 0-4 0,6 0 5 0,-4-3-4 0,4 3 3 0,0 0 1 0,-6 0 0 0,6 0 0 16,-11 3-8-16,5-2 1 0,-1 5 0 16,-6 1-3-16,3 1 4 0,-3-4-3 15,-1 9-3-15,4-5 1 0,-4 2 3 0,2-1-1 16,2 1 0-16,-1 3-1 0,5-2 5 16,-1-3-6-16,4 6 2 0,-3-4-6 0,6-3 7 15,-5 4-7-15,10-3 6 0,-2 0-3 16,3 2-3-16,4-3-1 0,1 1 5 0,-2-2 0 15,1-2 7-15,4 2-11 0,-4-5 7 16,2 5-6-16,2-4-3 0,-1 4 4 0,4-6-7 16,-4-6 7-16,4 6 4 0,0-2-6 15,0-4 5-15,-1 5-5 0,1-6 3 16,-4-2-3-16,1 7 7 0,-1-11-4 0,1 9 0 16,-2-4-1-16,-2-5 3 0,1 3-4 15,-2 1 5-15,-2-1-3 0,-1 2-3 16,2-5 12-16,-5 9-9 0,0-10 0 0,0 7 0 15,-3-3-2-15,0 1-1 0,-3 2 2 16,0 4 3-16,0-5-3 0,-5 1-7 16,-1 0 1-16,2 4 3 0,-2-5 5 0,-2 8-4 15,1-7 0-15,1 7 0 0,-2-6-1 16,4 5 10-16,-2-2-10 0,2 3 1 0,-3 0-4 16,3-6 2-16,4 4 0 0,-4 2-5 15,4 0-1-15,3 0-2 0,3-6 1 0,-3 6 6 16,13-1-1-16,1-5 3 0,2 5-4 15,2-2-1-15,4-3 8 0,-2 4-4 16,4-5-1-16,0 1-2 0,-2 2 7 0,2-2-1 16,-4 4-5-16,-1-4 6 0,-1 5-6 15,-2 1 3-15,1-6 1 0,-4 5-3 16,1-2 4-16,-5 3-2 0,1 3 1 0,-3-2 6 16,0 6-5-16,-7 1 5 0,0 1-8 15,-3 5 3-15,-1-3 5 0,1 3-6 0,-1-3 2 16,1-3-4-16,0 9 6 0,-1-3 2 15,1-3-6-15,0 3 5 0,3-3-7 16,-3 3 4-16,3-6 3 0,0 2-2 0,3-1 0 16,-3 1-3-16,3-3 2 0,4-1 5 15,-1 2-3-15,1-4-3 0,3 2-2 16,-3-6 7-16,3 0 1 0,0 0-8 0,3 0 5 16,1-6-3-16,-5 5 5 0,1-2-2 15,4-5 1-15,-4 1 0 0,-1 0-2 0,-1-4 1 16,1 4 2-16,-5-3-4 0,-1-4 2 15,0 6-2-15,-3-3 0 0,0-2 5 16,-3 1-4-16,0 5 2 0,-4-9-5 0,1 7 3 16,-5-1 0-16,5 2 1 0,-4-5-5 15,0 9 5-15,-4-4 0 0,5 1 3 0,2 0-4 16,0 4-6-16,0-5-1 0,1 2 2 16,3 5 0-16,3-6-3 0,0 4-3 15,6-3 0-15,4 4-4 0,0-4 4 0,7 5-3 16,0-6-1-16,-1 4 2 0,7-5 1 15,1 2 0-15,-5 5 0 0,2 1 2 0,-4-6-4 16,-1 5 6-16,4-2 2 16,-7 3-1-16,4 0-3 0,-7 0-4 0,4 0 4 0,-8 4 11 15,4 2 2-15,-7 1 8 16,1 4-8-16,-1 3 6 0,-3-3-2 0,0 3-1 16,0-3-6-16,0 3 2 0,4-2 4 0,-1 1-3 15,0-1-4-15,4 1 2 0,-1-2 5 16,5-3-2-16,-5 6-1 0,7-11-7 0,1 4 5 15,-1 0 3-15,0 1 4 0,4-8-2 16,-4 3-9-16,4-2 2 0,-4-1 2 16,4-1 0-16,-4-2 3 0,4 3-1 0,-4-8 0 15,1 1 5-15,-1 0-2 0,-2-2 1 16,-5 0 2-16,1-1-4 0,-1-4 5 0,-3 6-4 16,-3-3-5-16,-3-3-1 0,-3 3-4 15,-4 4-10-15,-4-3-12 0,-2 4-15 16,-11-2-83-16,3 7-147 0,1 1 211 0</inkml:trace>
  <inkml:trace contextRef="#ctx0" brushRef="#br1" timeOffset="-88207.45">5579 13847 733 0,'4'-6'-5'0,"-1"6"3"0,0-1 2 0,1 1 8 0,-4 0 5 0,3 0 0 0,-3-6 1 0,0 6 2 0,0 0-4 0,0 0 0 0,4 6 8 0,-4 1 2 0,-4 1 1 0,4 2 1 0,-3 5-8 0,3-4 4 0,-4 6 5 0,4-3-5 0,0 4-1 0,0 1-4 0,0 2-3 0,0-4 3 0,0 1 5 0,0 0-6 0,4-2-2 0,-4 0 1 0,0 2 3 0,3-4-2 0,-3 4-4 0,4-9 7 0,-4 7 5 0,3-7-6 0,-3 1-1 0,0 3 6 0,3-5 0 0,-3 2 4 0,0-3-2 0,0 1 11 0,3-4-5 0,-3 2 7 0,0 1-3 0,0-5-1 0,0 4 0 0,0-3-9 0,0 4 0 16,0-7 0-16,4 1-4 0,-8 5-2 15,8-4-5-15,-4-2-13 0,-4 6-12 0,4-6-21 16,0 0-9-16,0 0-18 0,0 0-15 0,-9 0-30 16,2-6-136-16,3 6-112 0,1-2 131 15</inkml:trace>
  <inkml:trace contextRef="#ctx0" brushRef="#br1" timeOffset="-87054.31">6009 13840 952 0,'0'0'-22'0,"0"-6"17"0,0 6-1 0,0-4 6 0,0 4-2 0,0 0 2 0,-3-6 6 0,3 4-6 0,0 2 7 0,0 0-5 16,0 0 0-16,0 0 2 0,0 0-4 16,0 0 2-16,-3 8 4 0,3 2 5 15,0-1-2-15,-3 7-3 0,-1-1 4 0,4-4 0 16,-3 7 1-16,-1 3 2 0,4-4 2 16,-3 1-3-16,3 0 1 0,-3-4 5 15,-1 4-3-15,4-3-4 0,0-5 0 0,0 5 1 16,0-4 4-16,0 3-7 0,-3-4 2 15,3-3-9-15,-3 1 4 0,3 2 0 16,0-3 4-16,-3 1-1 0,3-4-2 0,0 2-22 16,0 1-8-16,0-5-8 0,0 4-9 15,0-6-8-15,3 0-33 0,-3 0-69 16,3-8-126-16,-3 1 205 0</inkml:trace>
  <inkml:trace contextRef="#ctx0" brushRef="#br1" timeOffset="-86758.68">6123 13841 766 0,'3'-7'-7'0,"0"3"-1"16,-3-4 11-16,4 2 1 0,-4 5 3 0,3-5 0 16,0 2 4-16,-3 4 0 0,3-6-4 15,-3 4 2-15,5 2-3 0,-5 0 11 0,3 8 5 16,-3-4-1-16,3 9 1 0,-3-5-11 15,3 3 9-15,0 3-4 0,1 3-5 0,2-6 1 16,-3 3 0-16,2 4 0 0,-2-9-3 16,3 7 4-16,-6-1-2 0,4-5-6 15,-1 5 11-15,0-5-7 0,0-3-3 16,0 5-1-16,-3-5-3 0,5 1 1 0,-5 1-4 16,3-2 5-16,0 0-7 0,-3 1-12 15,3-4-22-15,-3 2-46 0,0-5-134 16,4 5-28-16,-1-4 235 0</inkml:trace>
  <inkml:trace contextRef="#ctx0" brushRef="#br1" timeOffset="-86401.32">6479 13733 664 0,'3'-3'3'0,"2"-5"0"16,-5 2 4-16,3 5-5 0,-3-5 5 0,0 2-6 16,3 4 0-16,-3 0 3 0,0 0 10 15,0 0-10-15,0 10 10 0,0-1-4 16,0 7 4-16,-3-7 6 0,3 7 2 0,0 2 0 16,-3-2-2-16,-2 1 2 0,5 7 3 15,-3-9-8-15,3 2 2 0,-3 2 5 0,3-1 0 16,-3-3 1-16,3 1-6 0,0-1-7 15,-4-5 9-15,4 5 8 0,0-5-13 16,0-3 3-16,0 4-4 0,0-3-9 0,0 0 1 16,0 1 0-16,0-2 0 0,0-6 3 15,0 5-3-15,0 2-6 0,0-8-6 0,-3 3-6 16,3-3 1-16,0 0-18 0,0 0-6 16,0 0-8-16,10-11-36 0,-13 5-103 15,3 5-83-15,0-6 217 0</inkml:trace>
  <inkml:trace contextRef="#ctx0" brushRef="#br1" timeOffset="-85925.52">6746 13637 747 0,'3'-4'-1'0,"1"1"7"16,-1-2-4-16,-3 2 3 0,0 3 1 15,3-6 2-15,1 2 3 0,-4 1 1 0,3 2 0 16,-3 1 0-16,0-3 0 0,0 3-3 16,0-5-4-16,0 5 3 0,0 0 1 0,0 0-4 15,0-3-3-15,4 3 2 0,-4-6 6 16,0 6-7-16,0-1 0 0,0 1 4 15,0 0-1-15,0 0-2 0,0 0-5 0,3-3 4 16,-3 3-4-16,0 0 3 0,0 0-1 16,0 0-2-16,0 10-4 0,0-2 3 15,3-1 2-15,-3 3 9 0,-3 2 2 0,6 1-4 16,-6-1 4-16,6 3-3 0,-3 1-3 16,3 2 4-16,-3-4-5 0,4 4 5 0,-1-3-4 15,-3 2 8-15,0-5-1 0,3 3 7 16,1 1 0-16,-4-1 4 0,3-5-5 0,-3 5-2 15,4-5-7-15,-4-3 9 0,0 4-1 16,3-4-3-16,-3 2 1 0,0-3-2 16,0 4 7-16,0-3-11 0,3-5-1 0,-3 4-5 15,-3-3-18-15,3-3-21 0,3 1-20 16,-9-1-108-16,6 0-162 0,0 0 160 16</inkml:trace>
  <inkml:trace contextRef="#ctx0" brushRef="#br1" timeOffset="-84406.7">6887 14041 830 0,'0'0'-11'0,"0"0"1"0,0 0 2 0,0 0 1 0,0 0 5 0,0-1 3 0,0 1-3 0,0 0 0 0,6 0-2 0,-6 0 2 0,3-6-2 0,0 5 3 0,1 1-5 0,-1-3 6 0,0 3-4 0,0-6-1 0,2 6 3 0,-5-2 3 0,0 2-3 0,0 0-1 0,6 0 6 0,-3 0-1 16,-3 0 4-16,0 0-2 0,0 0 5 0,0 0-3 16,0 0 4-16,3-6-3 0,-3 6-1 15,0 0 7-15,0 0-4 0,0 0 6 16,0-1 6-16,0 1-1 0,0 0-3 0,0 0 5 15,0 0 3-15,-6 7 13 0,0-5-9 0,-2 7 6 16,-5-2-4-16,-1 0 5 0,1 1 1 16,-3 2-5-16,-4-1 8 0,-4 0-9 15,1 5-2-15,-4-6 2 0,-2 3-3 0,-5 6 0 16,-3-3 0-16,1-2-4 0,-10 3-1 16,-2 2-2-16,6 1 0 0,-9 3-6 0,-2-4 5 15,0 1-5-15,-1 1 1 16,-2 2 0-16,-1-4 0 0,0 2 0 0,-3-1 1 15,3 3 7-15,1-4 3 0,-1-5-4 16,10 3 2-16,4-5-1 0,4 3-7 0,1-2 4 16,8-4-4-16,4 2 0 0,-1 0-2 15,4-2-3-15,-1-6 0 0,5 5-2 0,2 2 1 16,4-5 2-16,-1-2-4 0,1 5-1 16,-1-6-3-16,5 1 9 0,-1 5-10 0,2-6 3 15,-1 2-5-15,2-2 2 0,1 6 3 16,-2-6-5-16,5 3 2 0,-3-3-3 15,3 0 0-15,-4 0 0 0,4 0 3 0,-5 0-2 16,8 0-1-16,-6 1 0 0,3 5 0 16,3-6-1-16,-4 0 3 0,4 0-4 0,-6 0-1 15,6 0 2-15,-3 0-2 16,3 0 2-16,0 0-3 0,-3 1-29 0,3-1-24 16,-5 0-38-16,5 0-113 0,-3 6-330 0,0-4-39 15</inkml:trace>
  <inkml:trace contextRef="#ctx0" brushRef="#br1" timeOffset="-68444.56">90 8850 1384 0,'6'0'-57'0,"-3"0"18"0,-3 0 5 0,0 0-1 0,0 0 10 0,7 0 2 0,-7 0 10 0,0 1 4 0,0-1 3 0,0 0 8 0,4 4-3 0,-4-4-3 0,0 0 4 0,-8 5 2 16,8-3 0-16,-3 5-4 0,-3 0 2 0,3 2-1 16,-1 0 2-16,-2 4 2 0,6-1 4 15,-4-1 0-15,4-1-8 0,-4 1-3 16,4 0 0-16,4-1 6 0,-4 0-3 0,4 1 5 16,-1-4-9-16,4 0 2 0,-1 1-8 0,0-4 6 15,2 2-1-15,2-5 4 0,-4 3-2 16,4-2-6-16,0-2 8 0,0 0-7 15,0 0 9-15,0-2 1 0,0 2-4 16,0-4 2-16,0 0-2 0,0 0 0 0,0-2 0 16,-3 1-3-16,0-2 4 0,-1 0-2 15,1 1 6-15,-1-1-6 0,2-4 2 0,-8 4-1 16,3 2 2-16,0-2 2 0,-3 1 2 16,0 2 4-16,0-1-3 0,-3 0 1 0,3 1-6 15,0 4 3-15,-14 0-2 0,7 4 2 16,1 1 3-16,-4-3-7 0,3 4 5 0,-3-5-4 15,7 5 3-15,-4-5-6 0,0 3-2 16,4-2 5-16,0 3-3 0,3-5 0 16,-4 3 2-16,8 0-1 0,-4-3 4 0,0 0 0 15,10-3-7-15,-3 0 3 0,-1-2 1 16,1 3 0-16,3-6 0 0,-3 4-3 0,2-4 5 16,-2-1-5-16,0 2-1 15,0-2 4-15,-1 0 0 0,1 1 1 0,-1 0 4 16,2-1-3-16,-5 5-1 0,0-3 3 15,0 2-1-15,0 0-1 0,-3 0 14 0,4-1-15 16,-1 5 6-16,-3-5-7 0,0 6 2 0,3 0-2 16,-3 0 1-16,3-2 6 0,-3 2-5 15,0 0 0-15,5 5 0 0,-2-5 4 16,-3 0-7-16,6 3 0 0,-3-3 3 0,4-3 1 16,-1 3 4-16,2-3-2 0,1 1-3 15,1-3 2-15,-2 1 2 0,5 0-9 0,-7 1 4 16,8-1 3-16,-8-1-7 0,4 0 8 15,-4 1-4-15,2 3 5 0,-5-5-1 16,0 5 1-16,1-2 12 0,-1 3-6 0,-3 0-4 16,0 0-4-16,0 4 2 0,0-4 1 15,-3 7-1-15,-1-1 5 0,1-1-5 0,3 1 1 16,-3-2-7-16,3-1 9 0,0 2-7 16,-4-3 2-16,4 1-1 0,4-1 4 0,-4 4-3 15,3-6-7-15,0 1 8 0,1-1-5 16,2 0 3-16,0 0 7 0,2 0-5 0,-5 0 0 15,4-1-4-15,-1 1 1 16,0-3 2-16,-2 0-5 0,3-2 10 0,-4 3-4 0,1-2-1 16,-1 3 0-16,0-5-1 0,0 5 1 15,-3 1 3-15,4-3 2 0,-4 0 0 16,0 1 4-16,0 2 0 0,0 0-2 0,3-3-4 16,-3 3 1-16,0 0-6 0,4-2 7 15,-1 2-9-15,-3 0 4 0,3-4-2 16,1 4 5-16,-4 0 0 0,3-1-3 0,0-2-5 15,0 0 9-15,1-1-8 0,2 1 4 0,1-2-2 16,-3 3 1-16,-1-3-6 16,0 2 0-16,0 0 2 0,1 2-26 0,-1 1-28 15,-3 0-163-15,-10 4-103 0,0 6 161 0</inkml:trace>
  <inkml:trace contextRef="#ctx0" brushRef="#br1" timeOffset="-67379.61">303 10090 912 0,'0'0'2'16,"0"0"-4"-16,-6 0 4 0,1 3-1 0,2-2 1 0,0 2 0 0,3 1 0 0,-3 4 2 0,-1 2 1 0,4 1 6 0,-3-4-1 0,0 6 2 0,3-4-6 0,0 1 1 0,-3 1-2 0,0-1 0 0,3-3-1 0,0 1 2 16,0-1 5-16,0 0-10 0,-4-1 3 15,4-1-3-15,0-3 5 0,4 0 2 16,-4 1-7-16,3-3 3 0,0-5-3 0,0-1 4 16,0-1-4-16,4 0 0 0,-7-4 6 15,3 3-3-15,0-3 4 0,-3 1-5 0,0 0-1 16,5 3-3-16,-10-1 6 0,5 1 5 15,0 1-6-15,-6 4 4 0,3 2-4 0,-4 2-3 16,1 1 4-16,3 3-10 0,-5-2 4 16,5 0 1-16,-4 2 2 0,4-1-3 15,0-2 1-15,-4 1 0 0,7 2-1 0,0-5 3 16,4-1 3-16,-4 0-5 0,9-1-6 16,1-2-3-16,1-1-3 0,-2-5-3 0,9 1 3 15,-9 4-1-15,4-3 4 0,1-1 0 16,-4 1-1-16,-1 0-2 0,-1-2 4 15,1 5 1-15,-2-1-1 0,-1-1 5 0,2 5-5 16,-5-2 2-16,0 0 0 0,-3 3 5 0,0 0 1 16,0 0 3-16,0 0 1 0,0 7-5 15,0-4 7-15,0-3-2 0,-3 3 1 16,3-3-5-16,0 0 8 0,7 0-3 0,-7 0-7 16,6-7 4-16,0 4 7 0,2-3-8 15,-2-2 2-15,4 4-1 0,0-3-1 16,0 1 3-16,-3 2-2 0,-1-1 0 0,-3-1-5 15,8 2-2-15,-8-2 8 0,1 4-4 16,-1 0 2-16,-3 2-2 0,0 0 2 0,0 0-2 16,-7 10 4-16,4-6-6 0,0 2 5 15,-5-1-2-15,8-1 2 0,-3 2 0 0,0-2-1 16,0-1-2-16,3 1 1 0,-3-4-2 16,3 4 1-16,3-2 0 0,-3-2 1 0,9-2 4 15,-5 2-7-15,0-4 0 0,-1 3 1 16,4-5 4-16,-1 5 2 0,-3-5-6 15,0 3 4-15,1-1 3 0,0 0-2 0,2 3-2 16,-6-2-1-16,4 0 2 0,-1 2 0 16,-3-2 3-16,0 3-8 0,6-6 2 0,-6 4 5 15,4 2-6-15,-1-6-1 0,4 5 6 16,-4-2-1-16,1-1-6 0,-1 1 3 0,3 0-1 16,-2-2 2-16,-1 3 0 0,0-2 1 15,1 3-7-15,-1-2-6 0,1 3-22 16,-4 0-112-16,0 0-132 0,-14 0 203 0</inkml:trace>
  <inkml:trace contextRef="#ctx0" brushRef="#br1" timeOffset="-103582.22">7126 8300 837 0,'7'1'46'0,"0"3"-8"0,-1 1-6 0,1 0-9 0,-4-1 1 0,7 3 4 0,-3-1-6 0,-1 5 7 16,4-4 2-16,-3 0 4 0,0 4-4 15,-1-4 5-15,1 0 2 0,0 1 6 0,0-1 0 16,-1 1 5-16,1-3 2 0,-1 3 5 16,2-4 1-16,-5 0 1 0,0 0-4 0,3 1 1 15,-2-3-4-15,-1 4 4 0,0-5 0 16,0-1 1-16,-3 3 1 0,5 0 1 16,-2-3-3-16,-3 0-5 0,0 0-1 0,0-6-3 15,-3 2-9-15,-5-4 2 16,2-5-6-16,-4 1-4 0,-1-2-2 0,-2-4-1 15,-3-2-3-15,-1-3-4 0,-3-2 1 0,0 0-4 16,0-10-1-16,0 3-1 0,0-3-2 16,0-1-3-16,0 7 1 0,4-1-2 0,-2 0-7 15,2 1 8-15,2 3-4 0,2-2-1 16,-1 8-2-16,2-2 3 0,-2 2-2 0,2 0 1 16,2 2 0-16,2 1-4 0,-7-2 1 15,8 5-1-15,-1 2 0 0,1-1 1 16,3 2-1-16,-5 5-3 0,5-5 0 0,-3 3-4 15,2 4 1-15,-2 0 2 0,3 4-3 16,-4 0 2-16,3 4 0 0,-2 4 3 0,-1 2-2 16,1 0-3-16,-5 2 9 0,8 2-3 15,-7 0 0-15,7 1-1 0,-4 0 2 0,0-2-3 16,1 1 4-16,2-2-1 0,1 4 0 16,-3-4 3-16,2-2-4 0,1-2 2 15,-1 2-2-15,4 0 5 0,-3-2-2 0,0-1 1 16,3-2 3-16,-4 0 1 0,4-4 4 0,0 3-2 15,-3-1 2-15,3-3-2 16,0-17 1-16,0 10 0 0,0-5-1 0,0-2 2 16,0 1-3-16,0-2 4 0,0 0-6 0,0 1 1 15,3 3-1-15,-3-3 0 0,0 6 2 16,0-2-6-16,0-1 1 0,0 4-1 0,0-3-1 16,4 5 0-16,-1 0 0 0,0-3-2 15,4 4 1-15,0 1 2 0,6-1-4 16,1 3 5-16,-1 1-5 0,4-3-3 0,2 6-11 15,-2-2-22-15,4 3-37 0,1 3-23 16,-2 3-18-16,1 1-14 0,1-1-29 0,-4 2-151 16,-1 1-299-16,-1-1-107 0</inkml:trace>
  <inkml:trace contextRef="#ctx0" brushRef="#br1" timeOffset="-102986.56">5880 7400 1552 0,'-4'-6'-76'0,"1"2"18"0,3-1 5 0,-3-1 12 0,3 2 8 0,-4-2 9 0,4 4 10 0,-4 0 6 0,4-2 1 15,0 3-1-15,-3-2-1 0,3 3 5 16,-3-3 4-16,3 3-5 0,3 7-2 0,-3 1 3 16,3 2 3-16,1 5-3 0,0 6 2 15,-1 0-2-15,4 4 2 0,2 4 2 16,2 0-1-16,-5-4 3 0,4 6 5 0,-4-9-1 15,5 3 14-15,-4-4-6 0,2 1 11 0,-2-2 6 16,0-2-11-16,-4-6 11 0,1 3 0 16,2-2 5-16,-3-1 2 0,1-2 0 0,-1-3-4 15,0 3-2-15,1 1 1 0,-4-7-4 16,3 6-3-16,1-6-2 16,-4 3-4-16,0-3 2 0,3 2-6 0,0-2-6 0,-3 0-7 15,3 0-2-15,-3-1-11 16,0-2-18-16,0 2-17 0,0 0-30 0,0-3-29 0,-6-10-156 15,3 5-153-15,-1-2 76 0</inkml:trace>
  <inkml:trace contextRef="#ctx0" brushRef="#br1" timeOffset="-102552.44">6349 7360 1119 0,'-3'-7'-20'0,"3"1"5"15,0-1-1-15,0 3 10 0,-3 0-5 0,-4 4 5 16,1 0 0-16,2 3 1 0,-6-2 3 16,4 5 1-16,-1 2-4 0,0-1 2 0,0 3 2 15,4-2 0-15,-3 2 4 0,2-3 4 16,1 4-7-16,0-4 3 0,3 0 8 0,-4 1 0 16,4-1-5-16,4-3-2 0,-1 2 3 15,0 2 6-15,4-5 4 0,-1-2-4 16,8 2 1-16,-4-3 3 0,7-3 0 15,-1 3-5-15,1 0 0 0,-1-1 5 0,5-2-4 16,2 3 0-16,-3-3-3 16,0 3 2-16,-1-3-1 0,-2 3-1 0,-4 0-1 15,4-2 4-15,-4 2-4 0,-2 0-1 0,2 0 1 16,-7 0-4-16,5 2 2 0,-4 4-5 0,-1-2 5 16,-3 3 0-16,0 1 3 0,5 2 0 15,-8-3-3-15,0 4-2 0,0-4 0 0,0 4 1 16,0-4 4-16,-3 3-4 15,-2-2 1-15,2 2-3 0,-3 1-5 0,-7 3 3 16,-4-3 0-16,4 6 1 0,-4-2-4 16,-7-1-15-16,5 1-2 0,-2-1-13 0,5 0-7 15,-1-3-18-15,0 3-38 0,1-9-111 16,2 0-124-16,4-4 155 0</inkml:trace>
  <inkml:trace contextRef="#ctx0" brushRef="#br1" timeOffset="-102211.15">6259 7435 858 0,'-13'-3'-11'0,"4"0"7"0,-2 2 3 0,8-8-7 0,3 5 5 0,3-7-2 0,3 1 0 0,8-5 2 15,6 1-1-15,3-4 4 0,7-1-3 16,10-2 0-16,4 0 7 0,-1 2 3 0,1-1-2 16,2 5 0-16,-10 0 7 0,-1 2-6 15,-10 3 5-15,2 2 1 0,-3 1-3 0,-4 0 8 16,-4 2-1-16,1-1-4 0,-4 5 3 16,-3-2-2-16,1 0-3 0,-5 2 0 0,1 1 10 15,-1-3 0-15,1 3-14 0,-3 0 1 16,2-3 5-16,-3 3-6 0,4 0 5 0,-4-3-11 15,1 3-20-15,3 0-24 0,-4-2-76 16,3 0-176-16,-2 2 186 0</inkml:trace>
  <inkml:trace contextRef="#ctx0" brushRef="#br1" timeOffset="-98512.89">10792 7278 811 0,'-6'4'0'0,"-1"4"4"0,4-6 1 0,-3 3 3 0,-2-2 1 0,5 0 1 0,0 1-3 0,0-4 8 0,-1 3 4 15,1-3 3-15,3 0-6 0,0 0 15 0,0 0-5 16,0-7 4-16,0 4-2 0,3-3-1 16,1 2 2-16,-4-4 8 0,3 4 2 0,-3-2 2 15,0 1 1-15,0-1-6 0,3 2 1 16,-3 1-6-16,0 2-1 0,3-2-7 0,-3 0-7 15,5 0-1-15,-5 1 4 0,0 2-8 16,0 0-7-16,0 0 6 16,6 11-2-16,0-4-4 0,-2 2 2 0,2 1 0 0,2 5 1 15,1 2 3-15,-6 1-8 0,4 0 3 0,-1 2 4 16,2-2-2-16,-5 1-3 0,4-1 5 16,-4 0-4-16,3-1 3 0,-3 1-6 15,2-3 1-15,-2 2-1 0,-3-2-5 0,3-2 3 16,-3 2 6-16,3-4-3 0,-3 3-4 15,0-4 7-15,0 2-3 0,0-5 4 16,0 4-2-16,0-4 0 0,0 1 3 16,4-2 1-16,-8 1-5 0,4-3 4 0,0 4 0 15,0-3-1-15,-3-4-4 0,-3 6 1 16,-2-3 3-16,-1 2-5 0,2-2 0 0,-4 0 4 16,-2 3-5-16,1-3 5 0,1 2-5 15,-2-2 3-15,7-1-2 0,-5 2 2 0,4-2 3 16,1-2-7-16,0 5-2 0,-5-3 10 15,8-1 2-15,-4-2 0 0,1 2-2 0,6-2-3 16,-7 3 6-16,3-3 2 0,4 1-8 16,-3 3 5-16,3-4-3 15,0 0-2-15,11 0 3 0,-2 0-1 0,1 0-1 0,1 0-2 16,1 0 1-16,-2 0-5 0,4-4-2 0,2 3-16 16,-2-2-24-16,2 1-24 0,1-3-21 15,4-2-56-15,-2-4-173 0,-2 1-77 16,2-1 95-16</inkml:trace>
  <inkml:trace contextRef="#ctx0" brushRef="#br1" timeOffset="-97792.6">11257 7253 1048 0,'3'-9'-23'0,"-3"5"6"0,0-1 9 0,3-1 8 0,-3 2 4 0,0-2 0 0,-3 2 0 0,3 0 0 0,-8 0-4 0,5 1-6 15,-3 2 4-15,-7-2 6 0,2 0-4 0,-2 3 3 16,-4 0-3-16,4 0-3 15,-1 3 1-15,1-3-4 0,4 0 5 0,-2 0 3 0,1 3-1 16,1-3 0-16,2 0-7 0,-3 0 4 16,3 4-3-16,1 0 7 0,-1 2 1 15,0 2-3-15,4 2-5 0,-4 2 6 16,1 1-3-16,2 2 1 16,1-4 4-16,3 6 0 0,-4-3-6 0,4 1 3 15,0 0-3-15,0-1 1 0,4 3 0 0,-4-5 3 0,0 1-3 16,0-1 3-16,0-2 0 0,0 0 0 15,3-1 5-15,-3 0-5 0,0-2 4 16,0 0 1-16,0-2 3 0,0 2-1 16,0-1 8-16,4-5 5 0,-4 5 2 0,3-4 4 15,0 1 6-15,0-3-10 0,4 0-4 16,-4 0 1-16,5-5-2 0,1 3-1 16,1-2-5-16,1 0-1 0,-5 0-6 0,4-2 6 15,-1 1 0-15,2-1-5 0,-1-1 4 16,4 3 0-16,-5-4-1 0,1 1-8 0,1 1 6 15,2-1-1-15,-4 2 4 0,5-2-5 16,-4 1-7-16,-1 2 2 0,2-2 1 0,-1 2-3 16,-4 0 8-16,5 4-5 0,-5-1 0 15,1 2 1-15,-1 3 8 0,1 0 2 0,0 5-4 16,0-2 1-16,-4 0 1 0,0 5-1 16,0-1 2-16,1-1-2 0,-4 1 4 0,3 0-5 15,-3 2-1-15,0 2 1 0,-3-4-1 16,3 3 5-16,-4 1-4 0,1-2 2 15,-3-1-1-15,2 1-2 0,-2-5-6 16,-2 6 6-16,-1-7-1 0,2 4-3 0,-3-4-10 16,-3-2-8-16,0 1-12 0,-1 1-15 0,1-6-7 15,-1 2-6-15,1-3-8 0,4 3-12 16,-5-3-58-16,4-3-235 0,-1 0 119 16</inkml:trace>
  <inkml:trace contextRef="#ctx0" brushRef="#br1" timeOffset="-96543.5">11783 7336 946 0,'0'-1'-16'0,"0"1"3"0,-4-6 17 0,1 5-8 0,0-2 8 0,-4 0-5 0,4 3 1 0,-4-3-1 0,1 3-1 15,-1-2-1-15,0 4 1 0,-3-2-1 0,0 3 0 16,3 3 4-16,1-5-2 0,3 5-2 16,-1 1 3-16,-2 1-3 0,2-1 6 15,0 1 0-15,1-1-4 0,3 0-3 0,-3 0 2 16,3 1 4-16,0 1-2 0,0-2-1 16,0-2 10-16,0 2-6 0,3-1-2 0,0-2-3 15,1 0 4-15,0 0-1 0,-1 0-3 16,4-4 0-16,-1 0 8 0,0 3 2 15,2-3 1-15,-2-3 6 0,1 1 1 0,-1 0 2 16,1-2 6-16,0 0 1 0,0 1 0 16,-1-1 11-16,-3 1 8 0,1 0 4 0,2 1 4 15,-2-4 2-15,-1 5 0 16,1-2 2-16,-1 0 4 0,0 3-8 0,0-1-5 16,1-2-3-16,-4 3-4 0,3-3-3 0,0 3-5 15,-3-3 0-15,0 3-8 0,0 0-3 16,7 0-4-16,-7 0 0 15,0 0 1-15,4 3-7 0,-1 0 2 0,0 1 0 0,0 3 2 16,4 4 3-16,-4 2 4 0,4-1-1 16,-3 1 3-16,-1 5 5 0,3-2-3 0,1 1-1 15,-4 4-1-15,1 0 1 0,0-2-1 16,-1-1-1-16,-3-1 0 0,0 1 1 0,0 0-2 16,0-1-3-16,-3 3 1 15,-1 0-2-15,0-2-1 0,1-4 0 0,-4 1 0 16,1-1-4-16,-1 0 3 0,0-3-1 15,1 3-1-15,-4-3-4 0,3 0-3 0,-3-3 4 16,0-3-6-16,-3 0-5 0,-1-2-13 16,-2-2-14-16,2-1-15 0,-2-1-16 0,-1-2-22 15,4-1-10-15,-4 0-18 0,1-3-17 16,2 0-9-16,1-4-82 0,-1 4-304 16,1-3-25-16</inkml:trace>
  <inkml:trace contextRef="#ctx0" brushRef="#br1" timeOffset="-95837.46">11829 7179 1309 0,'0'-4'-57'0,"0"-2"18"0,-3 4 7 0,3-4 14 0,0 5-1 0,0-2 9 0,0 0 0 0,-3 2 5 0,3 1-2 16,0-6 5-16,0 3 0 0,0 3-5 15,0 0 9-15,0-4-3 0,0 4-9 0,0 0 5 16,6 7 7-16,-2 0-5 0,2 0 7 16,-2 7-10-16,3-3 10 0,-4 3 4 15,3 1-5-15,-2-1 2 0,2 1-1 0,-2 1 1 16,3-1-1-16,-4 0 2 0,0-1-3 15,0 1-1-15,4 1 2 0,-4-4 3 16,0 2 1-16,2 0 3 0,-2-3-3 16,-3 3-3-16,3-4 3 0,-3-1-1 0,3 1 2 15,-3 1-3-15,3-4-2 16,-3 0 3-16,4-1 4 0,-4 1 13 0,3-2 1 16,-3 1 5-16,0-2 0 0,3-1 2 15,-3-2 0-15,0-1-3 0,0 0-4 0,0 0-2 16,0 0-4-16,0-8-3 0,0 2-4 15,3 1 3-15,-3-2-8 0,5 0 2 16,-2-4-1-16,3 4 0 0,-3-3 1 0,4 0-2 16,-1-1-1-16,2 1-4 0,-2-2 3 0,4 2-1 15,-4 3 0-15,2-1 0 0,-5 1-1 16,4-1-3-16,-1 2-4 0,-3-1 4 16,0 6 0-16,5-8-3 0,-5 7 2 0,-3-4 1 15,3 5-2-15,1-2-2 0,-1 0 5 0,0 3-1 16,3 3-6-16,-2 1 3 0,0 0 5 15,2 3 3-15,-2-1-3 0,2 1 1 16,-3 0-1-16,0 1 3 0,1-1-3 0,0 3 3 16,-1-2-2-16,0-1 0 15,1 1 1-15,-1-1 1 0,-3 0-2 0,3 0 1 0,0 1 1 16,1-2-2-16,-4 1-1 0,3-3-4 16,-3 2 3-16,4-1 0 0,-4-2 1 0,3 1 3 15,0 2-4-15,-3-1 1 16,0-3-5-16,4 0-10 0,-4 1-10 0,0 0-19 15,3 0-11-15,-3-2-16 0,0-1 1 16,6 0-15-16,-6 0-39 0,7-4-54 0,-7-2-166 16,10 4 143-16</inkml:trace>
  <inkml:trace contextRef="#ctx0" brushRef="#br1" timeOffset="-95119.29">12266 7342 936 0,'3'-7'-11'0,"0"4"4"0,2-1 12 0,-5-2 9 0,3 3 8 0,-3 1-8 0,3-4 7 0,-3 5-11 0,0 1 2 0,0-3 11 16,0 3-10-16,0 0 0 0,-6 10 1 16,1-8-3-16,2 7 1 0,0-5-6 15,0 4 5-15,-1-1-9 0,1 0 7 16,3 0 0-16,-3 1 10 0,3 2-7 0,0-3-7 16,0 1 2-16,0 1-2 0,0-2-8 15,0-2 0-15,0 2 7 0,3-1-6 0,-3 1 4 16,0-2 3-16,0-1-1 0,3-1 3 15,-3 3-3-15,4-5-6 0,-4 2 4 0,3 1 3 16,0-4-4-16,-3 4 4 0,3-4 0 16,2 0-6-16,-5 0 6 0,3-4-1 15,0 3 6-15,0-2-2 0,0-1 3 0,-3-2-11 16,4 1 3-16,-4-2 4 0,3 0-2 16,-3-2-2-16,3 0 1 0,0 2-1 0,-3-2 6 15,0 0 2 1,0 2-4-16,-3-2 1 0,6 1-6 0,-3 1-2 0,0 3 0 15,0-4 2-15,5 2 1 0,-5 2-1 16,3-3-1-16,3 1 1 0,-3-2-6 0,4 4-4 16,-4 0 5-16,5 1 6 0,-5-3-7 15,3 4 4-15,1 2 2 0,-1 2 2 0,2 1 3 16,-2 3 0-16,-3-2 7 0,4 4 6 16,-1 2 4-16,-3 0 4 0,2-3 4 15,1 4-4-15,-3-3 3 0,1 0-2 0,-4 1 1 16,3-1 3-16,-3 0-2 0,3 1 0 15,0-5 3-15,-3 4-2 0,0-4-1 0,3 2 1 16,-3-2-2-16,4 2 5 0,-4-6 6 16,0 5 2-16,4-3 3 0,-4 0 8 15,0 1 3-15,0-3 0 0,0 3-5 16,0-3-1-16,0 0-4 0,0-14-10 0,0 7-2 16,3-3-5-16,-6-2-4 0,6-1-3 15,-3-2-3-15,7-3-2 0,-4-1-3 0,3 2-2 16,1-4-3-16,0 3-4 0,0 1 3 15,-1 2-6-15,0 5 0 0,2-2 1 0,2 2-6 16,-4-1 3-16,1 4-1 0,0 3-2 0,-1-2 2 16,1 4-2-16,-1 2 0 0,1 0 0 15,-4 2-1-15,4 4 2 0,-3-3-1 16,-1-2 0-16,0 5 2 0,0-1-6 16,4-3-1-16,-4 3-18 0,-3-2-15 15,4 0-22-15,-4-2-21 0,3 2-27 0,1 0-17 16,-4-2-6-16,0-1-52 0,0 0-130 15,0 0-178-15,-7-7 1 0</inkml:trace>
  <inkml:trace contextRef="#ctx0" brushRef="#br1" timeOffset="-94460.85">12797 7165 1237 0,'3'13'-52'0,"0"-1"14"16,0 2 11-16,1-1 8 0,-4 2 5 0,3 0 6 0,-3 3 8 0,3-4 4 0,-3 1 12 0,3 2-7 0,-3 0 15 16,0-3-5-16,3-2 0 0,-3 1 2 0,0-1 4 15,0 1-2-15,0-2 0 0,0-4 5 16,0 0 12-16,4 1 13 0,-4-1 6 0,0-3 11 15,0 2 2-15,0-1-1 0,0-5-5 16,0 0-5-16,0 0-3 0,-10-7-2 0,7-1-4 16,-4-2 0-16,4-1-3 0,0-3-2 15,0-4 1-15,3-1 0 16,-5-1-5-16,5-5-2 0,5 2-4 0,-2-2-5 16,0 0-2-16,0 0-3 0,4 0-4 0,-1 0-2 15,5 2-3-15,-5 4 1 0,1 1-6 16,-1 1 2-16,1-1-2 0,0 6-4 15,-4-4-1-15,7 4-2 0,-3 2-2 0,0-1 1 16,-1 3-2-16,1-1-2 0,-1 1-2 16,-2 4-1-16,6 1 5 0,-3 3-6 0,-1 3 3 15,-3 0-3-15,4 4 3 16,-4 1-2-16,-3 2-1 0,0 2 2 0,-6 1-1 0,2 2 1 16,1 0 0-16,-3 2 1 15,-1 1 1-15,0-3-2 0,0 5 3 0,1-8 0 16,-4 6 3-16,3-5-6 0,-6 1 0 0,6-2 2 15,-3-1-1-15,3 2-1 0,1-5 3 16,-1 0-2-16,1 2 2 0,-2-3-1 16,5 1-2-16,-3 1 2 0,3-2 0 0,-1-2 2 15,1-1-4-15,0 2-1 0,0-2 2 16,-2 2 0-16,5-1 0 0,0-1 3 16,5 2-1-16,1 1 2 0,1-3-2 0,2 4-1 15,2 1 2-15,-1-5-1 0,-1 4-1 16,2-1-2-16,-1-1-7 0,3 1-14 0,-3-2-25 15,3 2-29-15,1-1-30 0,-4 1-18 16,3-2-25-16,-3-3-18 0,0 3-78 0,3-5-310 16,1 0-56-16</inkml:trace>
  <inkml:trace contextRef="#ctx0" brushRef="#br1" timeOffset="-94060.45">13286 7211 1468 0,'7'-8'-41'0,"-4"-1"21"0,-3 1 8 0,4 4 11 0,-4 0 8 0,3-2-1 16,-6 1 4-16,-1 3 3 0,-2-2 2 0,2 3 5 16,-6 1-9-16,0 0 0 0,0 1-2 15,3 3-1-15,-2 0 0 0,-1-1 2 16,-1 3 0-16,5-2-1 0,-4 0-5 0,3 2-1 16,0-1 1-16,1 1-2 0,-1-2 5 15,4 0-5-15,-3 4 6 0,-2 1-4 0,5-2-1 16,0 0-1-16,0 1 2 0,3 2 8 15,0-3 1-15,0 4 5 0,0-3 3 0,3 0 4 16,-3 2-3-16,6-3 2 0,-3 1 3 16,8 2 4-16,-1-3 1 0,-1-1 2 15,5 2 3-15,2-1 1 0,-2-3 0 16,-1 2 4-16,4-1-2 0,-4-2 0 0,4 1 0 16,-4 2-8-16,1-5 1 0,-1 3 2 15,-3-2-6-15,0 3-1 0,0-2-5 0,0 0-1 16,-3 1-2-16,0 0-2 0,-4 4-2 15,0 1 1-15,-3-2-1 0,-3 2-3 0,-4 4-20 16,-3-1-23-16,-3 4-25 16,-7-1-26-16,0 0-23 0,-3-1-14 0,-4 4-24 15,-3-5-107-15,0-1-307 0,0 1-58 0</inkml:trace>
  <inkml:trace contextRef="#ctx0" brushRef="#br1" timeOffset="-93317.55">12659 7860 1452 0,'-9'1'-54'0,"-2"3"3"0,5-1 17 0,-1-2 13 0,1-1 5 0,-1 3 11 0,0 0 4 15,4 0 10-15,3-1-3 0,0-2 10 16,17 0-3-16,-4-2-2 0,7-1 0 16,4 0-2-16,6-1-5 0,-5 1 9 0,5-2-6 15,0 0-2-15,-3 0 0 0,3-1 5 16,-6 2-7-16,3-1 3 0,-4 0 15 0,-3 3-2 16,-3-1 0-16,-1 0 11 15,-2 0 3-15,-1 2-4 0,1 1 2 0,-2-3 11 16,-2-1 1-16,1 3 3 0,-5-2 5 15,4 3 1-15,-4-2 1 0,2 0-3 0,-2-1-2 16,-3 0-4-16,-3-1-4 0,0 1-2 0,0-5-2 16,-3 4-6-16,0-5 1 0,-3 1 0 15,-2 2-2-15,2-2 2 0,-1 1-2 16,-2-1 1-16,1 1 3 0,2 0 0 16,2-1-1-16,-2 3-2 0,0 0 3 0,-2-1-6 15,5 2-2-15,0 0-1 0,-4 0-2 0,4 0-2 16,0 4-5-16,-1-6-1 0,1 6-4 15,-1-3 0-15,4 3 0 0,0 0 2 16,7-1-3-16,-7 1 0 0,17 4 0 0,-11-4-1 16,8 3 0-16,-1 0 0 0,-2-1-1 15,1 0-1-15,1 2-1 0,1 0-2 0,-4-1 0 16,4 1 0-16,-1 2 2 0,-4-4-1 16,2 3-1-16,-4-4 0 0,2 3-1 0,2 0 0 15,-5-1 0-15,1 3 1 0,-4-2-1 16,0 0 1-16,-3 4-9 0,-6 3-19 0,-4 3-27 15,-7 3-30-15,-2 2-29 0,-11 4-24 16,0 2-14-16,-8 4-3 16,-2-1-43-16,1 5-110 0,2-1-232 0,0-2-41 15</inkml:trace>
  <inkml:trace contextRef="#ctx0" brushRef="#br1" timeOffset="-64768.06">16856 7655 488 0,'0'-5'99'0,"0"-1"-29"0,3 2-33 0,1 0-8 0,-4 3-12 0,0-4-8 0,3 5 3 0,-3 0-5 0,4 5 6 16,-1-4 0-16,0 6 1 0,0-3 3 15,1 4-1-15,-1-2 11 0,0 2 1 0,1 3 3 16,-4-5 2-16,4 5 2 0,-1-3 11 15,-3-2-4-15,3 2-2 0,-3-2-2 0,3 1 2 16,-3-3 0-16,3 3 5 0,-3-3 10 16,0-1-7-16,0-3 1 0,0 0-4 15,0 0-2-15,0 0-5 0,-9-10-3 16,6 0 4-16,-1-1-4 0,-3-1 1 16,4-2 2-16,-1-7 0 0,1-1-2 0,3 0-1 15,0-6-6-15,7 3-2 0,-4-6-1 0,4 2 1 16,0-1-3-16,2-1 0 0,-2 2-1 15,7 1-2-15,-1 0-5 0,1 3 0 0,2 3-4 16,-2 4-2-16,-1 0-1 0,4 7-2 16,-4 1-4-16,-1 5-3 0,-1 5-1 0,-1 0-1 15,-7 5-2-15,0 5 3 0,-3-3-2 16,-3 5 2-16,-3 1 1 16,-1 2 1-16,-4-1-1 0,-1 3 3 0,2-3-3 0,-1-2 0 15,5-1 5-15,-4-1-4 0,7-3 4 16,0 1-2-16,-2-4 8 0,2 2 4 0,3-2-1 15,3-4-2-15,2 3 2 16,-5-3-1-16,16-3-6 0,-2 3 6 0,-1-1-4 16,4 1 0-16,2-3-1 0,-2 3 2 15,-1-3-3-15,1 6-3 0,3 0 0 0,-3 1 0 0,3 0 1 16,-4 7-2-16,-2-4-1 0,-1 6 4 16,-6-1-5-16,-1 6 5 0,-2 2 1 0,-4-1 1 15,-4 5-1-15,-2-2 2 16,-1-1 0-16,-6 4-4 0,3-6 4 0,-7 6-1 15,4-3-3-15,3-1 3 0,-3-1 1 16,-1-2 0-16,1-3-6 0,-1-1 1 0,5-2 2 16,-5-1-3-16,4-5-2 0,-3 1-2 15,2-3-14-15,-1-1-8 0,-1 2-11 0,-1-5-15 16,4 0-14-16,-4 0-19 0,4-2-12 16,1 2-18-16,-2 0-2 0,5 0-13 0,-4-6-75 15,7 3-311-15,-5 2-17 0</inkml:trace>
  <inkml:trace contextRef="#ctx0" brushRef="#br1" timeOffset="-64525.29">17352 7618 1358 0,'11'-7'-42'0,"-1"6"12"0,-4-2 0 0,2 0 12 0,-5-1 4 0,0 7 0 0,-3-3 8 0,3 4 5 0,-6 0 8 0,3 3 12 0,0 3 9 16,-3-2 7-16,0 6 3 0,3-4-6 16,-5 2 5-16,5 1 0 0,-3-1-2 0,0 1-6 15,3-1-1-15,0 1-3 0,0-1-4 16,0 1 2-16,0-4-16 0,3 4-46 0,-3-1-27 16,3-3-28-16,-3-5-148 0,0 4-154 15,5-1 93-15</inkml:trace>
  <inkml:trace contextRef="#ctx0" brushRef="#br1" timeOffset="-64369.76">17390 7529 1065 0,'-8'-12'-16'16,"5"-1"22"-16,0 3 4 0,0 2 2 0,-1 1-2 16,1 3-1-16,0-4 4 0,0 2-6 15,0 2-12-15,-2 0-10 0,2 1-24 16,3-3-21-16,0 2-132 0,-3-1-82 0,6 2 207 15</inkml:trace>
  <inkml:trace contextRef="#ctx0" brushRef="#br1" timeOffset="-64141.23">17553 7315 779 0,'3'-4'2'0,"0"3"9"0,1-2-4 15,-4 3 4-15,0 0 0 0,6 8 8 0,-2-4 8 16,3 6 4-16,-4 1-1 0,3 2 10 15,4 3 1-15,-3 0-2 0,0 2 1 0,3 1 1 16,0 3-1-16,-3-1 3 0,-1-1-7 16,1 2-4-16,-1-1 4 0,-2 1-11 15,3-3-1-15,-4 4 2 0,-3-4-9 0,3 0-12 16,-3-5-24-16,3 2-19 0,-3-1-17 16,4-4-27-16,-4 0-108 0,-4-3-160 15,4-2 135-15</inkml:trace>
  <inkml:trace contextRef="#ctx0" brushRef="#br1" timeOffset="-63994.52">17583 7675 917 0,'-7'-6'-16'0,"0"2"16"15,4 0 12-15,-4 0 5 0,4 2 9 0,0 0 3 16,3-4 5-16,-3 3 3 0,6-1-6 16,0-1 5-16,4-2-14 0,3-2-7 0,3 5-21 15,4-4-18-15,3-2-7 0,3 3-17 16,1-4-21-16,-5 1-70 0,5-2-148 0,2 5 195 15</inkml:trace>
  <inkml:trace contextRef="#ctx0" brushRef="#br1" timeOffset="-63688.94">17933 7447 786 0,'7'-5'-1'0,"-1"3"6"15,-2-2 7-15,-1 3-5 0,0-2 5 16,0 0-6-16,-3 3 5 0,7 3 6 16,-4 1 1-16,1 2 11 0,-1 5 1 0,4-3 1 15,-1 3 4-15,1 2 1 0,0-1 4 16,-4 2 0-16,4 4-3 0,-4-3-1 15,0 1 2-15,1-1-1 0,-1-4 0 0,-3 6-6 16,3-5-1-16,-3 1-10 0,0-5 5 16,4 3-1-16,-4-3 6 0,4-2 6 15,-4 1 7-15,0-3-1 0,0-1 0 0,0-3-2 16,0 0-2-16,-4-10 1 0,-3 0-1 16,7-1-2-16,-7-1-2 0,4-1 0 15,3-3-4-15,-3 3-5 0,0-5-4 0,-1 3-2 16,4 0-2-16,4 1-5 0,-4-4 0 0,9 0-5 15,-2-2-8-15,7 1-19 0,2 1-16 16,7-2-17-16,1-1-12 0,0 2-17 16,1 1-9-16,-4 3-9 0,-4 1-12 0,-1 3-56 15,-2 1-273-15,-1 3 50 16</inkml:trace>
  <inkml:trace contextRef="#ctx0" brushRef="#br1" timeOffset="-63421.01">18003 7454 1127 0,'7'3'-56'16,"-1"-3"6"-16,4 0 9 0,7 3 3 16,-1-6 4-16,4 3 6 0,-2-3 1 0,1 2 1 15,1 1-8-15,-4 0-8 0,2 1-3 0,-6 2 3 16,-1 0 2-16,-8 4 8 0,1 1 2 16,-4 2 23-16,-7 2 9 0,-7 2 2 15,-2 3 5-15,-4-1 1 0,-1 0 8 16,-4 3-6-16,4-4 1 0,-2-2 7 0,7 2-3 15,-5-5 2-15,8 1 0 0,6-4 8 16,-3 0 4-16,10 1-10 0,3-5-3 16,4 1 4-16,3-1-3 0,7-6-5 0,3 3-15 15,7-3-15-15,-5-1-16 0,5-4-82 16,0-2-120-16,-3-1 79 0</inkml:trace>
  <inkml:trace contextRef="#ctx0" brushRef="#br1" timeOffset="-63272.41">18403 7460 645 0,'0'0'10'0,"0"0"5"0,0 0-1 0,-10 7 5 16,13-2 9-16,-3 1 1 0,3 1-6 15,1 0 9-15,6 4 4 0,-4-3-6 0,4 3-10 16,1 2 5-16,2-4-6 0,-4 4-25 16,2-3-19-16,-1 1-45 0,-4-4-130 15,2 2-19-15,-2-3 74 0</inkml:trace>
  <inkml:trace contextRef="#ctx0" brushRef="#br1" timeOffset="-63093.08">18606 7467 652 0,'-3'-13'21'0,"3"3"-1"16,-3 6 4-16,-4 0 2 0,1 8 12 0,-5 0-2 16,-5 6 9-16,-1 5-6 0,-7 8 2 15,2 0-8-15,-8 6-7 0,-4 2 3 0,4-2-5 16,3 3-14-16,-3 0-12 0,7-7-18 15,3 0-12-15,0-3-35 0,0-5-86 16,7 1-116-16,-1-7 212 0</inkml:trace>
  <inkml:trace contextRef="#ctx0" brushRef="#br1" timeOffset="-62839.6">18636 7353 730 0,'0'-9'0'0,"0"0"16"16,0 3 7-16,0-1-4 0,0 2 10 15,0-1-7-15,-3 5 3 0,3 1 9 16,0 0 0-16,0 0 3 0,0 12 7 0,3-2-1 16,-3 2-5-16,6 1 2 0,-2 2-6 15,0 5 0-15,-1 3 0 0,0 2-8 16,1 0-8-16,-1 0 6 0,-3 2-5 0,3 0 0 15,-3 4-28-15,-3-3-28 0,3-3-2 16,-7 0-24-16,1 0-66 0,2-3-234 16,-3-3 125-16</inkml:trace>
  <inkml:trace contextRef="#ctx0" brushRef="#br1" timeOffset="-62525.19">18603 7685 925 0,'0'-5'-24'0,"3"3"12"0,-3-4 5 16,6 2 12-16,2-3 4 0,-2 3-2 16,4-3 12-16,0 0 4 0,4-4 2 15,-5 4-3-15,8-3 0 0,-7-1 4 16,4 1 6-16,-4 1-1 0,-1-1 5 0,-2 2-3 16,0 1 2-16,0 0-1 0,-7 1 1 15,0 1-6-15,0-1-1 0,-7 6-3 0,0 0-3 16,-3 4 6-16,-3-2-7 0,3 6 4 15,-3-4-1-15,3 3-3 0,-1 4 1 0,5-1-3 16,-1-2 1-16,1 2-1 0,6 0-4 16,-4-2-4-16,4 2-5 0,4-3-17 15,-1 1-20-15,4-4-13 0,-1-1-18 0,1 0-5 16,0-1-11-16,3-4-28 0,-4 2-3 16,4-3 1-16,4-3-16 0,-5 2-173 15,1-1 187-15</inkml:trace>
  <inkml:trace contextRef="#ctx0" brushRef="#br1" timeOffset="-62122.45">18769 7618 766 0,'14'-8'-10'0,"-8"2"13"0,4-1 6 0,-2 4 11 15,-2-1 2-15,0 0 5 0,1 3 5 16,-1-2-5-16,-1 3 7 0,-2 3 12 0,0 2 1 16,0-3 6-16,-3 3 4 0,3 1 2 15,-3-2 4-15,0 0-2 0,0 4-1 0,4-2-2 16,-4 1-4-16,-4 1-3 0,4-1-3 16,0-1-4-16,-3 2-2 0,0 0-3 0,0-2-4 15,0 4-4-15,-2-5-3 16,5-1-1-16,-3 2 1 0,0-1 4 0,3-3 7 15,-3 1 5-15,3-3-1 0,0 0-1 0,-7-5-1 16,7-3-1-16,0-3-3 0,0 3 1 16,0-5-1-16,0-2 0 0,7-3 3 15,-1 1-2-15,5-1-1 0,-5 0-2 16,4 4-3-16,1-4-3 0,1 3-6 0,1 2 0 16,-2 4-1-16,2-1-4 0,-2 2 0 15,2 2-2-15,-4 5-3 0,2-2-2 0,-1 6 3 16,-4-2-2-16,0 5 0 0,-2 2 0 0,0-1 0 15,-1 1-1-15,-3 2 3 0,3 1-2 16,-6 0-1 0,6 2-1-16,-6-1-2 0,3-2 1 0,0 2 1 0,0 1-4 0,0-1 1 15,0-1-1-15,0 2 1 0,0-3-3 16,0-2 1-16,0 0-3 0,0 1-2 0,0-2-8 16,0 1-21-16,-3-4-22 0,3 2-25 15,0-4-27-15,0 0-29 0,0 2-15 16,0-4-19-16,0 0-85 0,0 0-384 0,3 0-133 15</inkml:trace>
  <inkml:trace contextRef="#ctx0" brushRef="#br1" timeOffset="-61143.35">19246 7569 1647 0,'7'-9'-81'0,"-4"-1"13"0,0 0 22 0,5-1 15 0,-5 4 4 0,0 0 11 0,-3-1 5 0,0 1 8 16,0 1 5-16,-3 2-7 0,-5 0 13 0,2 4-8 16,-7 0 10-16,2 6 0 15,-2 2-3-15,1-4 9 0,1 3-1 0,1 4 8 16,0-1-6-16,0 0 1 0,3-2-3 16,1 2 0-16,3-1 8 0,-1 0-9 0,1-2-1 15,6 0-2-15,1-2-2 0,2 1 2 16,1-5-2-16,-1 2-2 0,5-3 4 0,-5-3-1 15,7 2-5-15,-2-5 3 0,-2-1-7 16,1 2 6-16,4-5-3 0,-1 0 3 0,-2-2-1 16,1-5-1-16,-2 3 5 0,1-4 7 15,-2-1 11-15,-2-5 11 0,-1 3 5 16,2-8 5-16,-5 3 3 0,0-2 4 0,1 0 6 16,2-4 1-16,-3 7 2 15,5-3-4-15,-5 6-3 0,3 0 2 0,-6 0-9 16,4 5-6-16,-1 3-5 0,0 7-8 0,0 2 1 15,0 5-3-15,1 7-4 0,0 5 0 0,-1 3-3 16,0 6-3-16,-3 4-1 0,0-5-1 16,0 2-2-16,0 3 2 0,4-3-3 15,-1-1-3-15,0 1-1 0,0 0-1 0,0-5-1 16,1 4-3-16,3-9 1 0,-4 4-2 16,7-4-1-16,-4-2-3 0,2 0-3 15,2-2-1-15,-1-1 2 0,-2-4-5 0,7 2 1 16,-5-5 2-16,1 0-3 0,-3 0 2 15,3 2 3-15,0-4 0 0,-7 4 0 16,4-4 1-16,-3 4 0 0,-1-2-2 0,-3 2 1 16,0-2-3-16,0 0 2 0,0 3 2 0,0 3 2 15,-3-5-4-15,3 2 4 0,-7 0-3 16,7-2 2-16,0 3-5 0,-4-2-5 16,4-2-3-16,4 2-8 0,-4-2-6 0,0 0-6 15,7 0-4-15,-1 0-1 16,1-2-4-16,3 0-4 0,-3 2 5 0,2-4 3 15,-2 3 8-15,4-2 0 0,-5 0 3 0,0 2 2 16,4 1 6-16,-2-3 0 0,-5 3 2 16,3-3-2-16,-3 3 4 0,4 0 3 0,-7 0 1 15,11 0 3-15,-8 0 1 0,0 3 1 16,0-3 1-16,4 3 3 0,-4-2 7 16,0 2 3-16,-3 1 1 0,3 2 3 0,-3-4 4 15,0 7-3-15,5-5 0 0,-10 0-2 16,5 2 1-16,0-1-1 0,0 1-1 15,-3-2 1-15,3-4-1 0,3 3 6 0,-3-3 3 16,0 0 0-16,0 0 1 0,5-6-4 0,-5 2 2 16,3-4 0-16,0-2 3 15,0 0-1-15,4-2-4 0,-1-6-1 0,5 4-1 16,2-4 0-16,-4 0-2 0,5 4-2 0,-1-3-2 16,1 6-1-16,-1-3-1 0,1 6-3 15,-4 2-1-15,-1 1 2 0,5 5-1 0,-4 2 4 16,-4 4-1-16,4-2 1 0,-6 7 1 15,3-4-3-15,-4 3 0 0,-3 0-1 0,3 1 0 16,0-4 1-16,1 0 6 16,-1 1-2-16,0-4 4 0,1 2 3 0,-1-1 1 15,1-3 0-15,2 0-2 0,-3 1-3 16,4-3-4-16,-4 0-24 0,1 3-34 0,-4-3-43 16,7-3-43-16,-4 6-32 0,3-6-28 15,-6 3-108-15,0-3-340 0,4 3-140 0</inkml:trace>
  <inkml:trace contextRef="#ctx0" brushRef="#br1" timeOffset="-41370.91">8069 2779 303 0,'0'0'107'0,"0"0"-42"0,-3-4-36 0,3 4-1 0,0 0-8 0,0 0-2 0,0-4 2 0,0 4-8 0,0 0 1 16,7 0 0-16,-7 0 2 0,0 0-3 0,3-1 0 16,-3 1-4-16,0 0 3 0,3 0-7 15,-3 0 7-15,0 0-1 0,0 0 0 16,0 0 5-16,3-3-3 0,-3 3 0 0,0 0 5 15,0 0-1-15,0 0 5 0,0 0-8 16,0 0 4-16,0 0-2 0,5 8 0 16,-5-4 0-16,0 2 7 0,3 4-5 0,0 5 1 15,3 7-1-15,1 0 2 0,4 12-5 16,-5 3 11-16,7 5-5 0,-2 5 5 0,2 2 5 16,-4-2 1-16,-2 0 5 0,3 0 4 15,0-1 4-15,-4-8-1 0,-2-1 4 0,3-5 0 16,-4 0 1-16,1-4 0 0,2 0-4 15,-3-6 1-15,0 0 0 0,1-1-3 0,0-6-1 16,-1 2 0-16,0-2 1 0,1-2-5 16,-1-4-3-16,0 1 0 0,0 1-7 15,1-4 2-15,-1 0-5 0,1-1 0 0,-1-1-5 16,0-3-3-16,-3 3-4 0,4-2-1 16,-1 0-2-16,0-2-21 0,-3 2-11 0,0 0-14 15,0-3-21-15,0 0-19 0,0 0-17 16,0 0-22-16,3-7-145 0,-3 1-208 15,4-1 24-15</inkml:trace>
  <inkml:trace contextRef="#ctx0" brushRef="#br1" timeOffset="-40755.4">7973 3795 1227 0,'-27'12'-44'0,"0"1"14"0,4-4 4 0,0 4 10 0,3-5 7 0,3-1 2 0,1 3 12 0,-2-6 6 0,9 4-3 16,-4-2 0-16,5-3 6 0,5 1-3 0,3-1-2 15,3-2 2-15,5-1-4 0,11 0 1 16,5-4-1-16,9 0-2 0,7-2 4 0,4-5-7 15,2 5 3-15,1-2 3 0,-1-3-6 16,1 5 2-16,-1 1-3 0,-5-2 3 16,-1 0 6-16,-7 3 0 0,-3 2 1 0,-3-3-1 15,-7 2 13-15,0 0-3 0,-3 2-2 16,-1 1 4-16,-2-3-4 0,-1 3 0 16,-4-4-6-16,-1 4-4 0,1-1-1 0,-5-2-23 15,2 0-32-15,-6-4-46 0,3 2-252 0,2-2 34 16,1-6 171-16</inkml:trace>
  <inkml:trace contextRef="#ctx0" brushRef="#br1" timeOffset="-40121.44">9116 3729 834 0,'-13'10'-6'0,"-1"-3"9"0,1 1 2 0,-4 1 13 0,4-2 1 0,3-2-4 0,0 2 12 0,0-1 0 16,4-2-7-16,-2-1 0 0,8-2-3 16,8 3 5-16,5-4-8 0,7-4-4 15,23 0-3-15,20-3 6 0,27-7-4 0,40-3-6 16,14 1 6-16,9-5-4 0,7 0-2 15,0 4 4-15,0-2-1 0,1 1-2 16,-8-3-3-16,-7 7 6 0,-3-4 0 16,-10 4-7-16,-25 2 3 0,-18 1-3 0,-11 1 6 15,-11 3 3-15,-9 1-6 0,-12-2 4 0,-4 4 2 16,-6 1 2-16,-4-1 2 0,-6-2 1 16,2 6 2-16,-5-4-8 0,-4 0-6 15,-4 3 3-15,-2-2-16 0,-4 3-16 0,-4-3-18 16,-6 2-56-16,0 1-218 0,-13-6 71 15,4 3 231-15</inkml:trace>
  <inkml:trace contextRef="#ctx0" brushRef="#br1" timeOffset="-36923.38">9323 2589 766 0,'7'-4'14'0,"-1"-2"8"0,-3-2-8 0,0 4-8 0,1 0 4 0,0-2-3 0,-4 1 1 0,3-1-1 0,-3 5-2 0,3-2 0 15,1 0-4-15,-1 2-3 0,-3 1 3 16,6 7-2-16,1-2 3 0,0 5-6 0,0 0 1 16,-1 5-1-16,4 2 1 0,0 1 0 15,-3 4 3-15,3 0 0 0,-3 3-2 16,3 3 1-16,-4 1 2 0,4 4-1 0,-3 1 2 15,0 3-1-15,-1-5 0 0,1 3 4 16,-1 0-1-16,1 1 0 0,-3-10 1 0,-1 2-3 16,3-6 7-16,-2 2-6 0,-1-5 6 15,0 1 1-15,1-5-18 0,0 3-24 16,-4-7-112-16,3 3-100 0,0-4 235 16</inkml:trace>
  <inkml:trace contextRef="#ctx0" brushRef="#br1" timeOffset="-36622.1">10013 2714 601 0,'0'0'-4'0,"0"11"-7"0,-4-1 2 16,1 1 8-16,0 7-1 0,-3-3-2 0,6 6 0 16,-5 0 0-16,10 3 1 0,-5-5 3 15,6 5-2-15,0-5 6 0,4 1-4 0,1-2 12 16,-2 0 11-16,1-4-4 15,4-2 4-15,-1-1 5 0,-2-1 3 0,-2 0 11 16,1-3 18-16,-4 1 2 0,5-4 1 0,-4 2 7 16,2-1-3-16,-6-5-6 0,1-5-7 15,0-1-7-15,-4-1 2 0,0-4-11 16,-8 0-7-16,5-3-5 0,-6 3-7 0,2-3-2 16,-4 3-11-16,2-3-7 0,-7 3-20 15,2 1-12-15,1-1-11 0,2 7-19 0,-2-6-63 16,4 5-256-16,1-1 107 0</inkml:trace>
  <inkml:trace contextRef="#ctx0" brushRef="#br1" timeOffset="-36260.08">10576 2713 1028 0,'-10'-3'-30'0,"-3"0"6"0,2 3 8 16,-1-3 9-16,2 1 3 0,-4 0 7 16,4-2-3-16,1 4 4 0,-2-1 2 15,1-2 0-15,4 3 5 0,-2-3-8 0,2 2 3 16,0 1-4-16,-1 0-3 0,4-3 10 16,-5 3-11-16,5 3 3 0,3-2-4 15,-3 5 2-15,3 3 1 0,0 4-3 0,3 5 2 16,-3 1 0-16,0 9 3 0,-3 0-2 15,3 0 1-15,3 4 8 0,-3-2-7 0,3-3 1 16,-3 9 1-16,0-10-1 0,5-1-1 16,-5 0 2-16,0-1-4 0,0-5 7 15,0-1-6-15,3-1-1 0,-3-2 1 0,0-2 3 16,0-1-3-16,3-2 1 0,-3 2 3 16,0-3-1-16,0-2-6 0,0 0-13 15,-3-2-14-15,0-2-21 0,-8-3-134 0,4-3-75 16,1-2 221-16</inkml:trace>
  <inkml:trace contextRef="#ctx0" brushRef="#br1" timeOffset="-35378.07">10996 2567 679 0,'7'-3'-13'0,"-7"2"4"0,3 1 0 0,-3 0-1 0,0 0 6 0,-7 7-2 0,1 0 4 0,-1 4-4 16,-6 1 5-16,3 2 0 0,-3 1-2 0,-1 2 2 16,-2 0 0-16,2 2 3 0,1 1 0 15,-1-1-1-15,1 6-2 0,-4-1 3 16,4 1 2-16,4-3-6 0,-5-1 1 16,7-2 3-16,1-1-3 0,-2 2 3 0,5-5 1 15,3-4 2-15,3 6 2 0,-3-5 1 16,8-2-2-16,-2 1 0 0,1-3 1 0,7 2-1 15,-5-4 0-15,4-1-3 0,1-3 4 16,-1 0 4-16,4-2-2 0,-4 3 6 0,-3-6 11 16,4 3 0-16,-5-2 8 0,-2 0-7 15,3-2 4-15,-3-3-8 0,-4 0 1 16,0-4 2-16,-3 3-4 0,-3-3-5 0,0-2-2 16,0 1-6-16,-1-1 8 0,1 1-3 15,-4-1-3-15,0 3-3 0,4-2 0 0,-3 2-3 16,-1 3 5-16,4-4-4 0,-1 4 2 15,0 0 2-15,1 2-7 0,0-2-4 0,0 1 3 16,3 1-7-16,0-1 0 0,6 5 6 16,1-5-3-16,3 2 1 0,3-4-1 15,4 2-2-15,3-1 0 0,0 0 0 16,4-4-5-16,2 4 0 0,1 0 6 0,-4 0-1 16,0-1-3-16,1 1 6 0,0-1-6 15,-5 2 1-15,-2 2 0 0,-1 0-1 16,-2-2 1-16,-1 3-1 0,1 1 2 0,-4 0 2 15,-1-2 0-15,-2 8-6 0,0-2 9 16,0 6-5-16,-7-1 0 0,0 5 6 16,3 1-3-16,-3 2-2 0,0-1 6 0,3 0-4 15,-3 1 4-15,3-1 2 0,0 1-1 16,1-2-2-16,3-1 3 0,-4 1-8 0,4-3 5 16,-1 1 0-16,1-4 5 0,0 2-6 15,0 0 6-15,-4-2-6 0,3-2 4 0,1 2 12 16,0-4 3-16,0 1 16 0,2-1-4 15,5-3 1-15,-4-3-1 16,3 2-1-16,4-5 3 0,-1-1 0 0,-2-1 4 0,-1 1 3 16,1-3 6-16,-1 2-2 0,-4-2-1 15,2-1-5-15,-5 3-4 0,1-3 2 0,-4-2-7 16,-3 1-1-16,0-1-6 16,-3-1-2-16,-4-1-1 0,-2 0-9 0,-2-1-27 0,-5 1-20 15,2 1-22-15,-5-1-34 0,-11 1-67 16,0 7-295-16,-11 3 36 0</inkml:trace>
  <inkml:trace contextRef="#ctx0" brushRef="#br1" timeOffset="-32690.08">12337 3145 1146 0,'-8'0'-43'0,"-2"0"5"0,1 0 14 0,1 0 3 0,-1 0 1 0,2-3 10 0,-2 3 6 0,1-3 2 0,2-1 10 16,2 1 10-16,4-2-9 0,10-2-5 0,7 0 3 15,13-10-1-15,27 3 2 0,22-5-6 16,59-15 9-16,25 1-3 0,27 1-10 0,17-5 5 16,9-1 1-16,21 3-6 0,43-6 8 15,0-5-8-15,0 4 6 0,-46 6 1 16,-2-1-5-16,-12-2 5 0,-13-3-4 0,-17 6-3 16,-23 1 3-16,-21 2 6 0,-19 5 9 15,-34 10 8-15,-19 4 7 0,-17 2 6 0,-14 2 8 16,-4 2-7-16,-5 1 8 0,-11 0-4 15,-2-4-7-15,-8 4-6 0,-6 1-2 16,-1-1 0-16,-6 2-8 0,4-1-3 0,-1 2 3 16,0 0-5-16,-3 1-5 0,3 0 2 15,-3-2 0-15,4 3-3 0,-1-2-3 0,-3 3 7 16,3-2-8-16,-3 0-1 0,0 2-1 16,0 1 7-16,0-6 0 0,-3 1-7 0,0-1 2 15,-7 5 1-15,-3-6-3 0,-1-2-1 16,-6 1 4-16,0 0-5 0,-3-3 1 15,-4 1-4-15,3 0 2 0,-1 3 2 16,1-4 4-16,4 4-3 0,-1 2-4 16,2-2 6-16,5 1-7 0,1 2 3 0,0-1 7 15,3 2-8-15,3 1 2 0,4 2-2 0,3 0 2 16,0 0-3-16,30 7 0 0,-6 0 3 0,6 0 1 16,3 2 0-16,3 0 1 0,1 4-1 15,2-2 1-15,-1-3-1 0,-5 6-2 16,-3-7 2-16,-4 3-1 0,-2-2 2 15,-1-1-4-15,-2-3 1 0,-9 4 3 0,1 2 4 16,-5 3 0-16,-5-1-5 0,-14 6-13 16,-2 2-33-16,-13 3-29 0,-11-2-28 0,-10 3-189 15,-9-5-114-15,-10 5 85 0</inkml:trace>
  <inkml:trace contextRef="#ctx0" brushRef="#br1" timeOffset="-32135.13">12696 2552 1087 0,'3'8'-44'0,"5"2"6"0,4 2 23 0,9 1 10 0,1-1 12 0,13 2 1 0,1 0 8 0,7 1 2 0,11-2 4 0,2-1 1 16,8-2-9-16,2 0 9 0,1-3-3 15,2-2-9-15,-2 1 14 0,4-6-12 16,-5-6 4-16,-3 1-2 0,4-5 2 16,-4-5-8-16,-3-2 7 0,-6-5 8 0,3-6 1 15,-14-3 5-15,-7-2 7 0,-9-6-7 0,-3-4 3 16,-12-1-6-16,-4 3 1 15,-8 4 14-15,0 2 1 0,-8 3 2 0,-1 3-1 16,-4 8-8-16,-7 10-3 0,-7 11-2 16,-16 24-2-16,-34 27 0 0,-10 17 0 0,-7 17-1 15,1 8 1-15,-3 17 2 0,-1 8-2 16,4 4-5-16,-4-3-18 0,7 2-31 0,0-8-24 16,-3-9-27-16,3-7-15 15,6-7-14-15,-6-15-51 0,4-9-182 0,3-11-57 0,13-17 93 16</inkml:trace>
  <inkml:trace contextRef="#ctx0" brushRef="#br1" timeOffset="-28642.46">6770 2842 1025 0,'0'0'-35'0,"0"0"13"0,0 0 2 0,0 0 10 0,3 3 1 0,-3-3 8 0,0 0 0 0,13-7 3 0,1 1 1 0,-1-1-3 16,7-4 2-16,7-1-3 0,0-2 2 16,9 1 2-16,-3-2-2 0,1 0 2 0,-1 2-2 15,0 2 1-15,-6 3 0 0,3-3 4 16,-7 4-4-16,4-3-4 0,-4 4 4 0,-3-2-3 16,-3 4 5-16,-4 1 7 0,-3 2-5 15,1-5-3-15,-8 6 7 0,0 0-9 0,-3 0 3 16,-20 6-2-16,7-2 3 15,-8 0-1-15,-2 2-2 0,-4-4-2 0,1 4 0 16,-1-3 3-16,1-2 1 0,2-1-2 16,0 0 6-16,2-4 3 0,-2-2 4 0,-2 2-2 15,2-7 0-15,0 4 12 0,5-4 1 16,-1 3 6-16,0-3-4 0,3 4-1 0,0-3 1 16,4 2-3-16,0 1 2 0,3 1-5 15,0-1-2-15,3 2-3 0,-3-1-7 16,3 2 1-16,4 1-1 0,3 3-1 0,0 0 1 15,10 6 3-15,4-1-4 0,2 5 3 16,4 1-9-16,7 6 6 0,3 2 7 0,0-1-10 16,0 3 5-16,-3 4-2 0,6 4 2 15,-6-4-4-15,-1-4 1 0,-3 4-6 0,1-1 9 16,-4-2-3-16,-4-4 1 0,-2-3 1 16,-1-1 4-16,0 1-4 0,1-5 3 0,-4 1 16 15,0-4 8-15,0-4-5 0,-4-3-2 16,-2 0 0-16,-1-3-3 0,0-4-2 0,-3-1-4 15,0-2 0-15,0-5-1 16,-3-2-5-16,0-4-3 0,-4-4-2 0,4 0-2 16,-4-8 1-16,0 0-5 0,1-3-1 0,-1 1-1 15,4 3 4-15,0 4-3 0,-1 0 1 16,1 6 1-16,-1 0 1 0,-2 1-2 16,2 7-10-16,4 2 4 0,-3 1 3 0,3 9 3 15,-3-2-1-15,3 4 2 0,-3 8-2 0,-4 1 0 16,3-2 1-16,-2 2 1 0,-1 4-2 15,-3 5 2-15,0-1-3 0,-6 8 2 16,2 2-3-16,1 1 2 0,-4 3 0 0,1-2 2 16,-5 0 0-16,5 2-2 0,2-1 1 15,-2 1-3-15,-1-5 5 0,1 2-2 16,2-6 2-16,4-1-4 0,1-4-14 0,1 1-32 16,2-6-25-16,-1-2-36 0,1-6-57 15,-1 0-217-15,7-4-50 0,0 0 61 0</inkml:trace>
  <inkml:trace contextRef="#ctx0" brushRef="#br1" timeOffset="-26952.34">10573 10847 670 0,'-4'-3'83'0,"4"3"-11"0,0 0-17 0,-6-1-5 0,6-2 2 0,0 3-11 0,0-3-2 0,0-2-7 16,-3 3-1-16,3-3-4 0,3-2 0 0,-3-2-1 15,10 1-8-15,-3-3-2 0,6 1 3 16,0-5-10-16,7 0 3 0,0-1-4 0,7 1-1 15,-1-3 2-15,-2 4-3 16,2-4 0-16,-2 4-1 0,0-1 5 0,-5 5-7 16,-2-2 0-16,-1 1-1 0,-2 1 5 0,-1 3 5 15,-3-1-8-15,-3 1 6 0,3 1-13 16,-7 5 4-16,0-5-5 0,-3 3 4 16,-6 1-2-16,-1 0 6 0,-7 2 3 0,-2 0-5 0,-4-4 3 15,-4 4-3-15,2-1 1 16,-5-2 5-16,3 0-5 0,-2 2 7 0,6-2-2 0,0 0 4 15,-4 0 1-15,8-1-4 16,-1 0 6-16,0 3-7 0,4-2 5 0,3 0-6 16,0 2 2-16,0-2-2 0,0 0 1 15,0 0-2-15,3 3 5 0,1-2-8 0,3 2-2 16,-1 0-1-16,4 0 1 0,0 0-2 16,10 8 4-16,0-1 4 0,4 3-1 15,6 2-1-15,-1 1-2 0,5 2 0 0,-1 3 6 16,4-3-6-16,-1 2 4 0,-2 1-4 15,2-3 7-15,-2-1-4 0,-5-1 6 0,5 2-2 16,-4-3-1-16,-4 1 0 0,2-1-2 16,-9-2 2-16,5 1 2 0,-4-4 7 0,-1 3 2 15,2-6 4-15,-4 2 5 0,-1-1 3 16,0-2 4-16,-6 0-1 0,0-3-5 0,0 0 0 16,-6-17-4-16,0 9-4 0,-1-5-2 15,-4-5-6-15,5-4-1 0,-7 1 2 16,6-4-4-16,-3 3 0 0,0-3-4 0,4-4 1 15,-5 1 2-15,5-3 0 0,3 4-2 16,-1 0-4-16,1 2 5 0,0-4 0 0,3 8 1 16,-3-2 3-16,3 0 3 0,-5 4-2 15,5 1 0-15,0 3 2 0,-3 1-1 16,0 1-1-16,3 1 1 0,-3 1-2 16,-1 1 0-16,4 3-4 0,-3 1 0 0,0 6 0 0,3 0-2 15,-11 13-1-15,2 8-1 0,2 1 3 16,1 13 0-16,-2-1 0 0,5 7 1 0,0-1 0 15,0 2-7-15,-1 8-20 0,1 0-48 16,0 0-40-16,0-7-40 0,-5 4-222 0,-5 0-196 16,-3-4-66-1</inkml:trace>
  <inkml:trace contextRef="#ctx0" brushRef="#br1" timeOffset="-21594.41">13439 9843 1460 0,'3'-6'-73'0,"2"1"9"0,-2-1 14 0,0 2 9 0,0-3 7 0,4 2 5 0,-7-4 3 0,3 5 13 0,0 0-2 0,-3-2 9 0,3 1-3 0,-3 3 1 16,5-2 0-16,-5 3 5 0,0 1 3 16,0 0-6-16,0 7 0 0,0 1 8 0,-5 3-5 15,2 6 3-15,0 0 0 0,3 3 3 16,-3 5-7-16,-1 0 5 0,4 0 12 0,-3 0-9 16,0 2-2-16,3-2 2 0,0 0-1 0,0 0-1 15,0 0-2-15,0-6 6 0,0 5-4 16,3-6 6-16,-3-4 1 0,0 1-5 15,0-3 1-15,0-2-23 0,3 3-15 0,-3-11-54 16,-3 4-171-16,6-6 8 0,-3 0 230 16</inkml:trace>
  <inkml:trace contextRef="#ctx0" brushRef="#br1" timeOffset="-21210.64">13756 9755 668 0,'4'-4'1'0,"-4"3"6"0,0-2 0 16,0 3 2-16,0 0-2 0,6 4 2 0,-3 2 4 15,1-1-2-15,-1 8 7 0,4-3-4 16,-3 10-1-16,2 0 0 0,0 2 1 0,4 3 2 16,1 4 1-16,-2 2-2 0,1 2-6 15,4-4-4-15,-1 3 7 0,1-1-5 16,-5-1-1-16,4 1-1 0,1-5-2 0,-1-1 5 16,-5-1-7-16,1-5 7 0,1-1-3 15,-4-4 3-15,2-1 2 0,-5-1-5 0,4 1 4 16,-1-5-7-16,-3-4-6 0,-3 2-14 15,3-5-10-15,-3-1-54 0,0 0-108 16,0-8-26-16,0 2 74 0</inkml:trace>
  <inkml:trace contextRef="#ctx0" brushRef="#br1" timeOffset="-20020.75">14423 9744 598 0,'-4'3'3'0,"-2"5"7"0,3-3-6 0,-1 3 0 0,-2 0 0 0,-2 1 3 0,2 0 2 0,3 2 0 0,0-1 4 0,-1 0-2 0,1 2-5 16,3 1 4-16,0-4-4 0,0 4 6 0,3-1-4 15,1 1-2-15,2-1-1 0,0 1 0 16,2-1 0-16,-2 1 5 0,4-1-3 16,0-2-2-16,0 3-1 0,0-2 3 0,0-3-5 15,0 0 5-15,3 1 1 0,-3-5 1 16,4 0 2-16,-4 0 1 0,3-2-5 16,4-2 7-16,-3-2-2 0,-2 2-3 0,6-5 2 15,-6-1-1-15,1 2 0 0,4-2-3 16,-4-2 1-16,-2 1 4 0,2 0-1 15,-7 0-4-15,5-4-1 0,-8 1-1 0,1 1 2 16,-1-4-1-16,-6 1 2 0,3-1-6 16,-7 1 4-16,1-1-1 0,-2-5-1 0,-5 6 3 15,4-2-6-15,-9 1-1 0,6 1-3 0,-6 4-9 16,-2 3-6-16,4 1-9 0,-8 4-20 16,-2 4-58-16,-4 3-161 0,0 0 216 15</inkml:trace>
  <inkml:trace contextRef="#ctx0" brushRef="#br1" timeOffset="-19576.19">14833 9725 710 0,'0'-3'-10'0,"3"0"3"0,1 2 2 0,-4 1 3 0,0-3 1 0,3 0 3 0,-3 3-3 0,0-2 1 0,0 2 4 16,3 5-6-16,-3-2 3 0,3 1 0 0,1 4 3 16,-1-1-4-16,0 3 3 0,1 3 1 15,-1-1 3-15,1 3-5 0,2 5 5 16,-3-2-2-16,4 1 6 0,-4 2 3 0,4-2-6 16,0 4-2-16,-1-4-1 0,-2 2 3 15,2 0-3-15,-2-5 2 0,-1 1-2 0,1 0 0 16,-1-5-2-16,3 2 5 15,-6-3-7-15,4-1 8 0,-1 0-9 0,-3-1 2 0,3 0 5 16,-3-2-4-16,4-6-9 0,0 5-9 16,-4-6-17-16,0 0-78 0,0 0-117 0,3-10 77 15</inkml:trace>
  <inkml:trace contextRef="#ctx0" brushRef="#br1" timeOffset="-18894.53">15123 9725 595 0,'3'0'-3'0,"0"1"3"0,0 5 4 0,1-1 2 16,-4 5-5-16,4-2 3 0,-4 2-1 15,3 0 2-15,-3 2-1 0,3 1-2 0,1-1 0 16,-4 1-2-16,3-1 4 0,0 1 1 15,-3-1 0-15,3-2 0 0,-3 0 3 16,3 1 1-16,1-4 0 0,0 2-3 0,-4 0 3 16,3-5 3-16,0 4 0 0,1-4 2 15,-1-1-5-15,3 3 8 0,1-6-1 16,0 0-2-16,3 0 3 0,-4 0-5 0,1-3 1 16,0 0-4-16,-4-2 0 0,4-1 5 15,-4-1-6-15,4 3-2 0,-7-4-1 16,3-2-1-16,-3 3 4 0,-3-3 0 0,-1-1-1 15,4 1-7-15,-6 1 3 0,-1-1 2 16,1 2-7-16,-1-2 7 0,0 3 0 16,-3 2-6-16,0-4 3 0,3 2-3 0,1 0 2 15,-1 2-2-15,1-1 0 0,2 2 5 16,-3 0-6-16,4-2-3 0,3 4-1 0,0-3 6 16,6 1 4-16,2 3-10 0,2-5 4 15,-1 5 1-15,2-2 0 0,2 3 4 0,4-3-6 16,-4 1 3-16,0 2-7 0,1 0 2 15,-1 2 1-15,0-2 1 0,0 6 2 16,-3-5 1-16,4 5 2 0,-8 1 1 16,4 1-3-16,-2 3 3 0,-2 3-3 0,0 1 3 15,-2-1 2-15,2 2-5 0,-3-1 1 16,2-3-1-16,-2 2 9 0,0 3-2 0,3-5-3 16,-2 1 1-16,-1-5 2 0,3 3 6 15,2-1 2-15,-5 0 5 0,3-5 2 0,4 2 3 16,-2-1 1-16,-2-5 9 0,4-1-9 15,-1 0 8-15,2-1-6 0,-1-5-6 16,-1 2 8-16,2-6-4 0,-4-1 3 0,-1 1-2 16,0-5-1-16,-6 3 4 0,0-2-8 15,-3-4-9-15,-3 0 2 0,-1 1 2 0,-7-4-12 16,-2 3-12-16,-1 2-19 16,1-1-17-16,-8 4-7 0,1 1-20 0,-4-1-56 15,1 5-252-15,-4-2 110 0</inkml:trace>
  <inkml:trace contextRef="#ctx0" brushRef="#br1" timeOffset="-11157.68">6849 3195 998 0,'0'-10'-26'0,"4"0"8"0,-4 2 12 0,0 1 1 0,0-1 6 0,0 2 0 0,4 2-1 0,-8 0-1 0,4 1 2 0,-4 0 1 0,1 0-1 0,3 3 0 15,-10 10-7-15,1 1 4 0,1 2-2 16,-2 1 2-16,1 4-3 0,5 0 7 0,-6-2-4 16,3 7-2-16,4-4 6 0,0 5-1 0,0 1 0 15,3 0 1-15,3 0 0 0,0 0 1 16,4-3 2-16,-1-1-10 0,1 1 7 16,0-5 2-16,-1 1 1 0,4 0-1 0,-2-4 0 15,-2-3-3-15,7 1 7 0,-2-5 1 16,1-1-2-16,1-5-1 0,4 2 11 0,-4 0 0 15,-2-3 10-15,2 0-6 0,-7-3-3 16,2-1 0-16,-5-5-9 0,-3 1 7 16,-3 0 0-16,-5-5-8 0,-1 2-2 0,-1-1 2 15,-10-1-16-15,-1 3-6 0,2 1-13 16,-1 2-13-16,-4-2-34 0,1 5-134 16,0-1-63-16,-1 2 209 0</inkml:trace>
  <inkml:trace contextRef="#ctx0" brushRef="#br1" timeOffset="-10907.49">5936 3688 759 0,'-23'19'-18'16,"2"-1"5"-16,9-4 8 0,2-1-1 0,2-2 3 16,5-3 3-16,3 3-1 0,3-4 3 15,1 0 4-15,6 1 5 0,-3-2 0 0,6-3 3 16,-3-1-5-16,6 0 9 0,-2-4-3 15,-1 0-6-15,1-1 7 0,-1-4-1 0,-3 0 5 16,4 0 4-16,-5 0-6 0,-2-4-2 16,-4 3-1-16,1-5-5 0,-4-2 2 15,-7 1 2-15,4 3-6 0,-10-3-8 0,2 3-11 16,-5-3-15-16,-1 6-7 0,-3-1-21 16,-3 5-75-16,-1-4-117 0,1 4 233 15</inkml:trace>
  <inkml:trace contextRef="#ctx0" brushRef="#br1" timeOffset="-10288.33">3323 4232 660 0,'-33'10'-8'0,"12"-6"8"0,5 0-5 0,6-1 2 0,0-2-7 0,0-1-97 0,7 0-73 0,3 0 62 0</inkml:trace>
  <inkml:trace contextRef="#ctx0" brushRef="#br1" timeOffset="-10156.28">3296 4220 528 0,'-17'5'18'16,"-2"2"3"-16,-5-3 0 0,-3 2 8 0,4-2-2 15,0 3-3-15,-4-3-4 0,7-1-1 16,1-2 6-16,1 3-9 0,6-2-7 0,1 1-16 16,1-6-84-16,7 3-134 0,3-6 77 15</inkml:trace>
  <inkml:trace contextRef="#ctx0" brushRef="#br1" timeOffset="-6547.74">9436 4104 671 0,'-7'-1'11'0,"1"-6"4"0,-1 3 4 0,4-3 0 0,0 1 8 0,3-2-5 0,0 2 6 16,0-5 1-16,3 7 0 0,-3-4-3 0,3 1 2 16,-3 1-4-16,0-2-2 0,0 7-5 15,0 1 8-15,0 0-12 0,7 9-4 16,-4 7-2-16,4 2 5 0,0 4-4 0,3 3-1 16,-4 5-3-16,4-3-3 15,0 6 11-15,-3-4-4 0,3 3 0 0,-4-1-8 0,5 2 7 16,-5-5-2-16,4 1 0 0,-3-7-2 15,-3 3 4-15,2-1 0 0,0-7-9 16,-2-1 6-16,-1 1 2 0,0-5-3 16,0-2 7-16,5 1-5 0,-8-2 7 0,3-4-4 15,0-1-12-15,0-1-14 0,1-3-20 16,-4 0-35-16,3-7-156 0,0 2-50 0,0 0 203 16</inkml:trace>
  <inkml:trace contextRef="#ctx0" brushRef="#br1" timeOffset="-5917.17">9906 3996 743 0,'4'-6'-3'0,"-1"-2"2"16,0 4 5-16,0-3 5 0,-3 3 6 16,0 0 4-16,4 1-8 0,-4-3 4 15,3 5 8-15,-3-2-11 0,0-1 0 0,0 4-2 16,0-4-1-16,0 2-1 0,0 2-3 16,0 0-1-16,7 13-3 0,-3-6 4 0,2 4-1 15,0 3 2-15,4 1-1 0,-2 5-3 16,4-2 4-16,-5-2 0 0,4 5-1 0,-2-1 7 15,4 0 0-15,-2-3-6 0,-2 4 1 16,1-3 3-16,1-3 2 0,-5 3-3 16,4-2 2-16,1-1-3 0,-5-4 2 0,1 3 8 15,-1-3-7-15,0 0 2 0,-2-1 0 16,3 1-6-16,-4-4 7 0,1 0-5 0,-1 1-2 16,0-1-1-16,0 1-3 15,0-3 7-15,-3 3-8 0,4-4 2 0,0 4-4 16,-4-3 3-16,3 0 4 0,-3-1-2 0,3 2 3 15,-3-1-10-15,0 0 2 0,4-4 6 16,-4 3 0-16,0 0-4 0,3-1-1 16,-3 0 4-16,0-2 0 0,3 3 4 0,-3-2-6 15,0-2 4-15,3 3 3 0,-3-2-3 16,4-1 5-16,-4 4-3 0,3-1 4 16,-3-3 1-16,0 1-2 0,0-1-3 0,0 0-8 15,0 3 10-15,0-3 0 0,0 0-3 16,4 3-4-16,-4-3-2 0,0 1-1 0,0-1 2 15,0 0 1-15,0 0-2 0,0 0-2 16,0 0 0-16,0 0 1 0,0 4 2 0,0-4 4 16,0 0-9-16,0 0-16 0,0 0-16 15,0 0-18-15,0 0-29 0,-11-11-138 0,11 7-105 16,-3-1 160 0</inkml:trace>
  <inkml:trace contextRef="#ctx0" brushRef="#br1" timeOffset="-3880.26">10542 4038 892 0,'-3'-3'-15'0,"3"0"6"0,0 3 9 0,0 0 0 0,0-3 6 0,0 3 2 0,0 0-7 0,0 0-3 16,-3-1 6-16,3 1 1 0,0 0-7 0,0 0 3 16,-3 7-2-16,6-2 3 0,-3 1-1 15,3 5 0-15,0-1-4 0,-3 2 2 0,8 1 3 16,-5-1-4-16,4 1 4 16,2 2-4-16,-2-2-1 0,3 2 9 0,0 0-6 0,-3 0 0 15,3-2 2-15,-3-1 0 16,-1 1-6-16,1-5 1 0,-1 6 4 0,1-3 2 15,0 3 5-15,-4-4-6 0,0 1 4 0,4 0-3 16,-4-3-4-16,1 2 3 0,-1 0 7 16,1-3-2-16,-1 1-3 0,-3-1-2 15,3-3 5-15,0 2-4 0,1-2 3 0,-4 3 0 16,3-3 5-16,0-1-8 0,-3 2 5 16,0-5-4-16,4 2-1 0,-4-2-17 0,0 0-26 15,4-6-155-15,-4 2-56 0,0 0 230 16</inkml:trace>
  <inkml:trace contextRef="#ctx0" brushRef="#br1" timeOffset="-3527.92">10956 4003 703 0,'0'-3'-1'16,"0"-1"6"-16,0 0 3 0,0 4 5 16,0-2-4-16,0 0 7 0,0 2-3 0,0-6 0 15,0 6 4-15,0 0-1 0,0-3-2 16,0 3-4-16,0 0-5 0,4 9 0 0,-1-2 9 16,0 2-8-16,0 2 0 0,4 3 1 15,0 3 6-15,0 0-4 0,2 2-1 0,-2-1 2 16,0-1-1-16,0 1 5 0,-1 0-4 15,1-4-1-15,-1 4-7 0,1-3 7 16,3 0-2-16,-7-2-3 0,1-1 1 16,-1 1 3-16,4-1-3 0,-3-2-3 0,-1 0 6 15,0 0 2-15,-3-2-3 0,3-4-3 16,0 4-2-16,1-3 4 0,-1 0-25 16,0-5-23-16,1 0-110 0,0-4-130 0,2 0 201 15</inkml:trace>
  <inkml:trace contextRef="#ctx0" brushRef="#br1" timeOffset="-3272.3">11263 4007 759 0,'3'-15'-2'16,"-3"1"-2"-16,4 1 7 0,2 1 2 16,-3 1 4-16,-3-2 3 0,3 4 2 0,1 2-3 15,0-3 6-15,-4 3-7 16,3 1 0-16,-3 1 1 0,3 5 1 0,-3 0 1 15,7 7 0-15,-4 1 4 0,3 5 1 16,-2-1 2-16,3 3 3 0,-4 2 2 16,4 4 8-16,-1-4-11 0,1 1 3 0,0-2 2 15,0 5-3-15,-4-4-3 0,7-2-2 0,-4 3-5 16,-2-3 7-16,3-2-8 0,-1-1-22 0,-3 1-28 16,4-6-39-16,-7 3-190 0,3-1-16 15,-3-3 201-15</inkml:trace>
  <inkml:trace contextRef="#ctx0" brushRef="#br1" timeOffset="-2758.34">8446 4360 714 0,'-10'7'-11'0,"-4"1"4"0,1 3-3 0,4 6 0 0,-5 0 4 0,4-2 4 0,-3 3 2 0,6-1 1 0,0-1-2 15,-2 2 1-15,5 0 2 0,1-5 5 0,-4 2-5 16,7-5 8-16,3 0 4 0,-6-1 0 15,6 2 1-15,-3-4 5 0,7-1-9 0,-3-5 1 16,5-1 7-16,-2-1-1 0,3-2 0 16,-3-5 6-16,3 2-5 0,-7-2 2 15,4 0 0-15,-7-5-3 0,0 1 5 0,-4-1-7 16,-2 1-5-16,-4 2-9 0,0 0-3 16,-10 0-8-16,0 2-14 0,-7 4-2 0,-3 1-10 15,4 0-18-15,-8 1-38 0,0 2-164 16,-2 0 226-16</inkml:trace>
  <inkml:trace contextRef="#ctx0" brushRef="#br1" timeOffset="-2110.15">7772 4707 672 0,'8'0'4'0,"-5"3"6"0,0-3-1 16,-3 1 7-16,4 3-4 0,-4-2-3 0,0 1 1 15,0-3 0-15,-4 2-1 0,1 1 2 16,-3 1-4-16,-5-1 3 0,5 0-6 16,-1-2 1-16,1 3 2 0,1-2 0 0,2 1 0 15,0-3-7-15,3 0 2 0,0 0 0 0,0 0-4 16,0 0 4-16,0 0 3 0,14 0 0 16,-4-3-6-16,-4-3-2 0,5 5 4 15,-5-2-1-15,4-1-2 0,-4-2 5 16,1 1 3-16,-3-2-4 0,-4 1 6 0,3-3-1 15,-6 0-3-15,-5 2-3 0,5 3 5 16,-6-4 1-16,-1 2-1 0,-4-1-5 0,1 6 1 16,-4-2 2-16,1 3-1 0,-1 0-3 15,1 0 3-15,-2 0 3 0,-2 4-3 0,1 2 2 16,-2-1 0-16,-2 0 0 0,7 3-8 16,-1-1-4-16,4 0-6 0,-1 1-3 15,4-4-9-15,4 3 0 0,-1 2 1 16,0-4-3-16,4 2-1 0,-1 1-1 0,1-3-1 15,3-3 3-15,-3 4 24 0,0-5-1 16,-1 2 4-16,-2-3 3 0,-2-3-5 0,-1 2 4 16,-1-2 0-16,-1 0 8 0,-5 3-2 0,-1-5-3 15,1 5 3-15,-7-2 6 0,-4 4-2 16,-7-2-6-16,1 5 7 0,0-2-4 16,0 1-3-16,-1 2 1 0,4-1 3 15,0 0-7-15,7-5 4 0,-1 2-3 0,8 1 1 16,-1 0 3-16,4-3-5 0,-1 0 2 0,5 0 1 15,-1-3-1-15,2 0-4 0,2 1-4 16,3-1 7-16,-4 1 6 16,4-3-6-16,-3 2-2 0,1-1-3 0,-1-4 3 0,-4 3 1 15,4 0 0-15,-8 2-6 0,4 0 1 16,-4 2-1-16,-2 1 2 0,-1-3-1 0,-2 3 3 16,-2 0-3-16,-2 3-2 15,-4-2 3-15,8 2 4 0,-2-3-4 0,2 4 3 0,-1-4-2 16,6 4-5-16,1-2-16 0,-4 1-54 15,7-3-110-15,0-3 1 0,1 6 63 16</inkml:trace>
  <inkml:trace contextRef="#ctx0" brushRef="#br1" timeOffset="-1707.83">6460 4753 516 0,'-24'7'10'0,"-9"3"4"0,3 2-2 0,-7 3 4 0,-7 5-5 15,-2 3 2-15,-4 2 2 0,1-4 0 0,-2 4 0 16,-6 4-4-16,4-9 1 0,0 2 3 15,0-1 0-15,2-4 1 0,2-1-3 16,8-2-3-16,-2-3 2 0,7 0 3 0,2-4-2 16,8 0-6-16,-1 2-4 15,3-4-5-15,5-2 1 0,2 1 0 0,4-1 0 0,-1-2-4 16,1-1-1-16,2 4 5 0,2-4-2 16,-1-4 3-16,-4 4-1 0,5-4 0 0,-1 1 1 15,-4-1-3-15,4-1 2 0,1 0-1 16,-5 0 7-16,4 2 2 0,-1-1-1 15,2 1-3-15,-1 0-3 0,-1 1 4 0,5-1-2 16,-4 6 1-16,4-1-1 0,-1 1 0 16,0 0-2-16,0 1 2 0,1-1 2 15,3 2-5-15,-1-3-1 0,1 1 4 16,-1 2-4-16,1-5 9 0,0 3-4 0,-1-2-5 16,1 2 4-16,3 0 5 0,0-3 11 0,-6 0 2 15,6 0-4-15,-7-3-4 0,3 0 1 16,-2-1-3-16,-1 1-3 15,-3-2-2-15,-3-1 3 0,0 2 3 0,-4 1-5 0,0-1-8 16,-3 1-12-16,-7 3-18 16,-6-2-130-16,0 2-84 0,-4 0 235 0</inkml:trace>
  <inkml:trace contextRef="#ctx0" brushRef="#br1" timeOffset="-857.6">5986 5292 618 0,'-10'3'-18'0,"4"2"8"0,-1-5 5 0,4 3 3 0,3 1 9 0,0-1 1 0,3-2 4 0,4-1 5 0,6 4 0 0,4-4 1 0,6-4-2 0,7 3 2 15,10-5 0-15,6-1 2 0,11 0-5 16,6-4 1-16,18-3 2 0,5 2 2 0,5-5-3 16,28 1-3-16,1-7 2 15,3 1-1-15,5 1 1 0,-6-1-4 0,1-3-11 0,8 3 13 16,-4-3-8-16,9 0-1 15,4-3 1-15,14 0 7 0,5 2 0 0,8-2-9 16,6-5-1-16,11-2 3 0,-1 3 0 16,1-3 3-16,2-1-8 0,1 2 4 0,3-4-7 15,-4 3 2-15,1-1 0 0,-4 0 1 0,-3 1-1 16,1-2 11-16,-1 1-12 16,3-2 0-16,4 1-1 0,-4 2 1 0,0-1 3 15,-7 5-9-15,1-2 9 0,-6 4-8 16,-5 1 7-16,-13 3-7 0,-2-4 1 0,-8 8 0 15,-7-4-2-15,-6 4 6 0,-10-1-4 16,-23 3 0-16,-14 2 3 0,-5 6 3 0,-15 1 0 16,-3-2-4-16,-14 3 1 0,-3 1-6 15,-5 2 9-15,-5 1 11 0,-3-1 4 0,-3 2 10 16,-5-1-2-16,-1 2-3 0,-4 1 3 16,-1 0-14-16,-3-4 4 0,1 3 2 0,-2 3-8 15,-1-1-5-15,-4-2 8 16,2-1-16-16,-2 4-9 0,-3-1-20 0,-4-4-40 15,-4 3-191-15,-9-1 17 0,3-3 231 16</inkml:trace>
  <inkml:trace contextRef="#ctx0" brushRef="#br1" timeOffset="53940.25">14022 14434 517 0,'8'-4'87'0,"-2"-2"-32"0,-2 4-20 0,-1-4-1 0,0 5 4 0,-3-6-7 0,0 4-4 0,0-5-4 0,0 8 3 0,-3-7-2 16,0 7 5-16,-4-6-3 0,4 5 3 16,-8 1-8-16,2 0 0 0,-1 1 4 15,-1 5-4-15,2 1 0 0,-5 1-7 0,4 2-1 16,-6-3 7-16,5 11-1 0,2-3 0 16,-1 2-2-16,-1 1 0 0,5 0 0 0,2 4 0 15,1-5-2-15,0 1-3 0,3 0 2 16,0-4 3-16,3-3 3 0,-3 3-2 0,3-3-2 15,4-3 8-15,-1 6-5 0,5-11 0 16,5-3-2-16,1 0 2 0,7-3-7 16,2-5-4-16,0 1 2 0,8-11 1 0,-1 4-1 15,-3-4-2-15,0-6-2 0,0 5 0 16,0-6-4-16,-6 2 13 0,-1 4-6 0,1-3 3 16,-8 4 4-16,-2 0 4 0,-1 1 2 15,1 2 1-15,-1-3-5 0,-7 11-1 0,4-9 3 16,-6 8-3-16,2 0-9 0,-2-1 0 15,-1 7 1-15,0-5 2 0,-3 7-1 16,0 0-2-16,0 0-1 0,0 0-3 16,-6 7 5-16,6 1-4 0,0 2-1 0,-4-1 2 15,4 1-2-15,0 3-2 0,0-1 5 0,4 1-2 16,-4-1 0-16,6 1-1 0,-6-2 2 16,6-4-1-16,-2 2 0 0,0-3-3 15,2 4 3-15,-2-10 0 0,2 7-5 0,-3-7 3 16,4 2-2-16,0-2 3 0,0-2-4 15,-4 2 4-15,0-6 0 16,0 5-5-16,-3-6 2 0,0-2-1 0,-3 0 2 0,0-1 1 16,0-5-2-16,-1 5 4 15,1-5-4-15,-4-1-1 0,4 7 5 0,-1-9-2 0,4 5 4 16,0 1-1-16,0-5-1 16,0 3-2-16,7 3 3 0,0-3 2 0,0 3-6 0,2 3 3 15,5-6-4-15,-1 5 0 16,0 1 2-16,4 7 0 0,-4 1 0 0,4 0 0 15,0 7-4-15,-4 1 4 0,0 3-1 0,4 6 1 16,-4-1 2-16,-2 7-1 0,-2-5 3 16,-2 7-8-16,-4 0 7 0,5-6-3 15,-5 5 6-15,-3-2 0 0,3-5-3 16,-3 1-1-16,3-3-2 0,-3 2 5 0,3-6 3 16,-3 3 18-16,0-3 6 0,4-4 4 0,-4 0 0 15,3-7-3-15,-3 0-4 0,0 0-6 16,-3-13-2-16,3 3 1 0,3-5-7 15,0-4-3-15,-3-5 2 0,8-1-5 0,-5-1 0 16,3 1-3-16,-2 0-1 0,2 0-2 16,0 1 3-16,2 5-4 0,-2 2-4 0,1 2 2 15,-1 5-3-15,5-4 0 0,-5 13 2 16,1-5 2-16,2 6-2 0,2 6-3 0,-4-5 3 16,2 5 0-16,-2 2 0 15,0-4-1-15,0 3 1 0,-1 1 1 0,1 1-4 16,-4-2 2-16,1 0-1 0,2-5 3 0,-2 7-1 15,2-8 0-15,-3 5-2 0,1 1-13 16,-1-5-28-16,4 4-23 0,-4-3-23 16,1-2-18-16,-1 5-4 0,0-5-11 0,0 5-4 15,1-6-40-15,-4 2-90 0,3-2-215 16,-3 6 24-16</inkml:trace>
  <inkml:trace contextRef="#ctx0" brushRef="#br1" timeOffset="54904.57">15077 14272 1272 0,'3'-7'-27'0,"0"-3"16"0,4 4 12 0,-4-2 9 0,0 7 0 0,-3-9-1 0,0 4 0 0,-3 4-3 0,0-5 5 16,-1 7 2-16,-2-6-7 0,-2 5-1 16,2 2 6-16,-1 5-5 0,-2-5-2 15,-2 7-3-15,5 1 4 0,-1-2-2 16,1 8 5-16,-2-5-4 0,2-1 1 0,3 7 1 15,-1-7-6-15,1 7 13 0,0-1-6 0,3-5 4 16,0-1-5-16,0 1-1 0,3 3 5 16,-3-2-4-16,7-4-6 0,-1 0 9 15,5 1-1-15,-2-4 4 0,4 2 2 0,4-6-14 16,-4 0 2-16,5 0 4 0,-1 0-2 0,-1 0-4 16,4-7 9-16,-4-2 2 0,5 1-2 15,-5 1 5-15,1-3 10 0,-4 1 3 16,-3-1 4-16,3 2-2 0,-3-5 2 0,1 3-2 15,-5 1-1-15,1-1-3 0,-7-5 3 16,3 5 2-16,0 2-5 0,-3 1-1 16,0-3 1-16,4 2-4 0,-8 1-1 0,4 1-4 15,0 2-1-15,-3 4-1 0,0-6-2 16,-1 6-2-16,4 0-3 0,-6 0-1 0,6 0 5 16,0 0-3-16,-7 0 1 0,7 6-2 15,0-6 0-15,-3 0 2 16,3 0-3-16,0 0 2 0,0 3-4 0,0-3 1 15,0 0-1-15,7 0 2 0,-7 0-2 16,0 0-2-16,6-3 1 0,-6 3-1 0,7 0 0 16,-7 0-1-16,6 0 1 0,-6 0-1 0,0 0 0 15,0 0-4-15,0 0 1 0,0 0-2 16,7 4 4-16,-3 2-2 0,-4-5 2 0,3 5 6 16,0 2-7-16,0-4 5 0,4 2-2 15,0 1-2-15,-3-5 2 0,2 4-2 0,0-2 4 16,1 2-3-16,4-5 0 0,-5 5 0 15,4-6-1-15,-4 0 2 0,5 0-1 16,-2 0-1-16,1-6 0 0,1 5 2 0,-5-9-2 16,4 2 2-16,1 1-2 0,-2-9 4 15,1 1-5-15,-4 3 3 0,5-11 2 0,-1 4 0 16,-4-12 7-16,5 4 2 16,-5-5 3-16,1 0 2 0,-4-2 6 0,0 1 8 15,0 7 0-15,1 1 1 0,3 1 1 16,-7 5-5-16,3 2-4 0,-3 3-3 0,4 3-4 15,-4 5-3-15,3 6-2 0,-3 0 3 16,0 23 0-16,0-5 0 0,0 1-4 0,0 5 2 16,-3 2 1-16,6-1-3 0,-3 0-2 15,0 6 1-15,3-5 0 0,-3 5-3 16,3-6 0-16,0 0-10 0,1-7-25 0,-4 1-33 16,4 2-28-16,-1-4-17 0,0-5-6 15,-3 1-14-15,4-2 7 0,-1-4 10 0,-3-6 13 16,0 5 4-16,0-6 10 0,0 0 11 15,0 0 15-15,-7-13 17 0,7 9 14 0,-3 4 21 16,0-8 14-16,3 2 15 16,-4 5 1-16,0-6 14 0,4 4-5 0,4-5-4 15,6 1 0-15,3-3-6 0,8 2 0 16,9-6-1-16,3 3-2 0,7-3-3 0,-1 3-2 16,2-3-2-16,-1 3 2 15,-4-2-2-15,-3 3-3 0,-3 2-3 0,-6 1-3 0,0 3 1 16,-11-2-2-16,-3 4-2 0,-3-4-23 15,-11 5-30-15,1 1-29 0,-4-6-35 0,-6 2-140 16,3-2-204-16,-1 4 35 0</inkml:trace>
  <inkml:trace contextRef="#ctx0" brushRef="#br1" timeOffset="61074.92">23956 14524 263 0,'-9'-2'43'0,"1"2"-18"0,2 0-10 16,-4 0-22-16,4 0-62 0,-5 0-23 0,4 0 31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16:52:28.94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11323 2777 626 0,'0'-6'62'0,"-3"6"-26"0,3 0-10 0,0-4-12 0,0 1 8 0,0 3-12 0,0 0-2 0,-4-1 5 16,4 1-5-16,0 0-5 0,0 0 1 16,0 0 1-16,7 8 0 15,-4 3 1-15,1 3 0 0,-1 3-1 0,0 2-4 0,0 1 2 16,-3 7 1-16,4-2 3 0,-1 3-1 15,1 3-3-15,-4-5 2 0,3 2 5 16,-3 0-8-16,3-3 7 0,-3-3-3 0,4 0-2 16,-4-4-2-16,0 0 1 0,0-1 5 15,0 1-5-15,0-3-15 0,0 2-12 0,-4-2-16 16,1-1-71-16,-4 0-144 0,0 3 226 16</inkml:trace>
  <inkml:trace contextRef="#ctx0" brushRef="#br0" timeOffset="458.21">11326 3777 741 0,'0'-6'5'0,"4"5"1"0,-4-5-1 0,0 5 4 0,0-5 4 0,0 1 0 0,0-2-2 0,0 1-2 15,-4 2 8-15,4-2-3 0,0 2 1 16,0 0 10-16,0 0-2 0,-3 1-6 0,3 2-2 16,0 1 1-16,-3-9-1 0,3 9-3 15,0 0-1-15,0 0 2 0,0 0-6 0,-8 16 2 16,8-7 2-16,0 8-1 16,0 1 0-16,4 3-2 15,-4 1 2-15,4 3 1 0,-1 3 2 0,0-3-7 0,4 0 8 0,-4 3-3 16,4-3-8-16,-4-3 3 0,4 3 1 15,-4 0-3-15,4-3 5 0,-4-1-10 0,0-3 7 16,1 3-20-16,-1-3-29 16,-3-7-107-16,0 3-174 0,0-4 160 0</inkml:trace>
  <inkml:trace contextRef="#ctx0" brushRef="#br0" timeOffset="2218.65">10873 1427 901 0,'0'0'-20'0,"0"0"4"0,13 3 1 0,-3-1 2 0,0 1 5 16,4-3 2-16,-1 0 0 0,4 0 1 0,2-3-2 0,2 3 3 0,-2-2 0 0,5 2 4 0,2-5-7 0,1 1-2 16,0 3-18-16,0-5-53 0,0 2-150 15,3-1 79-15</inkml:trace>
  <inkml:trace contextRef="#ctx0" brushRef="#br0" timeOffset="2415.98">11483 1342 640 0,'-6'3'1'15,"-5"2"2"-15,8-3 6 0,-4 1-3 16,4-1-1-16,0-2 1 0,3 3 3 0,3 1-1 16,0-1-1-16,4 0 5 0,7-2-6 0,2 5 0 15,1-1 1-15,5 1-2 0,2-2 2 16,-1 4 2-16,1-1-5 0,0 3-2 16,-5 0 3-16,1 2-1 0,-7 1-2 15,-2 2 2-15,-5 0 0 0,-9-1-5 0,0 7-12 16,-14-6-76-16,0-1-139 0,-12 4 78 0</inkml:trace>
  <inkml:trace contextRef="#ctx0" brushRef="#br0" timeOffset="2627.37">11513 1227 608 0,'13'-7'0'0,"4"0"6"15,-4-1-1-15,4 3 4 0,-1 0 0 0,1-1 0 16,4 2-3-16,-2-1-5 0,1 2 5 0,0-3 4 16,3 5 2-16,-2-2-9 0,-1 0-4 15,-1 2 1-15,-2 1-15 0,3 0-31 16,-3-3-74-16,-1 6-51 0,-2-2 58 0</inkml:trace>
  <inkml:trace contextRef="#ctx0" brushRef="#br0" timeOffset="2873.98">12259 1335 444 0,'0'3'-9'0,"0"-3"10"15,4 1 11-15,2-1 1 0,5 0-4 16,-2 0 2-16,4-1 0 0,4-2-4 0,1 0 3 16,4 1-1-16,2-1-3 0,-1 1 2 15,-3-3-1-15,3 2-3 0,1 0 1 16,-4 2-6-16,0-2-61 0,-7-2-103 16,7 0 56-16</inkml:trace>
  <inkml:trace contextRef="#ctx0" brushRef="#br0" timeOffset="3250.79">12866 1092 491 0,'-3'-3'17'0,"0"-1"5"0,3 1-6 0,-4 1 3 0,0-1-5 15,4 3-2-15,0 0 1 0,-3 8-3 16,3 2 2-16,-3 2-1 0,3 1-2 15,0 2 0-15,3 2 1 0,-3 2-2 16,3 2 3-16,1 0-5 0,-4 1 5 0,4 0-4 0,2 1 4 16,-2-3 2-16,5 0-1 0,-5 2 1 15,3-7-44-15,-4-2-153 0,0-1-1 16,1-2 63-16</inkml:trace>
  <inkml:trace contextRef="#ctx0" brushRef="#br0" timeOffset="3575.57">13013 1227 555 0,'4'-17'8'0,"-1"-1"6"0,3 1 1 15,4-1 1-15,4 0-3 0,-5 4-2 0,9-1 3 16,-2 1-6-16,4 3 5 0,4 1-2 16,-2 5 3-16,2-1-2 0,-4 6-2 0,3 3 2 15,0 1-1-15,-2 5 0 0,-5 0 0 16,-6 4 4-16,0 2 3 0,-3 0 5 15,-4 3-4-15,-6 2 6 0,-4-1-1 0,-3 5-1 16,-3 1-4-16,-4 1 0 0,3-1 7 16,-2-1-9-16,6-5-1 0,-3-1-3 15,3-1 3-15,3-4 5 0,0-1 7 0,4 1 8 16,3-4-1-16,3-2 0 0,4-1-1 0,10-3 2 16,6-6-6-16,11 3-5 15,-1-6 3-15,10 2-14 0,7 0 4 0,1-4-3 16,-2-1-4-16,8 2-1 0,0 0-12 0,-11 0-18 15,4 2-16-15,-7-1-11 0,-5 5-22 16,-8-5-97-16,0 6-198 0,-8-2 124 16</inkml:trace>
  <inkml:trace contextRef="#ctx0" brushRef="#br0" timeOffset="9323.83">13902 1392 795 0,'-6'8'25'0,"-1"-6"-13"0,4 1-10 0,6 2 0 0,1-2 1 0,10-2 10 0,5-1-5 0,14-1-3 0,4 1 1 0,20-6-5 16,9-1 4-16,8 2 1 0,16-2-5 0,3-1-4 15,4-1 4-15,-4 2 2 0,0 3-1 16,-2-4 1-16,-22 2-3 0,-2 2 0 0,-10 1-2 16,-10 2 4-16,-4-2-2 0,-10 0 7 15,-6 3-3-15,-7-2-2 0,-7-1 3 0,-7 1 1 16,-2-2 3-16,-11 3 1 0,-2 1 2 16,-4-3-1-16,-8 0 6 0,1-1 3 0,-7 1 3 15,5 1-5-15,-5-3 4 0,0 0 0 16,0-1-1-16,0 2 4 0,4-1-4 0,3 0 9 15,3 1 2-15,1 3-5 0,2-2 2 16,1 0 2-16,7 2-7 0,-2-2-3 16,8 0-7-16,0 3 2 0,14-2-2 15,-1 4 0-15,8 1 1 0,2 0-4 0,0-2 4 16,4 2-5-16,-4 1 2 0,1 2-8 16,-5-1 4-16,1 5 3 0,-7 3-5 0,1-1-1 15,-7 6 2-15,-4 2 1 0,-6 5-8 16,-10 5 7-16,-4-1-5 0,-7 9-24 0,-2-2-18 15,3-3-8-15,-4 1-19 0,3-9-48 16,1-3-146-16,3-4-68 0,7 0 157 0</inkml:trace>
  <inkml:trace contextRef="#ctx0" brushRef="#br0" timeOffset="11556.8">15940 1245 861 0,'-14'1'-13'0,"8"3"8"0,-4-2 4 0,2-2 4 0,2 3 4 0,0-3 3 0,2 0 0 0,1 2 0 0,0-2-7 16,3 0 6-16,0 0 1 0,0 0-2 15,10 3 5-15,-1-3 5 0,5 3-7 0,-1-6 1 16,4 3-4-16,-1 0 3 0,1 0-2 16,0 0-1-16,3 0 0 0,-4 0-1 0,1 0 10 15,-4 0-13-15,4-3 1 0,0 6-13 16,-1-3-6-16,-2 0-12 0,2 0-20 15,-6-3-91-15,7 3-140 0,-4-2 206 0</inkml:trace>
  <inkml:trace contextRef="#ctx0" brushRef="#br0" timeOffset="12470.72">16596 1475 757 0,'3'2'9'0,"1"1"0"0,-4-1 10 0,3 1 3 0,-3-3 5 0,6-5-10 0,2 2-2 0,-2-4-1 0,1 1 2 0,-1-3-9 15,5 0 1-15,-5 1 11 0,4-3-10 0,-4 1-1 16,5-2 1-16,-1-1-1 0,-1 3-2 16,-1-1 4-16,-5 0 3 0,7 1-12 15,-7-1 2-15,3 4 4 0,-2 0 1 0,0-1-5 16,-1 1 5-16,0-1-5 0,1 1 3 16,-1 1-4-16,0 2 0 0,-3-1 3 0,3 0-5 15,-3 0 1-15,4 2 4 16,-1-1-2-16,-3-2-6 0,4 4-1 0,-4-1 1 15,0 1-1-15,3-2 5 0,-3 3-4 0,0 1 5 16,0 0-7-16,3-6 6 0,-3 6-8 16,0-1 8-16,0 1-5 0,4 0 1 15,-4 0 3-15,0 0 0 0,0 0 2 0,0 0-1 16,3-3-7-16,-3 3 2 0,0 0 2 16,0 0-3-16,0 0 7 0,0 0-2 0,0 0-1 15,0 0 2-15,0 0-4 0,0 0 0 16,0 0 2-16,0 0-14 0,0 0-2 15,0 0-4-15,0 0-5 0,0 0-7 0,0 0-40 16,0 0-36-16,0 0-135 16,-7 7 237-16</inkml:trace>
  <inkml:trace contextRef="#ctx0" brushRef="#br0" timeOffset="13646.89">15866 1627 649 0,'0'0'4'0,"6"-7"5"0,5 0-1 0,-1-4 2 0,3-3 0 0,1-4-3 16,6-6 4-16,-1-2-5 0,2-2 7 0,5-4 3 16,-6-1 0-16,3-5-3 0,-2 1 2 15,-2-1 10-15,-2 1-13 0,0-5 7 16,-4 2 0-16,0 0-11 0,-5 2 6 0,-2 1 4 15,0-1-3-15,1 3-4 0,-4 5 2 16,0 3 5-16,2 2-9 0,-2 5 4 0,0 3-10 16,-3 4 6-16,3 9-6 0,0 4 6 15,1 11-7-15,-1 3 10 0,3 11-6 16,2 11 3-16,2 2-4 0,-1 9 3 0,5 3-3 16,-1 3 6-16,1 7 4 0,2-10-1 15,-2-3-8-15,-4 1 1 0,2-6 2 16,-1-4-4-16,-1-5 8 0,0-4-6 0,-3-4-6 15,-1 0 1-15,-2-3 5 0,2-1 2 0,1-6 0 16,-4-2-2-16,0-6-5 0,1 0 9 16,3-4-8-16,-4-3 1 0,0-3-2 15,0-4 2-15,1 0-5 0,-4-1-1 0,3-5-2 16,-3 1 3-16,0-1 5 0,0 1-6 16,3 2-1-16,-3-3-4 0,4 1-12 15,-1 2 4-15,4-4-4 0,-1 3 2 0,8 1 2 16,-1-5 1-16,4 1 3 0,3 3-1 15,0-3 6-15,4 0-4 0,-2 2 5 0,8-3-4 16,-6 2 4-16,-1 1 1 0,1-1 8 16,-5 3-8-16,2-1 5 0,-5 3 6 0,-2-3 3 15,-5 4 4-15,-2 1 0 0,0-1-1 16,-10 2-2-16,-1-1 2 0,-3 5-6 16,-6 2-3-16,-4 5 6 0,4 2-4 0,-4 2-3 15,1 5 3-15,-1 0-1 0,4 2 0 16,-1 4 3-16,5-2-2 0,5 4 1 15,1-3 0-15,3-3-3 0,3-2 1 0,1-1 4 16,2 0-10-16,5-7-5 0,2 1 3 0,3-6 2 16,4-2-1-16,0-6 0 15,4-1-6-15,2-2 3 0,1-4 14 0,3-4-12 16,-7-6 6-16,1 1 0 0,-5-6-4 16,1-4-4-16,-2-6 5 0,-6-2-1 0,-2-2 3 15,-2 2-5-15,-2 5 11 0,-3 2 0 0,0 5 3 16,1 3 4-16,-1 6-5 0,0 4-1 15,-6 6-6-15,0 8 5 0,3 1 2 16,-13 22 1-16,2 0 3 0,-2 6-5 0,4 5 3 16,-2 2-7-16,1 0 2 0,10 0 4 15,0-1-2-15,3 2-6 0,4-6 5 0,4 0-7 16,1-1 7-16,1-4-5 0,8-1 3 0,-4-5-9 16,5-5 6-16,-1 0 1 0,-1-4 3 15,3 0-1-15,-6-8-3 0,3 1 2 16,0-6-4-16,-3-2 5 0,-1-5 3 0,-2 3-6 15,2-1 4-15,-6-2-1 0,0 3-5 16,0 2-5-16,-3 2 12 0,-4 1-5 16,1 2-5-16,-4 0 6 0,-4 7 1 0,1 0-4 15,-1 0 0-15,1-1 0 0,3 2-3 16,-3-4-2-16,6-1-12 0,-3 0 7 0,3-3-3 16,4 0 6-16,0-6-2 0,6-1 1 15,1-4 0-15,-1 3 3 0,4-5 2 0,2-2 1 16,-2-6 8-16,-1-1-7 15,1-3 2-15,-4-4 3 0,1-4-2 0,-1-2 3 16,1 0-7-16,-4 0 6 0,-4 2 1 0,1 8 11 16,-3 0 0-16,2 3-5 0,-6 7 1 15,0 5-4-15,-3 10 3 0,3 0-3 16,-11 19 1-16,2 6 3 0,2 7-7 0,1 10-33 16,6 8-39-16,-3 0-117 0,12 1-237 15,4 10 69-15</inkml:trace>
  <inkml:trace contextRef="#ctx0" brushRef="#br0" timeOffset="13779.77">18272 2027 1147 0,'-6'-6'-27'0,"0"2"4"0,-4 0 1 0,2-2 2 0,-1 4-1 0,2-1-10 15,-3-3-38-15,0 2-125 0,0 1-58 0,4-1 228 16</inkml:trace>
  <inkml:trace contextRef="#ctx0" brushRef="#br0" timeOffset="16981.96">1226 7304 717 0,'-3'0'11'0,"-3"0"4"0,-2 0 6 0,2 0 0 0,-4 0 2 0,4 3 0 0,-5-3 2 0,5 0 7 0,-4 0-3 15,-1 3 10-15,5-3-8 0,-1 0-4 0,1 0 5 16,3 0-4-16,3 0-6 0,-5-3-7 16,5 3 1-16,14-3-2 0,2 3 5 0,11-1-5 15,6-5-1-15,11 1-3 0,6-1 0 16,13-1 4-16,5 0-2 0,-2-4-11 15,18 3 5-15,-2-3 8 0,-12 4-18 0,1 0 0 16,-5-4 5-16,1 4-8 16,-7-3-8-16,0 0-5 0,-10 5-10 0,6-11-60 0,-12 7-205 15,5-7 26-15,-2 0 212 16</inkml:trace>
  <inkml:trace contextRef="#ctx0" brushRef="#br0" timeOffset="18959.62">1029 8576 1458 0,'-16'0'-47'0,"2"4"6"0,1-4 10 0,3 0-1 0,0 0 7 0,3 0 4 0,4-4 5 0,3 4 7 0,13-4-4 16,7 0 3-16,10-4-3 0,18-5 2 0,7-4 3 15,23-6 9-15,32-4-4 0,6-6 0 16,10 4-12-16,8-2-23 0,-1-6-75 16,11 5-231-16,9-1 142 0</inkml:trace>
  <inkml:trace contextRef="#ctx0" brushRef="#br0" timeOffset="21702.2">13226 7117 509 0,'0'5'45'0,"4"-5"-7"0,-4 3-9 0,0-3-2 0,3 4-8 0,-3-4-6 0,3 0 4 0,-3 0-2 16,4 3 1-16,2-3-3 0,8-3-6 0,5 3-1 15,15-1 1-15,13-2 2 0,16-3 0 16,3 2-2-16,12-4-4 0,4 4-2 0,5-5 3 16,0 1-1-16,-14 4-1 0,1 0 0 15,-4-2-3-15,-7-1 0 0,-10 2 3 0,-3 2-2 16,-3-1 9-16,-7-2-6 0,-7 3 4 15,0 1-12-15,-3 0-11 0,0-2-21 16,-6-3-129-16,-4 3-37 0,-4-2 69 0</inkml:trace>
  <inkml:trace contextRef="#ctx0" brushRef="#br0" timeOffset="22053.34">13763 9019 657 0,'-20'16'51'0,"7"-4"13"0,-1-2 12 0,4-5 14 15,4 2 1-15,-4-1 3 0,3-5-2 16,3 5-4-16,1-3-2 0,-3-1-7 0,6 1-8 15,0-3-2-15,0 0-8 0,20-10-5 16,9-2-10-16,21-5 1 0,20 1-10 16,37-14-3-16,7 0-3 0,9-2-9 0,10 1 2 15,0 4-3-15,-3 2-5 0,1 5-1 16,-11-1-1-16,-20 7 0 0,-18 2-7 16,-14 1-2-16,-8 1 4 0,-4 0-16 0,-9 5-17 15,-7-2-16-15,-7 0-19 0,-3 1-24 16,-7 1-23-16,-2-5-45 0,-8 3-203 15,-4-3-69-15,-4-1 67 0</inkml:trace>
  <inkml:trace contextRef="#ctx0" brushRef="#br0" timeOffset="-159286.84">16933 13372 1483 0,'10'8'-17'0,"-4"-4"25"0,2 2 12 0,-5 1 13 0,3-7 4 0,-6 8-1 0,0-8-1 0,3 0-6 0,-3 3-5 0,0-3-13 0,0 0-27 0,0 0-42 16,0 0-25-16,-12-11-55 0,12 11-152 16,-5-7-89-16,2 0 108 0</inkml:trace>
  <inkml:trace contextRef="#ctx0" brushRef="#br0" timeOffset="-157395.64">14710 10830 1318 0,'-14'-8'7'0,"8"4"13"0,-4 1 13 16,2-3 5-16,5 4 2 0,-3 0-4 15,2-2 6-15,-2 3 1 0,3-2 3 16,0 0 2-16,-2 2-1 0,5-2-6 0,-6 0-3 15,6 0-6-15,0 3-3 0,-3-2-13 16,-1 0-21-16,1 2-22 0,3-4-19 0,0 4-30 16,0 0-21-16,0-7-59 15,3 3-184-15,4 1-44 0,4 0 105 0</inkml:trace>
  <inkml:trace contextRef="#ctx0" brushRef="#br0" timeOffset="139579.58">16253 13105 378 0,'7'-3'111'0,"-4"1"-53"0,0 2-4 0,3-3-10 0,-6-3-4 0,5 5 3 0,-2 1-3 0,0-3 2 0,0 3 14 15,1-3 12-15,-4 3 4 0,3 0 5 0,-3 0-3 16,3-1 1-16,-3 1-2 0,0 0-3 16,0 0-6-16,0 0-2 0,-3 14-3 15,3-6-4-15,-3 9 11 0,-1 8 7 0,4 5 7 16,0 8 0-16,-3 5 3 0,6 8-1 15,1 2-1-15,-4 1-4 0,3 2-3 16,-3 2 1-16,0-4-4 0,0 2 4 16,3-5-11-16,-3-1 1 0,-3-7-4 0,3 3-3 15,-3-10-1-15,-1 3-4 0,4-10-5 16,0 2-5-16,-3-6 0 0,3 0-3 0,0-7-3 16,0 4-1-16,0-12-7 0,0 5 0 15,0-5-4-15,3-3-8 0,-3 1-13 0,0-8-29 16,0 0-37-16,0 0-42 0,0 0-42 0,0 0-33 15,-3-8-17-15,0 1-123 0,3-3-105 16,-3 2-184-16,3-6-106 0</inkml:trace>
  <inkml:trace contextRef="#ctx0" brushRef="#br0" timeOffset="140018.62">16683 13308 1575 0,'7'-11'-66'0,"2"-2"20"0,-2 4 21 0,-3-1 21 0,2 3 13 0,1-1 14 0,-1-1 8 0,-3 5 16 0,1-3 2 16,0 2 9-16,-1 2 2 0,0-3 0 0,-3 2-2 16,0 1-3-16,0 3 1 0,4 13 8 15,-8-2 3-15,1 8 12 0,3 9 2 16,-7 8 1-16,7 10 3 0,-4 4 0 0,1 10-2 16,0-7-5-16,-3 2-7 0,2 2 0 15,4 3-6-15,-3-8-4 0,0 4-3 0,3-6 0 16,0 0-13-16,0-8-6 15,-4 1-1-15,4-9-2 0,0 7-6 0,0-16-3 0,0 1-3 16,0-2-1-16,0-6-11 16,0-2-1-16,4 0-13 0,-4-1-26 0,0-11-22 15,0 2-33-15,-4-6-30 0,4 0-29 0,0 0-36 16,0 0-4-16,-4-16-28 0,1 8-133 16,0 0-331-16,6-3-170 0</inkml:trace>
  <inkml:trace contextRef="#ctx0" brushRef="#br0" timeOffset="141288.35">17490 13509 1742 0,'6'-12'-88'0,"0"-5"18"0,5-1 11 0,-4 3 24 0,-1 2 25 0,-3 1 1 0,4 2 14 0,-7 3 6 0,0-1-6 15,-3 2 6-15,-4 12 5 0,-3 2 7 0,-7 3 7 16,-10 13 9-16,1 8 10 0,-3 4 3 16,-6 11 2-16,5-5 5 0,5 1-1 0,1 1-2 15,7 2-2-15,1-4-3 0,9-5-2 16,3 3-4-16,8-5-5 0,0 3-4 15,8-5-3-15,6-8-2 0,-2 0-5 0,7 0 1 16,4-8-5-16,6-6 0 0,-3-4-5 16,0-6-1-16,7-1-2 0,-4-1-3 15,7-9 2-15,-3-5-3 0,0-3 3 0,-1-7-5 16,-6-6-3-16,-3-1-1 0,-3-5-2 0,-8-1-1 16,-7 1-5-16,-4-1-3 0,-5 3 0 15,-8 1-4-15,-2-1 5 0,1 2-6 16,-8 8-1-16,4-6 2 0,-1 12-2 0,1-3-1 15,7 5-20-15,1 0-8 0,5 6 2 16,11-4-5-16,2 5 3 0,10-4 1 0,14 6 7 16,4-3-6-16,5 1-8 0,14 3 0 15,3-1 7-15,0-2 2 0,-9 6 4 16,0 1 7-16,-5 6-1 0,-2-2 11 16,-4 12 19-16,-10 2 2 0,-6 7 20 0,-7 6 10 15,-7 7 9-15,-9-2 5 0,-1 9 2 16,-10-5 2-16,1 9-4 0,-1-4-1 15,0-6-5-15,4 3 1 0,3-6-5 0,0 2-2 16,10-9-4-16,3 5-4 0,11-6-1 0,6 0-4 16,3-7-4-16,18-3-2 0,-8-5 1 15,7-10-5-15,3 1-1 0,0-2-1 16,10-9-2-16,-9-5-1 0,9-9-3 0,-12-1 0 16,-8-1 1-16,-10-9-5 0,0 2 0 15,-6-5 0-15,-14 3-1 0,-3 8-1 0,-6-4-3 16,-8 6 1-16,-3 6 2 0,-12-6-1 15,-2 3-2-15,-2 2 2 0,0 2 1 0,-4 3 1 16,4 2-2-16,7 4-2 0,2-1-9 16,7 0-5-16,4 2-8 0,10-2-1 15,2 3-11-15,8-1 0 0,13-5-3 0,7 9-5 16,6-10 1-16,7 7-1 0,4 3 7 16,-2 4 3-16,5-8 5 0,-3 8 2 15,-1 3 4-15,-7 2 0 0,-2-1 6 0,-4 3 7 16,-7 7 4-16,-3 3 4 0,-6 2 9 15,-5 6 1-15,-5 6 6 0,-4 2 2 0,-4-4 1 16,-1 9 4-16,-2-5-4 16,3 2 3-16,-3-9-4 0,4 5 0 0,7 2 2 15,-1-8 0-15,4-6-2 0,5 4-2 0,5-11-4 16,6 1 5-16,5-2-5 0,-2-4 1 16,1-7-2-16,-1 0-1 0,7-7 2 0,1-2-2 15,-4 0 2-15,7-9-4 0,-4 1 1 16,1-5 2-16,-4 4 0 0,-4-6-5 0,-3 7 6 15,-6 2 10-15,0-3 0 0,-3 7 2 16,-5 3 0-16,-2-5-4 0,-1 3-1 0,1 1-3 16,-1 2-3-16,-2 4 0 0,-1-5-8 15,1 1-11-15,5-3-23 0,5 2-11 16,3-2-19-16,13 3-20 0,0-7-8 16,6 7-13-16,11-5-1 0,3 5-8 0,0 0-20 15,-3-1-40-15,6-1-273 16,-3 5 46-16</inkml:trace>
  <inkml:trace contextRef="#ctx0" brushRef="#br0" timeOffset="141416.68">21632 13575 1170 0,'54'5'4'0,"0"-5"27"0,-8 3 11 0,4-3 15 0,0 0 13 0,0 1 8 0,3-1 6 0,1 3 9 15,3-6-2-15,-8 2-2 0,5-2-7 0,-4-2-9 16,0-4-5-16,0 5-8 16,4-3-11-16,1-1-37 0,2-2-58 0,3 3-61 15,0-8-83-15,4 5-162 0,-8-4-144 0,5 3-2 16</inkml:trace>
  <inkml:trace contextRef="#ctx0" brushRef="#br0" timeOffset="141891.56">17430 14372 1357 0,'-51'-7'-12'0,"11"-3"21"0,7 2-2 0,10 1 3 15,-1-3 0-15,8-4 1 0,6 7-5 0,0-3 3 16,6 2-4-16,-2 7 10 0,9-9 2 16,4 4 8-16,6 4 13 0,7-5 4 0,13 7 6 15,17 1 2-15,28-1-6 0,21 6-1 16,58-4-9-16,16 7-2 0,24-2-5 0,10 0 0 16,13 1-6-16,13 2 1 0,10-3-7 15,14-5-2-15,3 4-2 0,10-6-4 16,-4 3 3-16,4-3-1 0,4 0 0 0,2-3 5 15,4 3 6-15,-3 0 11 0,0-6 5 16,-10 6-3-16,-14 6 2 0,-6-6-3 0,-14 0-3 16,-13-8-3-16,-20 8-5 0,-11-7-6 15,-18 1-9-15,-18 2-32 0,-23-10-22 0,-33 7-23 16,-23 3-22-16,-25-4-28 0,-16 1-29 16,-12 1-81-16,-15 2-289 0,-6-2-25 15</inkml:trace>
  <inkml:trace contextRef="#ctx0" brushRef="#br0" timeOffset="142715.56">14960 14658 1374 0,'-11'0'-49'0,"1"-3"7"0,4 3 8 0,3-6 3 0,3 6 7 0,0 0 8 0,0 0 3 0,33 9 7 0,-6-9 1 0,9 1 7 15,18 5 1-15,22-6 8 0,24 1 4 16,56 5-4-16,12-6-4 0,12 0 2 15,19 0-12-15,11 0-16 0,14-6-9 0,13 5-14 16,-1-6-24-16,4-4-57 0,-7 4-194 0,-3 0 167 16</inkml:trace>
  <inkml:trace contextRef="#ctx0" brushRef="#br0" timeOffset="142808.58">19363 14583 900 0,'127'-9'10'0,"-10"1"4"0,22 0-1 16,8-10 4-16,3 0-8 0,13-7 2 15,8 0-7-15,4 2 6 0,6 4-9 16,8-3-17-16,-2-2-20 0,7 5-58 0,-4 1-193 15,-7 1 195-15</inkml:trace>
  <inkml:trace contextRef="#ctx0" brushRef="#br0" timeOffset="143123.55">18746 14866 895 0,'-7'17'50'0,"1"-3"6"16,2 5 1-16,-5 12 2 0,-1 2 0 0,-1 2-5 15,-2 9-6-15,3 5-1 0,-3 2-12 16,3-1-9-16,-4 6-14 0,5-9-27 16,-1-1-26-16,-1 1-11 0,5-15-49 15,-4-3-104-15,4-5-130 0,1 1 150 0</inkml:trace>
  <inkml:trace contextRef="#ctx0" brushRef="#br0" timeOffset="143421.54">18949 15091 943 0,'11'-19'20'0,"2"5"14"0,-7 5 10 16,1 1-1-16,-3 8 0 0,-4 0-3 15,-4 17-4-15,4-3 2 0,-7 4 2 16,-2 8 6-16,-1 5-1 0,-1 5 0 0,5-4-3 16,-1 1 2-16,4-8-4 0,6 1 1 15,1-2-4-15,8-6-2 0,6 3-6 16,5-9-6-16,4-3 4 0,6-5 4 15,0-1 3-15,4-6 4 0,3-4 6 0,0-8 12 16,3-1 2-16,3-10 4 0,-5-6 0 0,2 6 6 16,1-5 4-16,-8 5 1 0,-6 2 0 15,0 5-5-15,-7 12 0 0,-6 4-6 16,4 13-5-16,-5 15-4 0,4 19-6 16,-4 21-6-16,8 44-3 0,-4 16-60 0,-1 15-34 15,-1 2-63-15,2-1-64 0,-10 2-218 16,-4 0-18-16,-6-11-139 0,0-7-60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17:05:11.32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14329 4686 699 0,'-22'17'44'0,"1"-5"-18"0,1-2-7 0,4 1 3 0,-1-2 5 0,1-1-2 0,-2-1-2 0,-2-2 4 0,1 2 4 15,-5 0-3-15,-3-1 9 0,4 1 1 16,-3-2-6-16,-4 2 0 0,0-1 7 15,3 1 0-15,-3 1 5 0,3-4-8 16,0 2 1-16,1 1-1 0,5-2-3 0,2-2-4 0,2 1-3 16,4-1-1-16,3 0-2 15,6-2-4-15,4-1 3 0,27 0 3 0,3-1 1 16,14-5 1-16,19-1-5 0,16-5-2 16,12-3 3-16,46-2-4 0,2-7-1 15,11 6 2-15,-3 2-6 0,3-1-1 0,-4-1-2 16,-2 0 4-16,-7 4-4 0,-34 1-4 0,-16 2 6 15,-20 4-1-15,-7 0 1 0,-11 2 20 16,-5-2 20-16,-11 4 10 0,0 0 7 0,-9 1-3 16,-8-1-8-16,-2-3-4 0,-4 5-11 15,-10-2-5-15,0 0-24 0,-7 2-40 16,-2 1-43-16,-2 0-37 0,-5 1-17 0,2-1-22 16,-9 3-218-16,3-3-148 0,-4 4-15 15</inkml:trace>
  <inkml:trace contextRef="#ctx0" brushRef="#br0" timeOffset="499.52">14526 4753 1360 0,'-7'4'-43'0,"-3"-1"12"0,7 2 24 0,-3-3 26 0,-1-2 26 16,0 0 1-16,4-6 0 0,-1-1 2 15,-2-5 7-15,6-5 6 0,-3-8-2 0,3-8-1 16,3-6 1-16,3-17 0 16,4-12-6-16,14-32 0 0,-1-8-7 15,4-6-5-15,13-1-6 0,-4 1 1 0,5-7-6 16,5 9-3-16,4 5-2 0,-3 7-3 0,3 7-4 16,-7 11 0-16,-6 19-5 0,-11 15-2 0,-2 9 1 15,-4 8 0-15,-7 1-5 0,1 7 0 16,-8 7-3-16,-6 3-4 0,-3 2-1 0,-8 7 2 15,-8 7-1-15,-5-2-1 0,-6 6 2 16,-9 4 0-16,-2 2-4 0,1 2 3 0,-3-4 1 16,-1 3-1-16,5-3 1 15,6 0-3-15,2-1 4 0,5-2 0 0,5-4-3 16,5 2 1-16,2-9-3 16,8 0 3-16,9-5-2 0,5 0 0 0,8-9-1 0,10-2 2 15,4-1-2-15,13-2 5 0,1-3-1 16,-4 0-1-16,4 4 0 0,-11 3 1 0,-3 4 2 15,3-1-2-15,-10 2 0 0,-3 4 2 16,1 2 1-16,-8-2 1 0,1 9 5 0,-5 0 2 16,-2 9-2-16,-4-1 1 0,-3 6-2 15,0 8-6-15,-3 0-41 0,-1 6-44 16,4 3-38-16,4-6-37 0,2 8-214 16,8-2-173-16,13 2-47 0</inkml:trace>
  <inkml:trace contextRef="#ctx0" brushRef="#br0" timeOffset="5617.07">13713 5490 1207 0,'-17'7'-48'0,"0"-1"11"0,4-5 11 0,3 5 0 0,0-5 9 0,0 5-3 0,0-3 5 0,3-1 5 0,1 1-4 0,3 1 3 0,3 2 1 15,6-5 6-15,4 5 7 0,7-3-3 16,13 2 3-16,3-5-3 0,14 3 7 0,9-6 2 16,12 0-9-16,1-2 8 15,15-2-4-15,-1 0 1 0,0-1 4 16,-13-2-4-16,1 4-5 0,-12-1 11 16,-9 2-5-16,-7-1 3 0,-6 2 4 0,-3 1 16 0,-12 3 6 15,-5 0-3-15,-4 0 3 16,-8 3-7-16,-10 0-1 0,-8 2-7 0,-7 0 5 15,-6 0-3-15,-11 5-2 0,-3 0-5 16,-3-2 3-16,-7 0-3 0,-7 3 7 0,-3 2-8 16,0-1-3-16,-3 1 3 0,3 2-5 15,-1-5 9-15,5 2-6 0,10-2-2 0,-2-2 1 16,9-1 0-16,2 0-2 0,7 0 5 16,3-1 1-16,1-1-1 0,6-2-1 0,6 0 1 15,8-2 0-15,3 2-2 0,3-3 0 16,23 0-2-16,-3 0-2 15,13-3 1-15,8-1-2 0,1 1 4 0,9-4-1 0,-2 2-2 16,2-2-1-16,5-1-2 0,-6 3 0 16,0 0 2-16,-3-2-5 0,-7 4 0 0,-7-2-10 15,-3 2-22-15,0-3-29 0,-6 6-11 16,-5 4-21-16,-5-8-73 0,-1 8-278 16,-3-2 48-16</inkml:trace>
  <inkml:trace contextRef="#ctx0" brushRef="#br0" timeOffset="8796.09">15066 5811 1152 0,'3'-4'-42'0,"5"0"6"0,-5-4 12 0,3 3 10 0,-2 0 5 0,2-1 5 0,-3-1 11 0,0 2 4 0,2 3 4 0,-5-3 14 16,0 2 1-16,0 0-2 0,0 3-4 15,0 0-6-15,-17 6-2 0,7-1 6 0,-1 0-4 16,1 4-5-16,-2 2 6 0,-2-1-5 15,1 0 7-15,2 2 0 0,1-2-5 16,1 3-1-16,1-4-2 0,2 4-2 0,3-2 7 16,-4 1-2-16,4-2-5 0,3 0 2 15,0 0-3-15,0 2 3 0,0-2-2 16,3 1-5-16,0-3 5 0,4 3-5 0,-1-1 2 16,-1-2 0-16,-2-1-3 0,3 0 2 15,1 0 4-15,-4-1 4 0,8-3 1 0,-2-1 7 16,1 1 3-16,4-3 5 0,2-3 3 15,1 1 2-15,2-3-4 0,2-3 6 16,-1 4-6-16,-4-4 0 0,1-1 5 0,-1 2 6 16,-5 0 4-16,2-4 3 0,-3 3-1 15,0-3 1-15,-3 1 2 0,-1-2-1 16,1-1-3-16,-4 1-6 0,-3-4-4 0,0-2-4 16,-3 4-2-16,-4-4-3 0,1 4-3 15,-4-4-5-15,0 3-7 0,-7 3-37 16,-3 2-50-16,0 3-48 0,-6 1-33 0,-4 1-51 15,3 5-226-15,3 3-83 0,1 2-17 0</inkml:trace>
  <inkml:trace contextRef="#ctx0" brushRef="#br0" timeOffset="9608.79">15776 6065 1349 0,'-13'-4'-52'0,"2"3"15"0,2 1 19 0,-4-3 20 0,-1 0 15 0,1 2 5 15,-1 1 22-15,1 0 5 0,0-3 2 16,-1 0 6-16,1 0 3 0,3 3 2 15,0 0 4-15,0-2-3 0,4 2-6 0,-1-2-5 16,0 2 0-16,4-4-3 0,3 3-7 16,0 1-5-16,17-6-3 0,2 5 1 15,15-5-7-15,16 1-2 0,13-1-2 0,7-1-2 16,14 0-2-16,6 0 0 16,0-4-5-16,0 4-2 0,6-4-1 0,1 3 0 15,-1-3 1-15,1 1-5 0,-1 0 0 16,-2 3 1-16,-1-4 1 0,-9 4-1 0,-10 0-1 15,-11 2 0-15,-3-2-1 0,-14 1-2 16,1 4 5-16,-13-1-3 0,-1 3 3 0,-3-2-1 16,-3-2 2-16,-8 3-3 0,1 1 5 15,-4-3-2-15,2 3 2 0,-2 0-2 0,-2 0 2 16,-2 0-2-16,2-3 0 0,-4 3-2 16,0 0 0-16,0 0 1 0,-3 0 0 0,-1-1-1 15,1 2 3-15,3-1-2 0,-6 0 4 16,-1 0 1-16,3 0 1 0,-2 0 0 15,2 0 0-15,-6 0-1 0,4-1-3 0,-4 1-2 16,7 0-1-16,-7 0-3 0,0 0 1 16,0 0-5-16,0 0-20 0,3 1-40 0,-3-1-44 15,0 0-42-15,-14 6-29 0,4-5-9 16,-6 3-125-16,2-2-282 0,-2 3-89 0</inkml:trace>
  <inkml:trace contextRef="#ctx0" brushRef="#br0" timeOffset="11495.09">15956 5500 1476 0,'0'-3'-89'0,"0"3"17"0,0-2 8 0,0 2 7 0,-10 9 6 0,4-2 13 0,-5 10 6 0,-5 0 5 15,5-1 8-15,-5 5 8 0,2 4-3 0,2-4 8 16,-1-2 2-16,2 4 6 0,4-7 0 16,1 5-6-16,0 0 8 0,6-4-4 15,0-1-1-15,0 1 2 0,3-3 4 0,3 1 0 16,-3-2-3-16,4-4 0 0,4 4 4 16,-5-2 3-16,4-3-2 0,-1 1-3 15,2-1 2-15,-1-4 4 0,3 0-1 0,1-4 6 16,-2-1-3-16,6-2 10 0,-2-1 2 15,1-4 10-15,0-2 1 0,-1-3-5 16,1 1 1-16,-4-3-1 0,0-1-1 0,-2 2-1 16,-5-1-6-16,-3 0 0 0,-3 2-5 15,-3-2-6-15,-3 0-16 0,-5 1-17 16,-2-3-19-16,0 6-17 0,-4 1-22 0,-6-2-96 16,6 4-178-16,7-1 131 0</inkml:trace>
  <inkml:trace contextRef="#ctx0" brushRef="#br0" timeOffset="12799.85">16332 5410 920 0,'-3'-3'-36'16,"3"0"4"-16,-3 2 10 0,3 1 1 0,0-3 2 0,0 3-1 0,0 0 8 0,0 0-5 0,-3 7 15 15,3 1-6-15,0 2-1 0,-3 1 6 0,3 6-2 16,3 2 11-16,-3 1 8 0,0 3 4 15,3 2-2-15,-3-4 3 0,3 3-4 16,-3-2-3-16,0 0 5 0,3 2 2 0,-3-5 4 16,0 4-4-16,0-3 3 0,0-3-6 15,4-2 6-15,-4-1-2 0,4 3-7 16,-4-5 3-16,3 1-2 0,-3-5 3 0,0 3-2 16,0-1-7-16,0-2 4 0,3 2 0 15,-3-6-2-15,0 3 2 0,4-1-12 16,-4 2-6-16,0-5-16 0,0 1-8 0,0 0-13 15,3 2-13-15,-3-6-73 0,0 3-149 16,0-3 205-16</inkml:trace>
  <inkml:trace contextRef="#ctx0" brushRef="#br0" timeOffset="14756.22">16639 5447 721 0,'-3'-7'-16'0,"0"-1"12"0,3 4 0 0,-3-2 9 0,-1 1 0 0,1 3 12 0,3-3 0 0,-3 2-1 0,3 0-6 15,0 3 6-15,0 0 2 0,0 0 2 0,6 11 8 16,1-1 3-16,-1 0-4 0,2 8-1 16,1-1 15-16,1 3 13 15,0 0-1-15,0 5-7 0,-3-3 2 0,2 0-2 0,-1 3-4 16,-2-1-3-16,1-2 0 0,-1 0-2 15,-3-2-1-15,5-1-5 0,-5 2-2 16,4-3-4-16,-7-3 2 0,3-2-6 0,0 1-2 16,0-3-2-16,1 1 2 0,-1-2-5 15,-3 1-5-15,4-2-32 0,-1 0-16 0,-3-2-11 16,0 2-7-16,3-4-9 0,-3 2-11 16,0-4-25-16,-3-3-119 0,3 0-116 15,0 0 148-15</inkml:trace>
  <inkml:trace contextRef="#ctx0" brushRef="#br0" timeOffset="15627.26">16990 5407 896 0,'-3'-3'-26'0,"3"2"5"0,-5-2 16 0,5 0 11 0,0 3 8 0,0 0 4 0,0 0 5 0,0-5 0 0,0 5-8 15,0 0 5-15,0 11 13 0,0-4 3 0,5 3-2 16,-5-1 3-16,3 7 5 0,0-1 7 16,4 3-2-16,-4 1 6 0,3 1 5 0,-3-1-3 15,-3 2 2-15,8 0-3 0,-5-2-5 16,0 1-2-16,-3-1-3 0,7 2-2 15,-7-6-3-15,3 3-4 0,0-4-3 0,0 2-3 16,-3-1-2-16,5 0-2 0,-2 0-3 16,-3-2-3-16,3-1 0 0,-3 1-6 0,3-1-24 15,-3 1-25-15,0-1-20 16,4-5-19-16,-4 3-11 0,3-2 2 16,-3-3-12-16,3 0-6 0,0-2-44 0,0-3-286 15,-3 0 60-15</inkml:trace>
  <inkml:trace contextRef="#ctx0" brushRef="#br0" timeOffset="16000.36">17319 5545 1105 0,'3'-10'-50'0,"2"0"11"16,-5 2 15-16,3 2 8 0,-3 2 2 0,3 0 3 16,-3 1 5-16,0 0 7 0,0 3-1 15,0 0 11-15,-3 10 14 0,0-2 2 16,-2 2-4-16,2 1 4 0,0 3-5 0,0 1 4 15,3 2-2-15,3-2-1 16,0 5 2-16,0-5-2 0,5 6 2 0,-2-7-5 16,1 4 5-16,-1-3-10 0,5 2 4 0,-2-5 2 15,1 4 4-15,1-4 0 0,-1-2 0 16,-1 1 3-16,2-3 2 0,-1 1 8 0,-1-4 7 16,2-1 1-16,-1 2 8 0,2-5 3 15,2-1 3-15,-1-1-1 16,4-2-5-16,-4-4-3 0,1-1-3 0,2-5-4 0,1 1-3 15,0-5 2-15,-4-1-3 0,-3 1-3 16,3-3-2-16,-6 0 3 0,3-2 1 0,-7-2-9 16,1 2-2-16,-4 0-4 0,-4 2-1 15,-9 0-16-15,0 3-40 0,-7 0-37 16,-3 6-40-16,-4 1-36 0,-10 2-45 0,4 4-228 16,3 4-68-16,0 1 6 0</inkml:trace>
  <inkml:trace contextRef="#ctx0" brushRef="#br0" timeOffset="16701.84">16946 5975 1235 0,'0'-5'-52'0,"-3"2"20"0,-1-3 21 0,4 5 7 0,0 1 7 0,-6-3-3 0,6 0 9 0,0 3-6 0,0 0-3 0,0 0-1 15,0 0 7-15,0 0-3 0,0 7 17 0,0 2 26 16,3-1 6-16,0 0 3 0,-3 3-4 16,4-1-6-16,-1 3-3 0,0-4-2 15,0 4-1-15,2-1-3 0,-2 3-5 0,0-2 1 16,0-1-6-16,0 4-46 0,4-4-35 15,-4 1-9-15,-3-1-13 0,3 1-10 0,2-4-15 16,-2 0-68-16,0-1-204 16,0-2 113-16</inkml:trace>
  <inkml:trace contextRef="#ctx0" brushRef="#br0" timeOffset="17055.97">17116 6050 962 0,'7'-6'-34'0,"-4"-2"11"0,0 7 15 0,4-5 16 15,-7 5 9-15,4-2 11 0,-4 0 4 0,0 3-6 16,0 0-1-16,10 6 5 0,-7-5-1 16,-3 5-5-16,6-1-1 0,1-1 3 15,0 5-2-15,0-5-10 0,-1 0 10 0,4 2-9 16,-3 2 4-16,3-5-6 0,0 1 0 16,-4 0 3-16,5 2 0 0,-5-4 4 0,1 1 12 15,-4 0 13-15,4 0 0 16,0-3 10-16,-1-3 2 0,4 0 1 0,-7 0-5 15,5-1 3-15,-2-4-4 0,0 1 3 16,1 1-5-16,-1-2 5 0,2 4-1 0,-2 0 0 16,-3-2-4-16,4 3-5 0,-4-1-4 15,-3 0-7-15,3 3-6 0,2-2-4 0,-2 0-6 16,-3 3 3-16,3-1-5 0,-3 1-2 16,0 0 1-16,6 7-2 0,1 0 0 0,-4 1-1 15,8 2-3-15,-5 5 3 0,4 2-6 16,1 6-40-16,-2 4-48 0,4 6-46 0,-6 3-30 15,-3 0-85-15,2 2-365 0,-6-1-106 16</inkml:trace>
  <inkml:trace contextRef="#ctx0" brushRef="#br0" timeOffset="18894.93">18269 5890 1488 0,'0'0'-105'0,"-6"0"20"0,6 0 19 0,0 0 12 0,0 0 18 0,-7 0 14 0,7 2 11 0,0-2 13 0,-6 0 8 15,6 0 8-15,0 0 4 0,0 0 1 0,-8 3 3 16,5-3 0-16,3 0 4 0,-3 2 24 16,0-2-4-16,3 0-6 0,0 0 2 0,-7 0-3 15,7 0-4-15,0 0 0 0,-3 3-4 16,3-3-1-16,0 0 5 0,0 0-3 0,-3 0-3 15,3 0 2-15,0 0 1 0,0 0 2 16,0 0 2-16,-4 3-5 16,4-3-1-16,0 0-5 0,0 0 2 0,0 0-6 0,0 0-2 15,0 1-4 1,0-1-2-16,0 0 2 0,0 0-1 0,14 0 0 0,-2 3-1 16,6-3-2-16,2 0 2 0,3 3 0 0,7-3-3 15,0 0 2-15,6 1 1 0,5-1-5 16,8 0 2-16,5 0 0 0,12 0 1 15,11 0 3-15,20 4-3 0,9-4-4 0,41 2 1 16,10 1 0-16,2-3 0 0,5 2-1 16,3-2-3-16,0 3 3 0,-7-3-2 15,-4 0-2-15,-2-3 1 0,-1 1 0 16,-10-1 2-16,0 3-1 0,-22-2-1 0,-15-2-2 16,-6 3 1-16,-3-2-3 0,-4-1 3 15,-17 1-1-15,-2 0-2 0,-4 1 3 0,-13-1 0 16,-8 3-1-16,2-2-1 0,-8 2 0 0,-6-4-1 15,0 4 0-15,-7-1-2 16,-4 1 4-16,-3-3-3 0,-3 3 1 0,1 0 0 16,-2 0 0-16,-2 0-1 0,-1 0 1 15,-2-3 2-15,-1 3-2 0,1 0-1 0,-4 0 1 16,-1 0-2-16,2-1 0 0,-1 1-4 16,-4 0-36-16,5 0-50 0,-5 0-51 0,-6-3-73 15,0 3-255-15,-6-5-108 16,-8 2-75-16</inkml:trace>
  <inkml:trace contextRef="#ctx0" brushRef="#br0" timeOffset="20003.25">18023 6300 1445 0,'0'-10'-82'0,"-4"-1"16"0,4 1 21 0,0 2 21 0,-3 1 21 0,0 3 5 0,3-4 14 0,0 2 10 16,0 2-3-16,-3 0 2 0,3-2 1 15,0 1-8-15,0 3-5 0,0-2-4 0,0 4-6 16,-4-1 4-16,4 1-2 0,0 0 9 16,4 15-12-16,-4-4 4 0,3 13-1 0,0 1-1 15,0 1 1-15,-3 3 2 16,4 6-3-16,2-3 6 0,-6 1-3 0,4-1-4 15,0-1-1-15,-1-5-1 16,0 2 1-16,0-3 3 0,-3 0-1 0,3-3 3 0,1-4-4 16,-4 0 1-16,3-4-3 0,-3 1 3 15,3 1 1-15,-3-7-1 0,3 1 1 0,-3 1-3 16,5-1-25-16,-2-3-34 16,0 1-34-16,-3-4-105 0,0-1-194 0,3-3 97 15</inkml:trace>
  <inkml:trace contextRef="#ctx0" brushRef="#br0" timeOffset="20357.16">18316 6250 1033 0,'-10'-21'-29'0,"-6"7"10"0,-2-1 11 0,-1 1 9 16,-4 6 7-16,-1-3-4 0,-6 4 6 0,-3 1 1 15,-4 5 0-15,4 1-3 0,-11 4 11 16,4 0-9-16,-3 13 4 0,3 8 14 15,-3 4 6-15,3 11 3 0,7 7-8 16,3 6 0-16,6 4 5 0,10 4-4 16,5-7-2-16,5 2-2 0,8-2 0 0,5 2-2 15,8 1-2-15,7-2-4 0,6-5-1 16,3-3-3-16,4-5 0 0,6 0 7 16,-6-13-11-16,0-1 0 0,-4-9 2 15,3-1-3-15,-2-5 0 0,-4-8 0 0,3-5 0 16,-3-5 10-16,3-5 6 0,0-8 5 0,-3-4 2 15,1-9 1-15,-5-4-1 0,-2-2-4 16,-4-3-1-16,-10-2-4 0,0 3-6 0,-7 0-6 16,-3 2-28-16,-7-1-18 0,-9-2-46 15,-4 5-24-15,-10-2-83 0,0 2-296 16,0 2 9-16</inkml:trace>
  <inkml:trace contextRef="#ctx0" brushRef="#br0" timeOffset="21576.79">18573 5540 1253 0,'0'-5'-61'0,"-3"-1"14"0,-1 2 7 0,1 1 16 0,-3 1 4 0,1-1-4 0,-1 3 1 0,-1 5 8 0,-2 1 5 0,1 2-3 0,2 3 1 16,-1 3 7-16,4 0-1 0,-3 1 2 15,6 2 2-15,-3-2 3 16,3 3-3-16,0-4 6 0,3 2-10 0,-3-1 6 0,3 0 3 15,3 0-1-15,-2-2-4 0,-1 1 5 16,3-3 1-16,-1 1 0 0,1-2 10 16,0-3-4-16,4 3 1 0,4-2 13 15,-4-5-5-15,4 1 13 0,2-4 1 0,-3 3 19 16,4-6-4-16,-4-1 3 0,1-2 3 0,-5-1-3 16,2-1 1-16,-5-2-9 0,1-1-1 15,-4 0-4-15,-3-3-5 0,-3 3-5 16,3-3-13-16,-3 3-7 0,-4 1-10 0,4-1-20 15,-1 2-17-15,1 0-16 0,-1 1-18 16,1 0-20-16,3-1-28 0,0 2-59 16,3 3-171-16,4-1 135 0</inkml:trace>
  <inkml:trace contextRef="#ctx0" brushRef="#br0" timeOffset="22187.04">19186 5532 917 0,'0'13'-23'0,"-6"-1"7"15,-1 6 1-15,-3-1 0 0,0 1 3 0,0 0 1 16,3-4 0-16,4 1 4 0,-4-2-1 16,4-1 0-16,3 3 5 0,3-5 0 15,4 3 2-15,-1-4 0 0,8 4 4 16,-1-5 0-16,4-4 2 0,3 2 2 0,0-1 3 16,0-5 7-16,-1 2 5 0,2-4 11 15,-4-2-1-15,-1 0 7 0,-2 0 0 16,-1-7 6-16,-7 4 5 0,2-3 1 0,-5-4 2 15,-6 3-5-15,-2-3-1 0,-1 0-4 0,-4 2-4 16,-4-3-14-16,1 2 2 0,1 3-3 16,-2-1-5-16,4 4-7 0,-4 0 1 15,1 2-16-15,4-1-9 0,-2 5-10 0,4-2-5 16,7 3-7-16,0 0 3 0,0 0 1 16,21 3 0-16,-5-3-14 0,4 0 2 0,4 0-5 15,6 0 3-15,0 0-2 0,3-3 10 16,-3 0-2-16,0 3 3 0,0-1 2 15,-7-2 8-15,-3 3 3 0,0 0 4 16,-3 0 3-16,0 3 3 0,-4 1 5 16,-3 4 2-16,-6 2 4 0,-1 0-1 0,0 0-1 15,-3 2 3-15,3-2-1 0,-3 1 1 0,3 1 2 16,7 1 4-16,1-5-4 0,5 3-1 16,4-1 6-16,4 0-1 0,3-2-4 15,6-4 2-15,-3 2-1 0,6-5 3 0,-2 3-1 16,-1-4-3-16,-3 0 2 0,0-4 5 15,0 0 2-15,-3 0 3 0,-8-4 7 16,1-1 5-16,-7 2 7 0,1-2 3 16,-7-4-10-16,-4 3-1 0,-3-2-1 0,-7-1-7 15,1 2 1-15,-8 3-7 16,-2-3 3-16,-1 4-6 0,-7 1 4 0,5 2-6 0,-5-1-1 16,4 2-3-16,1 1-2 15,2-3-5-15,4 2-8 0,-1 3-7 0,7-3 0 16,4 2-1-16,3-2-7 0,10 0-2 0,4 1-14 15,2-3-8-15,11 0-15 0,-1-1-22 16,4-1-30-16,0 2-114 0,4-2 79 16</inkml:trace>
  <inkml:trace contextRef="#ctx0" brushRef="#br0" timeOffset="23049.73">20383 5460 588 0,'16'-3'-10'0,"-5"0"5"0,-5 3 3 0,1 3 1 0,-4 1 3 0,-3 5-4 0,-3 0 4 15,-1 4 0-15,1-2-1 0,0 1-1 16,-3 2 4-16,6-1 0 0,3 2-2 0,0-2 2 15,7-1-1-15,-1-2-2 0,8 2 2 16,1-1 2-16,1-1-1 0,5-3-1 0,-1 1 1 16,0-3 1-16,3-3 0 0,-5 1 1 15,-1 0 3-15,0-3 6 0,0 0 11 16,-4-3-5-16,-2-2 10 0,-1 0 9 16,1 0-2-16,-5-1 9 0,1-1-3 0,-2 0-2 15,-5 2 1-15,0-2-9 0,-3-1-1 16,-3-1 6-16,-4 5-14 0,0 0-1 0,0-2-4 15,-2 4-3-15,-5-1-6 16,4 6 1-16,-3-1 0 0,-1 1-3 0,1 0 0 16,6-2-5-16,1 5-6 0,-1-1 1 15,7 0-8-15,3 0 5 0,1-1-4 0,6-1-23 16,3 0-8-16,0-2-9 0,4-1-7 16,0 0-5-16,-1 0 6 0,2-1 2 0,1-2 6 15,-2 0 8-15,2-1 0 0,-2 1 5 16,1-2 7-16,1-1 8 0,-2 2 15 15,-4 0 12-15,4 1 2 0,-4-2 7 0,-3 2 4 16,4 1 0-16,-5-2-2 0,2 0-1 16,-5 7-3-16,1-3 0 0,-1 5-2 15,-3 0 0-15,1 3 2 0,-4-1-1 0,4 0-10 16,-1 1 2-16,0-1 3 0,1 1-3 16,2-1-4-16,1 0 2 0,3 0 2 15,3-1-1-15,-3 2 3 0,7-1-6 0,-4-3 5 16,1 0 1-16,2-2-5 0,-2 1 2 15,2-1 6-15,1-2-1 0,-1-2 2 16,1-1 5-16,-1 1 10 0,-2-3 2 16,2-1 5-16,-5-1 13 0,2 0-8 0,1-1 7 15,-4-2 9-15,-4 3 4 0,0-1 5 16,2 1 0-16,-5 2 3 0,0-4 1 0,-3 5-12 16,4-3-10-16,-8 4-3 0,1-2-2 15,-3 3-7-15,1-3-5 0,2 5-7 16,0-3-2-16,0 0-5 0,3 3 2 0,0 0-5 15,0 0 0-15,14 0-4 0,-5 0-2 16,4 3-6-16,4-6-14 0,3 2-8 0,0-2 3 16,7 0-7-16,3 1 5 0,-3-3 0 15,-1 0 1-15,1-1 3 0,-4-1-1 16,4 2 4-16,-7-2 3 0,4 0 3 0,-8-1 10 16,1 3 13-16,-4 1 12 0,1 0 2 15,-5 1 1-15,4 2-5 0,-2-2-1 16,-5 3-4-16,-2 3 1 0,-1 1-8 0,-3 6 4 15,0 1-5-15,0 1-1 0,3 1-1 16,0 1-1-16,4-2-1 0,0 4 0 0,6-4-1 16,4 3 4-16,3-5-1 0,0-2 1 15,7-1 0-15,-4-4 1 0,3 0 11 0,-2-3 28 16,-1-3 14-16,-2 0 17 0,-2-4 1 16,-2-1-2-16,-1-4-9 0,-5-1-4 15,-8-4-15-15,-6 2-21 0,-5-6-49 0,-8 2-54 16,-7 4-59-16,-7 2-43 0,-13 6-84 15,-1 4-180-15,-6 6-149 0,-10 4-84 16</inkml:trace>
  <inkml:trace contextRef="#ctx0" brushRef="#br0" timeOffset="23626.19">18552 7204 1452 0,'-16'11'-43'0,"7"-1"34"0,-2-3 8 0,1-3 18 0,4 2 5 0,3-4 9 0,-2 1 0 0,5-3 0 0,11-12-2 0,13-6 0 0,28-14-2 16,45-25-5-16,30-10 8 0,27-4-7 16,58-22 0-16,15 3-1 0,14-6-2 15,5 7 0-15,4 3-4 0,3 7-3 0,0 4 2 16,-3 8-1-16,-43 13-4 0,-6 8 4 0,-12 6-4 16,-13 1 0-16,-22 13-1 0,-20-2 2 15,-38 7 14-15,-20 7 10 0,-15 3 14 16,-5 3-2-16,-16 0 2 0,-2-1-3 0,-13 5-4 15,-4 1-3-15,-7 3 0 0,-2-1-5 16,1 1-5-16,-2-3-2 0,-1 3-4 16,-1-3-1-16,2 3-4 0,-4 0 0 15,2-2-3-15,2 2-2 0,-8-3-8 16,7 3-34-16,-4-2-38 0,1 2-38 0,-3 0-38 16,-4 0-50-16,0 2-142 0,0-2-210 0,-17 3-47 15</inkml:trace>
  <inkml:trace contextRef="#ctx0" brushRef="#br0" timeOffset="29235.2">5446 13799 1369 0,'-6'6'-73'0,"3"-6"9"0,-5 0 14 0,5 3 7 0,0-3 8 0,0 1 7 0,-1-1 4 0,4 0 4 15,-3 6 2-15,0-6-2 0,3 0 2 16,0 0 7-16,-3 0 2 0,3 0-2 0,0 0 3 16,-5 0 4-16,5 0-6 0,0 0-1 15,0 0 4-15,0 7-1 0,-3-7-5 16,3 0 5-16,0 0 4 0,0 0 0 16,0 0 2-16,0 0 1 0,0 0-2 0,0 0 4 15,0 0 1-15,0 0 4 0,0 0-5 16,0 0 1-16,0 0 3 0,8 0-5 0,-8 0 0 15,0 0 5-15,0 0-2 0,0 0-1 16,0 0 3-16,0 2-4 0,0-2 3 16,0 0-3-16,0 0 3 0,0 0 6 15,0 0-5-15,0 0 6 0,0 0-4 0,0 0-26 16,0 0-20-16,6-8-77 0,1 8-144 0,-1 0 221 16</inkml:trace>
  <inkml:trace contextRef="#ctx0" brushRef="#br0" timeOffset="30902.26">18883 7282 734 0,'-4'-3'14'0,"4"3"16"0,-3-1 6 0,0 1-10 0,3 0 2 0,0 0 9 0,-6 7-10 0,1 2 17 0,2 1 18 16,-3 5 5-16,2 1 2 0,1 3-5 15,0 2-1-15,-3 1 5 0,6 3 5 0,0 3-3 16,-5 0 3-16,5-2-2 0,0 5-2 15,0 1 0-15,5-5 1 0,-5 9-5 16,0-6 2-16,3 3-5 0,-3-4-1 16,3-4-4-16,-6 3-4 0,6-6-4 0,-3 0-7 15,0 2 0-15,0-7-5 0,0 1-7 16,0-3 0-16,0-3-11 0,0 1-33 16,0-1-28-16,0-2-36 0,3 0-19 0,-3-3-30 15,3-4-17-15,1-3-24 0,-4 0-117 16,6-10-233-16,2 0-23 0</inkml:trace>
  <inkml:trace contextRef="#ctx0" brushRef="#br0" timeOffset="32359.14">19509 7444 1338 0,'0'0'-71'0,"4"-2"15"0,-4 2 17 16,0 0 4-16,0 0 4 0,-17 8 5 0,7-4 2 0,0 3 6 0,-3 7 1 0,0-3 7 0,-4 7 0 16,0 0 0-16,1 0 0 0,2 3 8 15,-2 4-3-15,6-4 1 0,-1 4 1 0,5 0-1 16,-1 0 1-16,4-2 4 0,0 2-1 0,3 0-3 16,0-5 1-16,3 2-1 0,0-1 6 15,1-4-3-15,-1-2 4 0,0-4 6 16,3 3-5-16,-1-4-1 0,4-2 11 15,1-1 7-15,4-4 7 0,-1-1-2 16,0-2 14-16,4-5 0 0,3-1 5 0,0-3 4 16,-3-1-4-16,2-4 7 0,-2 3-1 15,0-4-1-15,-1-1-3 0,-2 2-3 16,-1-5-4-16,-6 2-4 0,-1 1-2 0,-2-1-4 16,-4 3-4-16,0-1-4 0,-4 1-3 0,1 1-1 15,0 1-3-15,-1 1-1 0,1 1-5 16,3-1-4-16,-3 3-8 0,3-1-8 0,0 0-9 15,3 2 1-15,4-2-2 0,3 0 3 16,10 2-1-16,3-4 2 16,4 1 5-16,3-3 0 0,3 4-2 0,-3 2 1 0,-3-2 1 15,3 1-1-15,-7 1 1 16,0 3-2-16,-2 1-2 0,-5 0 5 0,1 6-2 16,-1 4 5-16,-2 6 6 0,-4 5 2 15,-4 1 6-15,2 5 5 0,-2-5 0 0,0 3-7 16,1 2 1-16,-1-2-4 0,8-2 2 15,-1 2-1-15,7 1-1 0,1-3 7 0,6-2-4 16,-2-4 3-16,9 1-3 0,-4-5 7 16,0-2-6-16,0-1-1 0,0-4 1 0,0 0 0 15,-7-1-1-15,1-4-2 16,0-1 4-16,-5-3-3 0,-2-2-1 0,-1 0 1 16,1-2-1-16,-7-3 2 0,-4 1 10 0,-1-3 3 15,-5-2 2-15,0 3 0 0,-5-1-2 16,-1-2 0-16,-1 5-3 0,-2-5-3 15,1 3-1-15,2 3-2 0,-4 0-3 0,4-3-7 16,-2 6-17-16,2-3-21 0,-1 1-25 16,4 0-12-16,3-1-8 0,7 3-9 15,2-5-9-15,8-2-7 0,7 1-13 16,3 0 8-16,6-1 3 0,4 0-211 0,-1 1 163 16</inkml:trace>
  <inkml:trace contextRef="#ctx0" brushRef="#br0" timeOffset="32573.39">20952 7353 815 0,'21'1'-25'0,"-8"5"21"0,-3 1 13 0,-3 1-4 0,-1 2 3 0,-2 5-1 16,-1 0 4-16,1-1-2 0,-1 1 1 0,0 1-4 16,7 2 2-16,0 1-4 0,4-5 3 15,2 3-1-15,4-3 1 0,7 1-1 0,0-3 0 16,0-2 0-16,3 1 2 0,0-7 2 16,-5 2 8-16,5-3 21 0,0-3 10 15,-3-3 16-15,0-3 5 0,-3 2 2 0,-4-7 1 16,-4-1-2-16,1-1 0 15,-4-1-15-15,-3-4-3 0,0 3-13 0,-10 0-32 0,4 2-43 16,-8 3-52-16,-6-2-44 16,0 8-162-16,-10-2-67 0,-3 6 126 0</inkml:trace>
  <inkml:trace contextRef="#ctx0" brushRef="#br0" timeOffset="32862.47">18736 8444 1017 0,'-30'16'7'0,"4"-4"5"0,12-4 4 0,8-3-9 15,12-3 5-15,14-2 1 0,27 0 13 16,27-7 19-16,65-1 7 0,38-7 5 0,19 1-2 16,24-7-4-16,11 4 1 0,15-3-7 15,14 0 3-15,50-5-5 16,1 3-5-16,-6-6-2 0,-54 6 1 0,-12-3-6 0,-5 0-1 15,-20 0-2-15,-18 4-1 0,-19-1-4 0,-24 7 3 16,-20-1 25-16,-40 4 9 0,-15 2 8 16,-22-1-8-16,-16 5-9 0,-10-2-31 15,-17 4-47-15,-10-4-39 0,-9 5-34 0,-10 3-36 16,-11-2-69-16,-13 2-343 16,-20 5-50-16</inkml:trace>
  <inkml:trace contextRef="#ctx0" brushRef="#br0" timeOffset="33299.64">20079 8537 1418 0,'-6'0'-60'0,"0"0"16"0,1-2 8 0,-1 2 5 16,6 0 10-16,-10 0 2 0,10 0-3 16,-3-3 9-16,0 3-2 0,3 0 1 0,-8 0 3 15,8 0 0-15,-3-2 2 16,3 2 2-16,0 0 0 0,-6 0 1 0,6 0-3 16,0 0 6-16,-4 0 7 0,4 0-3 0,0 0 6 15,0 0 13-15,-6 0 0 0,6 0 2 0,0 0-3 16,0 0 0-16,-3 2-1 15,3 1-7-15,0 2 1 0,0 6-2 0,0 10 0 16,-3 8 28-16,3 10 17 0,0 3 3 16,-5 6 2-16,5 4 6 0,-3-2 3 0,3-6-3 15,0 2-1-15,0-6-5 0,0-1-3 16,3 0 1-16,-3-10-5 0,0-1-4 0,0-3-2 16,0 0-6-16,0-4 2 0,0-4-10 15,0-1 0-15,5-2-10 0,-5-3-39 16,0-2-37-16,3-1-45 0,0-7-31 0,3-1-40 15,-2-4-127-15,2-1-203 0,2-5-4 16</inkml:trace>
  <inkml:trace contextRef="#ctx0" brushRef="#br0" timeOffset="33565.21">20596 8530 1372 0,'-3'0'-9'0,"3"0"11"0,-14 17 13 16,8-4 23-16,-4 7 10 0,-4 1 11 15,-2 4 4-15,2 4-2 0,1-2-6 0,4-4-4 16,1 2-1-16,5-4-5 0,3 3-4 16,0-5 1-16,3 2-1 0,5-4 3 15,1-2-1-15,7-2 1 0,-2-4 0 0,6-2 0 16,0-1-2-16,-3-6-3 0,6-2 0 16,-6-3-3-16,3-5 1 0,0 0 5 0,-7-2-4 15,0-6 2-15,-6-6-11 0,-4-1-7 16,-3-1-8-16,-6-9-26 0,-7 2-23 15,-4 2-38-15,4-1-41 0,-4 10-33 0,0-3-49 16,4 8-152-16,0 6-212 16,-8 2-62-16</inkml:trace>
  <inkml:trace contextRef="#ctx0" brushRef="#br0" timeOffset="33889.01">21147 8505 1556 0,'6'0'-4'0,"0"0"1"16,1 2 13-16,-4 6 29 0,0 2 14 0,-6 2 3 16,3 6 3-16,0 2-6 0,0 2-5 15,0 0-4-15,3-1-2 0,-3 1-5 16,5 1-3-16,-2-3-6 0,3-3 4 16,4 1-3-16,-4-3-4 0,2-2 5 0,5-1 8 15,4-2 5-15,-4-6 3 0,4-1-2 16,-1 0-5-16,-2-6-4 0,2-1 1 0,-2-2-3 15,-1-5-3-15,-4 0-4 0,2-7-3 16,-4-3-7-16,-1 0 0 0,-3-4-2 0,-3 0 0 16,-6-8-4-16,-1 1 1 0,-10 2-2 0,1 0-4 15,-4 1 1-15,-10 0-4 16,3 4-8-16,0 3-19 0,0 2-30 0,5 0-31 16,1 7-42-16,5-2-32 0,6 2-35 15,0 1-123-15,7 5-257 0,6-3-77 16</inkml:trace>
  <inkml:trace contextRef="#ctx0" brushRef="#br0" timeOffset="34032">21393 8251 1457 0,'13'17'-45'0,"-3"0"34"15,4 8 13-15,-1 8 22 0,-3-1 25 16,3 12 16-16,-6 2 9 0,3 1-5 0,0 3-3 16,0 3-7-16,4-3-7 0,-5 0-4 15,1-3-15-15,1-2-50 0,1-5-54 0,-2-5-56 16,1-7-106-16,-5-3-275 0,1-5-14 15</inkml:trace>
  <inkml:trace contextRef="#ctx0" brushRef="#br0" timeOffset="34276.64">20913 8582 1322 0,'-21'0'-46'0,"15"-2"8"16,6-2 5-16,11 0 1 0,8 1 6 0,21-4 2 15,20 0 8-15,10-1 2 0,24-4 2 16,36-4 5-16,-1-2-8 0,4-1 5 16,-5 5 5-16,-25-3 0 0,-20 9 9 0,-13 0 14 15,-3-1 9-15,-17 5 14 0,-4 0 19 16,-2 1 11-16,-11 0 3 0,-3 1 1 16,0-1 0-16,-10 1-8 0,0-2-9 0,1 4-45 15,-2 0-59-15,1-4-78 0,1 1-212 16,4 3-44-16,5-7 108 0</inkml:trace>
  <inkml:trace contextRef="#ctx0" brushRef="#br0" timeOffset="34440.69">23406 8419 1161 0,'0'11'50'0,"-3"-4"6"0,3 3 9 0,-3-2 15 0,3-1 11 15,-4-1-3-15,4 1-10 0,-3-2-7 16,3 0-10-16,0-3-18 0,3 4-35 0,-6-5-51 15,-1 5-46-15,-2-1-33 0,-7-3-120 16,-1 1-220-16,-9-1 32 0</inkml:trace>
  <inkml:trace contextRef="#ctx0" brushRef="#br0" timeOffset="57197.97">19363 7610 48 0,'0'-3'25'0,"-3"0"-14"0,0 2-13 0,-2 1-1 0,5 0-28 0,-9-3 14 0,2 3 6 0</inkml:trace>
  <inkml:trace contextRef="#ctx0" brushRef="#br0" timeOffset="57957.03">22420 7479 107 0,'9'3'44'0,"-1"-3"-6"0,-2 0 0 0,-3 0 1 16,4 3 1-16,-1-3 0 0,-3 0 2 15,1 0 7-15,-4 0 9 0,7 0-13 0,-4 0-2 16,1 0-3-16,-4 0-8 0,0 0 1 15,-7-6-11-15,4 5-2 0,-1-2-4 16,0 3-6-16,-2-3-7 0,0 0-10 0,-1 3-25 16,-4-2-118-16,-1 2-44 0,-1-2 66 15</inkml:trace>
  <inkml:trace contextRef="#ctx0" brushRef="#br0" timeOffset="58297.05">22032 7525 576 0,'-22'7'24'0,"5"-3"6"0,4 0 4 0,-1-2-6 0,4 0 1 0,1 1 1 0,1 3-1 0,2-6-6 0,2 1-3 15,8 5 2-15,2-5-3 0,8 3 0 0,5 3-1 16,11-1-3-16,8-2-2 15,5 4 2-15,14 2-3 0,3-3 2 0,9 4 2 16,15-1-9-16,3-2 3 0,6-1 0 16,4 0 0-16,-4-2-3 0,4 0 2 0,-1 0-2 15,-3-2 3-15,1-3-1 0,-11 0-6 16,-7 0 3-16,-2-3 3 0,-4-1-4 16,-7 3 2-16,-6-4-7 0,-6 3 3 0,-8-1 6 15,-1-3-13-15,-4-2 8 0,-5 4-15 16,-3-3-17-16,0 0-17 0,-4-1-37 0,-2-2-101 15,-1 0-75-15,-2-1 222 0</inkml:trace>
  <inkml:trace contextRef="#ctx0" brushRef="#br0" timeOffset="58521.84">24126 7436 721 0,'-7'-1'12'0,"1"-2"7"0,-4 0 15 15,0 2-10-15,-3-2 8 0,3 3-15 16,-4-3 2-16,4 3 6 0,0-3 0 0,0 3 1 15,0 0-12-15,4 0 0 0,-2 0 0 16,5 3-2-16,3 0 3 0,3 4-8 16,2-3-2-16,4 7 2 0,1-1-1 15,0-2-2-15,4 5 8 0,-2-1-7 0,2-2 4 16,-1 1-1-16,1-3 3 0,-4 2-5 16,0 3-1-16,-4-1-12 0,-6 1-9 0,-3 2-20 15,-7 3-22-15,-6 0-63 0,-11 0-175 16,-14 11 186-16</inkml:trace>
  <inkml:trace contextRef="#ctx0" brushRef="#br0" timeOffset="60030.44">20563 9872 843 0,'-7'4'-5'0,"3"-4"19"0,4 0 9 0,11-7 6 0,5-3 14 0,11-5 2 0,13-10 9 0,20-9 7 0,44-19 0 0,12-4 0 16,14-6-5-16,24-6 1 0,15-2-7 15,11-7-8-15,47-9-3 0,-3-8 3 0,2 2-6 16,-3 4-6-16,-36 14 0 0,-4 2-4 0,-3 6-5 15,1 2 4-15,-15 5-4 0,-5 2-2 16,-16 8-6-16,-11 5-1 16,-18 8 0-16,-15 2-3 0,-28 10-20 0,-19 7 0 0,-18 6-7 15,-12 2-8-15,-15 7-6 16,-5 0-13-16,-4 3 1 0,-27 11 1 0,-6 3 9 0,-14 10-6 16,-19 5 2-16,-35 17 2 0,-11 5 3 15,-9 5 0-15,-13 6-2 0,-5 6 1 0,-11 2 10 16,-4 2 0-16,-5-1-3 15,-4 4 7-15,5-6 4 0,9-5-3 0,5 0 3 16,7-4-1-16,10-5 3 0,15-3 4 16,11-8-3-16,5-2 7 0,23-13-2 0,13-4 4 15,17-4-2-15,5-7 3 0,5-2 1 16,3-1 9-16,10-1 0 0,3-6 0 0,8-4 4 16,5 0-6-16,4 0 12 0,13-14-13 15,14-4 8-15,13-7-2 0,17-5-3 16,36-17-2-16,14-1 0 0,13-2-5 0,13-2 6 15,0 2-4-15,0-3 1 0,5 1-3 16,-5 7 9-16,-4-3-3 0,-9 4-11 0,1 1 5 16,-8 3 3-16,-10 2-1 0,-19 9-9 15,-14 4 10-15,-7 1-3 0,-10 5-7 16,-2 1 1-16,-5 1 6 0,-10-1-3 16,2 6-2-16,-8-4 7 0,-4 7-9 0,0-1 9 15,-5 0 10-15,-1 2 7 0,0 1 13 16,-3 1 0-16,-4-1 8 0,0 5 4 0,-3-3 0 15,0 0 1-15,1-1-4 0,-2 5 0 16,1-5 5-16,-3 4 5 0,0-1 1 0,-1 1-3 16,1-3-3-16,-4 5-6 15,3-3-2-15,2 0-3 0,-5 2-5 0,0-2-2 16,0 0-4-16,1 1-2 0,2 2-4 0,-3-3-11 16,2 1-29-16,-5 2-13 0,0-4-28 15,0 4-21-15,0 0-12 0,-8-1-8 0,-2 1-61 16,1 0-308-16,-5 1 21 0</inkml:trace>
  <inkml:trace contextRef="#ctx0" brushRef="#br0" timeOffset="61862.54">16166 8440 1265 0,'-6'-14'-47'0,"-8"7"11"0,-2 0 8 0,-8 2 6 0,-6 5 7 0,-6 0 18 0,-11 8 4 0,-10 3 3 16,1 6 1-16,-4 0 8 0,-3 5-3 15,9-3 2-15,4 2 7 0,10-8-11 16,3 2-5-16,7-3 0 0,4-2 0 16,2 0 5-16,5 1-3 0,8-4 2 0,5 3-5 15,6 2 2-15,6-2 5 0,8 5-6 16,2-2 2-16,8 3 0 0,2 1-5 16,4 0 5-16,-3-1-5 0,-1 2-2 0,-2 3-3 15,-1-4 12-15,-6 1 18 0,-1 1 13 0,-6 2 5 16,-6-1 4-16,0 0 5 0,-4 0-5 15,-8-1-1-15,2-1-4 16,-1 0-4-16,-6-4-4 0,3 2 0 0,0-7-4 0,0 2-5 16,3-1-8-16,-3-3-20 0,4 1-33 15,-5-6-26-15,8 1-22 0,0-3-15 0,3 0-27 16,3-9-117-16,4 5-240 16,0-6 17-16</inkml:trace>
  <inkml:trace contextRef="#ctx0" brushRef="#br0" timeOffset="62027.92">16283 8507 1246 0,'3'8'-16'0,"1"7"9"0,-4 2 25 15,-4 5 13-15,1 6 12 0,-8 1 15 16,2 5 5-16,-4-1 0 0,-4-1-6 0,4-2-7 16,-4 0-5-16,4-5-2 0,-1-3-21 15,4-3-39-15,4 2-41 0,-2-3-30 0,2-7-76 16,9 0-309-16,0-4 21 0</inkml:trace>
  <inkml:trace contextRef="#ctx0" brushRef="#br0" timeOffset="62523.87">16310 8537 1252 0,'-11'-15'-36'0,"-2"3"16"0,4 3 11 0,-5 2 5 16,1 3 5-16,2-1 7 0,-2 2-5 15,4 1-5-15,1-2 5 0,8 3 0 0,0 1 5 16,0 0-5-16,27 5-3 0,-7-3-1 15,7 1 7-15,3-3-5 0,0 0 2 16,0 2-1-16,3 1-5 0,-6-3 6 16,-4 3 1-16,-3 1-5 0,1 6 18 0,-12 2 9 15,1 6 8-15,-10 2 9 0,-7 3-2 16,1 4 1-16,-8 1-7 0,1-1-6 0,0-2-2 16,3-5-5-16,0-2-2 0,0 1-3 15,6-3-1-15,1-7 0 0,3 4-4 0,3-2 1 16,4-4-2-16,0 0 1 0,-1-2-1 15,4-2-1-15,4-3 0 0,-4-3-6 16,0 1 3-16,3-1 13 0,-6-3 14 0,2-1 13 16,2 3 9-16,-1-1 8 0,-4 2 9 15,2-3 1-15,-2 5 0 0,-3-2-4 0,4 0-7 16,-4 2-8-16,3-2-4 0,-6 3-5 16,8 4-7-16,-5 7 5 0,0 3 15 15,0 10 9-15,-3 2 4 0,4 10 4 16,-8 2 3-16,1 9-5 0,-3 0-5 0,-5 3-5 15,1-2-6-15,-2-1 1 0,-6 3 7 16,1 0-8-16,-2-6-1 0,-5 5 0 0,1-6-8 16,0-1-6-16,0-8-6 0,-4 2 0 15,0-9-7-15,7-4-21 0,-6-6-27 0,6-4-27 16,-1-5-30-16,2-7-35 0,-1-5-37 16,2-6-27-16,5-5-15 0,4-6-10 15,1-4-3-15,2-4-29 0,6-4-110 0,3-5-305 16,5 4-143-16</inkml:trace>
  <inkml:trace contextRef="#ctx0" brushRef="#br0" timeOffset="62993.57">16500 8725 1678 0,'22'-24'-73'0,"-5"8"17"0,-4 3 4 0,-2 3 24 0,-1 3 22 0,-4-1 12 0,2 5 9 0,-2 3 20 16,-3 0 19-16,4 6 7 0,-4-1 5 15,0 5-4-15,0 1-1 0,2 3-6 0,-2-3-6 16,-3 3-3-16,3-3-5 0,-3 3-6 15,3-4-3-15,1-3-5 0,-1 4-2 0,3-7-2 16,-3 4-2-16,5-6 0 16,-2 1-1-16,4-3 1 0,-4 0-6 0,5-5-1 0,-4 1-1 15,-1-3 1-15,0 3 0 0,2-1 1 16,-2-4 7-16,1 5 3 0,-4 0-1 0,0-2 1 16,0 1 2-16,5-1-6 0,-5 2-4 15,-3 1-4-15,7 2-4 0,-4-2 4 16,-3 0-6-16,6 1-3 0,-6 2 0 15,7-3 3-15,-3 3 2 0,2 0-7 16,4 3 0-16,-3-3 3 0,-1-3-2 0,5 3-2 16,-2 0 1-16,1-2 1 0,-3 2 3 15,3-5-3-15,-3 2 1 0,3 0 1 0,-3-1 0 16,-1-1-3-16,1 0 3 0,-1-3 1 16,2 4 4-16,-5-2 5 0,3-1 15 0,-3 2 2 15,1 2 0-15,-1-1 0 0,0 1-4 16,0 0-1-16,2 1-7 0,-2 2 0 0,-3 0-1 15,6 8-3-15,-6-1 2 0,3 0-1 16,1 5-4-16,-4-1-1 0,3-1-25 16,0 0-38-16,0 0-38 0,-3-1-42 15,5-2-31-15,-2 4-18 0,0-4-51 0,0-1-101 16,-3-1-266-16,0-3-97 0</inkml:trace>
  <inkml:trace contextRef="#ctx0" brushRef="#br0" timeOffset="63102.27">16919 8632 1519 0,'-13'-32'-68'0,"0"1"26"16,6 9 16-16,-3 1 26 0,4 5 16 0,2 0 1 0,-3 4 2 0,4 2-2 0,0-2-7 0,-1 2-2 16,4 3-6-16,-3 1-29 0,6 1-20 0,-3 3-24 15,7 2-56-15,0 2-138 16,0 1-53-16,2 2 165 0</inkml:trace>
  <inkml:trace contextRef="#ctx0" brushRef="#br0" timeOffset="63908.78">17060 8501 876 0,'6'9'0'0,"-3"3"21"16,4 1 10-16,0 7 14 0,0 0 6 16,-4-1 4-16,0 5 7 0,3-5-2 0,-2 1-5 15,3-2-3-15,-4 1-3 0,1-3 3 16,-1-4 3-16,0 1 9 0,-3-4 12 16,3 2 18-16,1-4 13 0,-1 0 1 0,-3-4-5 15,0-3-5-15,0 0-5 0,0-12-7 16,-3 2 2-16,-1-8-14 0,1-2-5 15,3-10-7-15,-3-2-4 0,0-11-7 0,3 1-6 16,0-8-4-16,0-3-7 0,3 3-2 16,7 0-7-16,-3 3 4 0,3 1-11 15,3 12-3-15,-3 0-1 0,3 5-9 0,0 1-15 16,-2 9-5-16,-2 4-2 0,1 6-1 16,-3 9-5-16,-3 4-21 0,-1 6-13 15,-6 5-3-15,-1 6 6 0,-9 8 4 0,3 1 3 16,-7 0 6-16,4-1 5 0,-4 2 5 15,1-1-2-15,2-3 5 0,1-2 2 0,3 0 3 16,3-2 4-16,7-6 0 0,4-2 4 16,2 3 3-16,4-5 2 0,0-1 3 15,4-5-2-15,-1-1 0 0,0-2 0 0,0-1 2 16,-3-2 5-16,4 3 2 0,-1-4 2 16,-3 2 3-16,0-2 3 0,0 3 4 15,1-3 6-15,-2 2-7 0,-6 1 0 0,7 0 0 16,-7-3-3-16,5 1-2 0,-2 2 4 0,-3 1-3 15,1 2-23-15,-1-1-28 0,0 1-25 16,0-2-25-16,2 0-10 0,-2 2-5 16,-3-1 0-16,3 1 6 0,0-5 4 0,-3 5 11 15,0-6 4-15,0 0 11 0,0 0 10 16,0 0 3-16,0 0 12 0,0-10 6 16,0 5 6-16,0-5 0 0,3 0 8 0,1 0-2 15,5-2 5-15,5-5 0 0,-4 6 4 16,7-4 1-16,-1 2 5 0,1-2-3 15,-1 5 7-15,-2 3-4 0,-4-4 6 0,4 7-1 16,-4 1 10-16,-1 3 3 16,-2 0 10-16,0 6 11 0,-4 1 2 0,-3 3 6 0,0 2-16 15,0 1 2-15,0-1-1 0,0 1-3 16,-3-1 1-16,3 1-4 0,3-1 2 16,-3-2 7-16,4 2-14 0,-1-5 4 0,3 4 1 15,-2-4 3-15,-1 0-10 0,4-3 3 16,0-2 4-16,-1 1-4 0,1-3 2 0,-1 0-8 15,5-3 14-15,-5 1-5 16,1-3-1-16,-1 2 4 0,1-1 12 0,0-2 3 0,-1 1 3 16,-2 3-4-1,2-3 0-15,-2 2 1 0,-1-1-1 0,1 1-3 0,2-2-3 16,-3 2-4-16,1 1-1 0,-1-3-2 16,0 2-1-16,1 0-7 0,3-1-33 0,-4 1-17 15,3-2-14-15,1 3-8 0,-1-2-14 16,5 0-20-16,-5 1-34 0,1 2-197 15,4-2 155-15</inkml:trace>
  <inkml:trace contextRef="#ctx0" brushRef="#br0" timeOffset="64098.24">17790 8500 872 0,'3'0'-16'0,"0"1"14"0,-3-1 9 0,4 4 0 0,-1-2 4 0,-3-2 5 0,3 0 3 0,-3 3-3 0,0-3 1 16,6 0-1-16,-6 0-8 0,8 2 3 0,-2-4-3 15,1-1-4-15,2 1-14 0,5-3-3 16,-1 2 5-16,4 0-5 0,3 2 7 0,-3-2-6 15,3 0 5-15,0 3-3 0,0 0 0 16,0 0 8-16,0 0-4 0,0 0-3 16,-4 0 4-16,1 3-1 0,-1-3 2 0,1 0-24 15,-4 3-34-15,1-6-76 0,-1 3-82 16,1 0 75-16</inkml:trace>
  <inkml:trace contextRef="#ctx0" brushRef="#br0" timeOffset="117129.2">12490 4162 959 0,'-20'9'65'0,"2"-1"14"0,2-5-3 15,6 0-2-15,-3-6-3 0,3 0-12 0,-1-5-15 0,2-3-2 0,6-7 0 0,-1-7 3 0,4-7-4 16,10-13-2-16,7-13-6 0,16-24-6 0,7-5-3 0,10 1-3 15,10-3-3-15,10 3-2 0,6 4-6 16,14 1 3-16,8 6-4 0,8 6 0 0,8 3-3 16,6 4-1-16,-1 8 3 15,1 5-1-15,0 5-6 0,-9 3-4 0,-8 4 0 16,-20 12-14-16,-10 3-3 16,-13 4-2-16,-3 4 3 0,0 1-1 0,-14 1 8 0,-2 1-5 15,-2 4 6-15,-5-3 1 0,-8 2 4 16,1 2 4-16,-4-1 11 0,-3 6 10 0,-3-5 7 15,-4 1 6-15,-3-1-3 0,4 5-4 16,-8-5 2-16,-3 2 0 0,-3-2 1 0,0-2-5 16,-3 4 1-16,0-3 2 0,-4-1 0 15,-3 1 3-15,-3 0-2 0,3-2-2 16,-4 1 1-16,-2 4 6 0,-1-3 2 16,4 1-1-16,2 2-6 0,-1-1 0 0,2-1-4 15,2 5-2-15,2-5-3 0,0 3-11 0,6 1 0 16,0 0-3-16,3-2 2 0,3 4-1 15,5 0 2-15,-1 4 1 0,6-4-1 0,1 2-2 16,0 0-1 0,-1 1 0-16,1 0-3 0,-4-3 1 0,-3 4-9 15,4-1-5-15,-8 1-2 0,1 4-21 0,-7 1-29 0,-4-1-17 16,-2 6-14-16,-4-3-14 0,-7 6-9 16,-3-3-27-16,-6 4-130 0,-4 1-214 15,0-1 6-15</inkml:trace>
  <inkml:trace contextRef="#ctx0" brushRef="#br0" timeOffset="118640.55">15790 1877 1294 0,'-14'-2'-49'0,"1"-2"14"0,-1 3 11 0,1-2 25 0,0-1 7 0,3 1 11 0,0-2 8 0,0 0 2 16,0-6-3-16,3 4-1 0,4-4-3 16,0 4 0-16,3-2 4 0,-4-1-6 0,4 3 3 15,4-4-6-15,-1 4 0 0,0-3-5 16,7 5-4-16,0 0 4 0,7 1 3 15,0 4-5-15,2 4-1 0,1 3 13 0,1 0 7 16,-8 6 1-16,4 5 1 0,-4 1 5 16,-7 5-2-16,-6 2-8 0,-10 6 4 15,-7 10-4-15,-5 0-1 0,-8 5-1 16,-11 1-1-16,-2-2-4 0,-4 0-2 0,1-3-4 16,-1-3 4-16,4-8-3 0,6-4 5 0,1 0 10 15,6-12 17-15,3 5 8 0,3-7 7 16,8 1 4-16,-1-2 6 0,0-3 8 15,7-5-14-15,4-2-6 0,3-3-6 0,3 0-4 16,13-10-7-16,4 2-7 0,10-2-4 16,-1 3-2-16,14-1-7 0,3 4 1 0,4 1-6 15,-1 3-1-15,5 3 2 0,2 1-3 16,-3 0-1-16,0 4-35 0,-4 2-56 0,-5 1-52 16,2 2-29-16,-10-5-55 0,3 9-226 15,-6-3-182-15,-3 4-119 0</inkml:trace>
  <inkml:trace contextRef="#ctx0" brushRef="#br0" timeOffset="119467.41">17047 1345 1037 0,'3'-18'-3'0,"-3"4"14"0,0 1 29 0,3 2 16 0,-6 2 8 0,3 0-7 0,-8 5-4 0,5 1-8 16,-10 10-7-16,-7 10 0 0,-10 16 4 0,-24 38 18 16,-9 8 3-16,0 10 9 0,3 3-5 15,7 11-8-15,6-3-4 0,7 8-6 16,10-7-4-16,7-1-4 0,13-14 0 0,13-9-7 15,4-4-2-15,19 23-2 0,8 0 0 16,16-6-3-16,7-5-3 0,6-7-26 16,0-6-36-16,4-10-42 0,-10-9-30 0,-11-14-25 15,-10-10-88-15,2-2-328 0,-12-9-53 16</inkml:trace>
  <inkml:trace contextRef="#ctx0" brushRef="#br0" timeOffset="119810.63">17709 1820 1445 0,'0'-38'-51'0,"-3"6"18"0,-3 3 30 0,3 4 23 16,-2 4 14-16,2 1 17 0,-3 4 10 15,2 2 6-15,1-1-1 0,-3 1-8 0,3 3-8 16,-1 6-8-16,0 0-5 0,4 5-3 16,-10 17 1-16,4 4-3 0,-1 12 7 15,0 6 1-15,-3 11 3 0,4 3 6 0,-4 9 1 16,0 1 4-16,0 1 5 0,3-6 0 16,0-4-6-16,1-1-4 0,-1-3-2 15,4-4-5-15,-4-7-4 0,1-2-3 0,2-5-4 16,1-1-5-16,-1-4-46 0,1-4-59 15,0 0-49-15,3-3-36 0,0-8-68 16,3-2-192-16,4 0-125 0,3-8-50 0</inkml:trace>
  <inkml:trace contextRef="#ctx0" brushRef="#br0" timeOffset="120064.37">18059 2164 1436 0,'-10'6'-39'0,"1"-5"18"0,-2 3 6 15,5 1 3-15,-1-3-1 0,-3 4-1 0,3-5 6 16,4 2-1-16,-4 0-4 0,7-2 4 16,0 3-1-16,0-2 11 0,7-2 2 15,0 3-6-15,0-3 14 0,-1-3 25 0,1 3 26 16,-1 0 16-16,2-2 14 0,-5 2 8 16,-3 0 9-16,6-4 8 0,-6 4-2 15,0 0-3-15,0-1-13 0,0 1-13 0,-6-6-7 16,-1 6-12-16,3 0-11 0,-6 3-27 15,4 0-47-15,-4 2-44 0,3 2-57 0,0 0-38 16,1 0-124-16,3 1-360 0,3 1-139 16</inkml:trace>
  <inkml:trace contextRef="#ctx0" brushRef="#br0" timeOffset="120884.86">18522 1760 1617 0,'0'-10'-85'0,"5"-2"20"0,-2-1 22 0,-3 5 34 0,3-2 13 15,-3 3 18-15,0-1 16 0,3-2 0 0,-3 5 1 0,0-1-3 16,0-1-2-16,0 6-6 0,0-2-4 16,0 3 3-16,3 10 12 0,-3 0 7 15,0 6 10-15,4 5 8 0,-4 7 3 0,-4 7-1 16,4 2 0-16,0 6-1 0,-3 4 3 0,-3 1-3 16,3 2-1-16,-5-3-4 0,2-3-5 15,2-1-4-15,-2-2-1 16,0-4 0-16,-2-2-3 0,2 1-7 0,2-4-2 0,-2-7-1 15,3-3-3-15,0 0-2 0,-2-4-4 16,2 0-2-16,0-4 1 0,3 1-3 0,-3-2 1 16,-1-1-1-16,4-2-2 0,0 1 1 15,-3-4-8-15,6 0 2 0,-6 0-20 16,3-3-54-16,0-2-62 0,0-2-43 16,3 0-36-16,-3 0-95 0,7-7-169 0,-1 1-151 15,5-1-112-15</inkml:trace>
  <inkml:trace contextRef="#ctx0" brushRef="#br0" timeOffset="122814.08">20503 1560 1626 0,'-3'-5'-108'0,"0"0"15"0,3 1 13 0,-5 3 9 0,5 1 10 0,0 0 15 0,0 12 15 0,0 1 9 0,0 5 12 0,5 7 14 0,-2 12 19 15,3 2 3-15,-2 4 7 0,-4 10 11 16,3 0 6-16,0-3 4 0,0 1-3 16,-3-8 5-16,3 2-5 0,-3-2-4 0,0-3-5 15,0-4 0-15,-3 3-6 0,3-4-2 16,0-5-2-16,-3-3-4 0,3-2-8 0,0-2-39 15,0-2-39-15,0-3-20 0,3-3-20 16,-3-5-59-16,8 1-308 0,-2-7 27 0</inkml:trace>
  <inkml:trace contextRef="#ctx0" brushRef="#br0" timeOffset="123121.15">20903 2117 1231 0,'-3'0'-28'0,"3"0"8"0,0 0 15 15,-8 0-3-15,8 0 17 0,0 0-5 0,-6 4 6 16,3-4 0-16,0 4 8 0,-1-2-12 16,4-2-3-16,0 3 4 0,0-3-1 15,0 2 2-15,0-2 5 0,7 0 5 0,-1 3 17 16,-3-3 11-16,2 0 15 0,1 0 17 16,-6 0 12-16,0 0 7 0,7 0 8 15,-7 0 1-15,3 0-2 0,-3 0-4 0,0 0-10 16,0 0-4-16,0-5-8 0,0 5-10 15,0-3-7-15,0 3-6 0,0 0-9 0,0 0-4 16,0 0-2-16,-3-6-8 16,3 6-1-16,0 0-10 0,0 0-19 0,0 0-26 15,-4 9-35-15,1-7-34 0,0 1-32 16,0 1-15-16,-2 2-20 0,5-5-28 0,-3 3-121 16,3-2-255-16,0 3-66 0</inkml:trace>
  <inkml:trace contextRef="#ctx0" brushRef="#br0" timeOffset="123793.75">21420 1892 1450 0,'0'-10'-58'0,"3"-2"22"0,0 2 21 16,-3 0 14-16,0-2 11 0,0 1 18 15,0 1 12-15,0 0 12 0,0-1 6 0,0 4 4 16,0 0-2-16,0 2 1 0,0-2-7 15,-3 1-8-15,6 5-6 0,-6-2-5 16,3 0 2-16,0 3-6 0,-3 14 2 0,6 0-1 16,-6 8-2-16,3 3-1 0,-4 7-3 15,1 6 0-15,3 2-2 0,0 6 1 16,0-4 0-16,3 3 2 0,1 1 0 16,-1 3-1-16,-3-6-1 0,3-4-2 0,1 1 2 15,-4-5-2-15,6 1 5 0,-6-3 4 16,3-4 2-16,-3-2 1 0,4-2-3 15,-4-6 1-15,3 2-3 0,-3-3-1 0,0-3 2 16,0-2 1-16,3 1 0 0,-3-2-1 16,0-1 5-16,4-1-1 0,-4 0 1 0,3-3-1 15,-3 1-2-15,0-4-2 0,0 2-6 0,4-6-1 16,-4 1-4-16,0-1-4 0,0 0-3 16,0 0-3-16,0 0 3 0,0 0-7 15,0 0-3-15,0 0-1 0,0 0-1 0,0 0-2 16,0 0-6-16,0 0 4 0,0 4-4 15,0-4 5-15,0 0 0 0,-7 0-1 16,7 0-1-16,0 2 1 0,0-2-4 0,0 0 2 16,0 0-2-16,3 2 6 0,-3 1-1 15,4 3 1-15,-1-2-1 0,3-1 3 16,1 4-2-16,3-2 1 0,-3 1-1 16,3-5 2-16,0 5-3 0,3-6 4 15,-3 1 2-15,7-2-1 0,-4-2 1 0,7-1-3 0,1-7 1 16,1 1-2-16,-1-5 2 0,5-2-4 15,-2-5 3-15,2-6 1 0,-3-5-1 16,1-2 0-16,-1-5-2 0,-3-5 1 16,-6-2-1-16,-1-9 0 0,-3-6 1 0,-3 5-2 15,-7-1 1-15,-4-2 1 0,-6-2 1 16,-3-1-1-16,-4 13 2 0,1 4-5 0,-8 5-2 16,-3 6 0-16,0 11-1 0,-6 13-6 15,0 3-10-15,-4 11-45 0,-5 6-50 16,-6 12-43-16,5 7-32 0,0 1-72 0,9 4-189 15,1 5-143-15,13-1-95 0</inkml:trace>
  <inkml:trace contextRef="#ctx0" brushRef="#br0" timeOffset="124061.63">22396 1964 1580 0,'-3'-7'-19'0,"3"2"21"0,-4-1 4 0,4 2-7 0,-3 1-1 0,3 2 0 0,0 1-4 16,0 0 13-16,3 8 13 0,4 6 15 0,4 3-1 15,-2 6 2-15,4 4 3 0,8 6-8 16,-1 2 4-16,2 5-5 0,5-4-2 15,-6 3-5-15,2 1-38 0,0-1-61 0,-3-1-40 16,-3-5-119-16,-4-1-253 0,0 1 6 16</inkml:trace>
  <inkml:trace contextRef="#ctx0" brushRef="#br0" timeOffset="124235.09">22946 1813 1294 0,'-3'-18'-38'0,"-4"11"12"0,-6 7 18 0,-4 8 7 16,-3 9 14-16,-10 5 0 0,-13 14 4 16,-20 25-2-16,-14 2 1 0,-3 5-6 0,-7-1 1 15,4-1-27-15,-1 1-30 0,14-5-23 16,10-16-97-16,17-4-181 0,7-10 139 16</inkml:trace>
  <inkml:trace contextRef="#ctx0" brushRef="#br0" timeOffset="124727.92">23243 1952 994 0,'-11'-6'36'0,"5"2"4"0,0-3 8 16,2-1 9-16,-2-2 9 0,3 0 7 0,3-5-9 16,3 0 3-16,3-2-3 0,4-4-3 15,7-4-4-15,6 3-3 0,3 0-5 0,-2-2-5 16,6 5-2-16,0 5-10 0,0-3-2 16,-3 9-1-16,-3 2-5 0,-2 4-2 0,-2 4-2 15,-2 8 7-15,-2 3 4 0,-7 7 2 16,-1 5 1-16,-16 7-6 0,2 6 3 15,-10 5-6-15,-8-1 0 0,-3 10-3 0,-6-4 3 16,-3-1-6-16,2-4 1 0,1-8-5 0,6-1 1 16,1-3-2-16,2-6-1 0,8-3 2 15,-1-4-4-15,4-1 4 0,-1-2 8 16,1-3 13-16,7 1 15 0,-2-5 7 0,8-1-1 16,0-1-5-16,8-2-5 0,5-1-4 15,4 2-6-15,-1-3-3 0,7 3-7 0,4 1 0 16,0 1-3-16,-1 2 1 0,7 1-5 15,1 5-2-15,-1-2 0 0,-2 2 2 16,2-1-24-16,-3 4-35 0,-3-3-52 16,-2 1-54-16,2-1-45 0,-6-5-83 0,-1 2-184 15,2-2-159-15,-1 0-114 0</inkml:trace>
  <inkml:trace contextRef="#ctx0" brushRef="#br0" timeOffset="124905.95">23923 1742 1618 0,'-14'-10'-49'0,"4"3"18"0,1 2 11 0,-2-1-1 0,8 2 13 0,0 1 11 16,6-2 8-16,0 5 9 0,8-6-3 0,-2 5 0 0,9-5 0 0,1 5-6 0,5-5 1 15,2 4-20-15,1-1-42 0,0 1-54 16,-8-2-152-16,5 4-145 0,-1 0 87 15</inkml:trace>
  <inkml:trace contextRef="#ctx0" brushRef="#br0" timeOffset="126275.67">18396 3277 1403 0,'-46'5'-75'0,"9"1"17"16,4-5 6-16,9 2 8 0,4 0 13 0,7-2 10 0,-1-1 2 0,5 4 6 0,9-4-3 0,0 0 1 0,26-4 8 0,11 0-4 0,23 0 3 16,36-7 3-16,58-3 0 0,26-3 5 15,40 6-1-15,30-3 9 0,73 3 3 0,21 1 2 16,22-1 7-16,24 1-3 0,20 2-7 15,3 0 4-15,-3-3 6 0,1 1-5 0,2 3-5 16,-17-1 1-16,-22 1 1 16,-24 1-6-16,-27-1 1 0,-73 0 7 0,-23-1-11 0,-24 1 5 15,-29-1 1-15,-27 2 28 0,-41-1 16 16,-26 0 3-16,-13 0-9 0,-24-4-24 0,-10 1-16 16,-6-2-17-16,-18 5-18 0,-9-1-17 15,-6 1-22-15,-10-3-31 0,-22 2-163 16,-5 2-60-16,-20-1 162 0</inkml:trace>
  <inkml:trace contextRef="#ctx0" brushRef="#br0" timeOffset="128114.05">25313 620 1060 0,'13'-10'-39'0,"-3"0"12"0,3-1 6 0,1-1 7 0,-1 2 7 0,0-2 10 0,1 2 7 0,-4 3 7 16,-1-4 6-16,2 1 1 0,-5 6 4 16,1-4 5-16,4 3-9 0,-8 0 1 0,0 2 2 15,-3 3-9-15,0 0-2 0,-14 14 3 16,-2 1-4-16,-4 6 0 15,-7 0-1-15,0 4-1 0,-3 1-3 0,-3 5-2 0,3-5 3 16,-7 3-4-16,4-2 1 0,3-2-3 0,0 0 2 16,6-2 2-16,-1-2-7 0,1 3 6 15,0-2-5-15,1-1-2 0,7-7 3 16,-1 4-2-16,0-6 2 0,4 2 1 0,0-3-1 16,-1-1 5-16,4 0-8 0,0-2 11 15,3 2 24-15,-3-3 15 0,4-2 20 0,-1 1 10 16,4-2 11-16,-4-1-5 15,7-3-7-15,-10-3-6 0,7 0-6 0,0-4-7 16,-1-4-1-16,4 0-6 0,-3-3-2 16,3 0-1-16,0-4-3 0,3 0-5 15,-3 2 0-15,0-1-5 0,0 0-1 0,4 3-2 16,-4 2-4-16,0-1-5 0,0 2-3 16,0 4-6-16,3-2-4 0,-3 4-4 0,0 0 0 15,-3-1 0-15,3 6-1 0,0 0 1 16,-4 11-2-16,4-1-3 0,-3 0 2 0,0 0-1 15,-1-1 1-15,0 4 0 0,1-1 1 16,-3 1-4-16,-1 2 3 0,4-2-2 16,-4-1-2-16,3 1 1 0,1-1 0 0,0-2 0 15,0 1-1-15,0-3 0 0,-1 1 0 16,1 0 1-16,0-3-1 0,0 1 1 16,3 1-1-16,-5-4 0 0,5 2-1 0,-3-1 0 15,3 0 4-15,-3-3-3 0,3 4-3 16,0-5 4-16,0 2-2 0,0 0 0 15,-3 2 1-15,3-5 1 0,0 2-4 16,-3 1 2-16,3-1 0 0,0 1-1 0,0-3-1 16,0 0 0-16,0 4 2 0,0-4-1 15,0 3-3-15,0 0 1 0,0-3 2 0,0 5-1 16,0-3 3-16,0 3 1 0,0 1-2 16,0-2-1-16,0-1 0 0,-4 2 0 0,8 2 2 15,-4-1-2-15,0-2-1 0,0-1 4 16,0 2-3-16,0-3 0 0,3 3 2 15,-3-2-3-15,0 0 2 0,0-2 1 0,3 2 0 16,3-3 4-16,5 0-3 0,8 0 2 16,5-3-2-16,6-1 1 0,7-1-4 15,6-4-31-15,4 2-65 0,13 0-79 16,-10 0-172-16,10 2-139 0,-11-1-96 0,-1 5-81 16</inkml:trace>
  <inkml:trace contextRef="#ctx0" brushRef="#br0" timeOffset="168249.25">26086 2554 308 0,'-3'6'54'0,"0"-3"-6"0,-1 1-3 0,4-1-10 0,-3-2-11 0,3 5-8 0,0-6 2 0,0 2-7 0,0 1-5 0,-4 0-3 0,4 0-10 0,4-2-8 0,-4-1-8 0,0 3-22 0,0-3-83 0,0 0 9 0,7-4 40 0</inkml:trace>
  <inkml:trace contextRef="#ctx0" brushRef="#br0" timeOffset="169727.12">23719 2714 333 0,'-13'3'12'0,"-1"-3"11"0,5 3 4 0,2-3 12 0,1 1 0 0,-2-1 9 0,2 0 4 0,3 4 7 0,0-4-6 0,-1 2-1 0,4-2-6 0,0 2 9 0,0-2-3 0,7 0-5 0,2-4-1 0,9-1-4 0,8 2-8 0,8-7-4 0,9-2-7 0,10-1 6 0,7-2-5 0,16-2-6 0,2-1 0 16,-5 0-5-16,0 0-2 0,-9 7 2 16,-4-3-4-16,-14 3 2 0,-6 1 2 15,0 2-5-15,-10 1 7 0,0-1 0 0,-7 2-5 16,-6 2 5-16,-7 4-8 0,-7 0 2 16,-3 0-1-16,-33 8-5 0,-4-1 3 15,-6 0 8-15,-13 6-10 0,-5-1 7 0,-5 3-6 16,-8-2 1-16,-2-1 1 0,-1 4-3 15,1-1 0-15,12-4 6 0,1 3-4 0,6-4 1 16,11-1-7-16,2 0 10 0,4-2 5 16,10-2-3-16,0-1 4 0,7 2-4 0,-4-2 1 15,8-1-3-15,5 0 0 0,4-2-1 16,4-2 2-16,6 1-2 0,16-10-3 16,7 0 3-16,17-5-1 0,17-6-6 15,12-1 4-15,5-3-4 0,6 3 4 0,-6-2-2 16,-1 5 4-16,-16 5 5 0,-4-3-4 15,-10 6 6-15,-3-3-4 0,-7 7 1 16,-6-3 2-16,0 2-2 0,-7 4-1 0,-4 0-4 16,-5 1 6-16,-11 6-3 0,-11 1 0 15,-5 6-2-15,-17 2-1 0,-8 3 2 0,-8 2 1 16,-8 1-2-16,0 0-3 0,-13 2 3 16,1-2-4-16,-2 1 3 0,-2-1 1 15,13-4-2-15,0 3 1 0,0-3-5 0,6-3 5 16,8-3 0-16,6 3 1 0,0-4-4 15,10-1 3-15,0 1 3 0,7-2 0 0,-1 1-1 16,4-5 2-16,7 2-1 0,2-3 1 16,8-3-3-16,10-1-3 0,13-6-1 15,17-8-1-15,16-1-1 0,20-6 0 0,34-9-2 16,7 0-1-16,2 2 1 0,-3 4 1 16,-2 0-1-16,-28 6 3 0,-17 4-1 15,-12 5 1-15,-10 4-2 0,-5-1 1 0,-2 0-1 16,-10 2 1-16,-1 4-1 0,-10-2-1 15,-8 6 6-15,-8 3-4 0,-14 1 3 0,-13 3-2 16,-13 4 0-16,-10 7 0 0,-10-4 0 16,-6 4 1-16,-7 0-2 0,-5 2 1 15,-1-1 2-15,5-1 0 0,1 2-2 16,13-8 1-16,6 1-4 0,8-2 2 0,7-3 2 16,1 3-1-16,8-4 2 0,3-1 4 15,8 1-7-15,2-5 2 0,7-2-5 0,10-2 2 16,0 2-1-16,27-13 5 0,3 1-3 15,10-2-2-15,13-4 0 0,11-2-2 16,5-3 1-16,1 3-1 0,1 1-2 16,-14 2 2-16,-5 3-24 0,-8 2-41 0,-1 5-31 15,-3-4-23-15,-3 4-25 0,-7 4-93 16,-4-1-224-16,-2 4 29 0</inkml:trace>
  <inkml:trace contextRef="#ctx0" brushRef="#br0" timeOffset="172013.98">24136 2677 1141 0,'0'-6'-73'0,"4"2"13"0,-1-3 14 0,0-1 7 0,0 1 12 0,1 0 8 0,2 1 6 0,-2-1 9 0,-4 2-4 0,3-1 6 0,1 5-3 0,-4-2-2 0,3 0 3 0,-3 3-4 0,3 10 9 0,-3 2 3 0,3 1-1 0,-3 9 4 0,4 2 7 0,-1 5 8 0,4 8 5 0,0 9 1 0,-1 6-4 0,4 13 3 0,1 6-6 0,-2 1 7 0,7 28 10 0,-2-3-15 0,-1-15 5 0,-2-7 0 0,5 21-7 0,-5-17 7 0,-2-11 4 0,1-4-2 0,1-6 0 0,-2-8-1 0,-2 0-1 0,2-4-9 0,2-8 4 0,-4-6-2 0,2 1-6 15,-6-8-1-15,5-3 1 0,-2-1 3 0,-2 0-2 0,-1-6 5 0,3 3 9 0,-3-6 14 0,1 4 7 0,-4-8 6 0,4 6 0 0,-8-10-5 16,0-1-7-16,1 0-8 0,-6-9-1 16,-5 2-1-16,1-4-8 0,-3-2-2 0,-1-2-6 15,-1-4 3-15,-1 2-5 0,2-1 0 16,-2 3-4-16,1-5 1 0,1 6 3 0,4-3-6 16,1 6-2-16,-2-1 0 0,4 0 0 15,0 2-4-15,0-2-2 0,0 5-2 16,3-1 0-16,0 0-2 0,1 0-6 15,-1 2 7-15,4 3-1 0,0 0 0 0,-1 6 1 16,4-2 1-16,4 4-3 0,-1-1 2 16,0 3 0-16,4 1 0 0,3-1 1 15,-3-2 4-15,2 6-5 0,1-3-1 0,4 3 2 16,-1-3-3-16,1 5 7 0,-1-3-1 16,1-3-3-16,-2 0 1 0,1-1 1 0,-2-2 0 15,-1 2 2-15,-1-1-2 0,2-1 1 16,-5-2 1-16,4 0 2 0,-2 0 6 15,-2-1 0-15,4 2 6 0,-7-5 2 16,3 3 4-16,2 1 1 0,-5-4 1 0,4-1-1 16,-1 0-2-16,0-1-6 0,5 1-2 15,2-5 2-15,-3 0-7 0,4-2 0 16,2-6-6-16,4-2-32 0,7-7-46 0,6-6-54 16,4-5-37-16,-1-13-99 0,8 0-358 0,-4-1-120 15</inkml:trace>
  <inkml:trace contextRef="#ctx0" brushRef="#br0" timeOffset="-184240.51">4933 15582 326 0,'0'0'150'0,"-4"-2"-63"0,4 2-26 0,0 0-14 0,-3-6-12 0,3 6 2 0,0 0-4 0,0 0-8 0,0 0 4 0,0 0 1 15,7 8 0-15,-7 0 0 0,3 0 2 0,-3-1-2 16,3 3-3-16,-3-1-3 0,3 7 4 16,-3 0-4-16,-3 2-2 0,3-2-6 15,0 9-5-15,0-3 6 0,0-3-5 0,0-1 1 16,0 6 1-16,3-6-4 0,-3 3 2 15,-3-3-8-15,6-6 9 0,-3 2-12 16,0 3 3-16,0-9 5 0,0 3 2 0,0 2-1 16,0-3-11-16,0-1 5 0,0-2 1 15,0 2 4-15,0-1-7 0,0-1 0 16,0 0 0-16,0-2-2 0,5 2-20 0,-10-1-6 16,10-5-25-16,-10 5-97 0,5-3-207 15,0-3 132-15</inkml:trace>
  <inkml:trace contextRef="#ctx0" brushRef="#br0" timeOffset="-183593.35">5176 15673 931 0,'0'-8'-12'0,"0"8"6"0,0 0 5 0,0 0 5 0,0-9 1 0,0 9 9 0,-3-1 0 0,3-5 5 0,0 6 7 16,0 0-10-16,0-1 3 0,0 1 2 0,0 0-3 16,0-7-3-16,0 7 1 0,0 0-5 15,0 0 1-15,0 0 2 0,0 0-5 16,0 0 6-16,-7 8-8 0,7-8 6 15,0 6 8-15,4-5-8 0,-4 8 8 0,0-1 1 16,-4-7-8-16,4 6 4 0,0 3 1 16,0 4-4-16,0-4-4 0,0-1 0 0,0 4 1 15,0-1 1-15,0-5 1 0,0 11-2 16,4-11-2-16,-4 10-2 0,3-3 0 0,0-2 2 16,-3 1-4-16,3-1 0 0,-3-5-2 15,4 11 2-15,-4-5-4 0,0-1 0 16,3 4 12-16,-3-7-13 0,4 7 3 0,-4-7-3 15,0 7 0-15,3-7 5 0,-3 7-2 16,0-7-4-16,0-2 4 0,0 4-8 0,0-4 12 16,3 0-3-16,-6 2-1 0,6 0-1 15,-6-3 0-15,6-5 0 0,-3 8-1 0,0-7 7 16,0 5-5-16,0-7-5 0,0 6 1 16,0-5-4-16,0 5 6 0,4-3-21 0,-4-3-11 15,0 0-23-15,0 0-43 0,0 0-161 16,6-9-108-16,-3 8 122 0</inkml:trace>
  <inkml:trace contextRef="#ctx0" brushRef="#br0" timeOffset="-181590.34">5446 15690 968 0,'0'0'-18'0,"0"0"6"0,0-3 4 0,0-3 1 0,0 6 5 0,0 0 0 0,-3 0 6 0,3 0-6 0,0 0 3 0,0-7 0 0,0 7 1 15,0 0 7-15,0 0-6 0,0 0-2 16,0 0-1-16,-6 0 7 16,6 0-1-16,0 0-5 0,0 0 1 0,0 0 4 15,-8 7-5-15,5-7 6 0,3 6-9 16,-3-3 4-16,-4 5-4 0,4-7 6 0,0 6 1 0,0-1-4 16,-5-2 2-16,5 4 2 0,-4-1-6 15,4 2 10-15,0-1-7 0,-3-1 3 0,1 3-4 16,2-2 0-16,0-1 5 0,-4 3-3 15,4-1 0-15,-3-2 3 0,3 2-2 16,-2 0 7-16,2 7-11 0,-3-7 0 0,2-2 0 16,1 4 5-16,3-4-2 0,-3 6 1 15,0-8-2-15,3 2 2 0,-3 0 1 16,3 2-3-16,0 0-2 0,0-2 3 0,0 2-5 16,0-7 4-16,0 5 5 0,3 0-6 15,-3 2 3-15,0-1 1 0,0-7-9 0,3 6 14 16,-3 2-12-16,3-1-2 0,-3-7 4 15,3 6-3-15,-3-1 8 0,4-3-4 0,-4 5 0 16,3-7-4-16,0 6 3 0,0-7 6 16,-3 9-3-16,5-7-1 0,-2 5-3 15,-3-1 3-15,3-5 6 0,0-1-10 0,-3 9 1 16,3-9 1-16,-3 8-3 16,4-7 7-16,-4 5-3 0,3-5 0 0,0-1-1 0,-3 6 3 15,0-3-7-15,3-1 2 0,-3-2 3 16,5 7 1-16,-5-7-1 0,3 0-1 15,-3 6-2-15,3-6 6 0,-3 1-9 16,3-1 9-16,-3 0-5 0,0 6 3 0,3-3 5 16,-3-3-10-16,4 0 1 0,-4 0 1 15,0 0 4-15,3 2-3 0,0 4-2 0,-3-6 0 16,3 0 0-16,-3 1 2 0,5-1 6 16,-5 0-4-16,0 0-4 0,3 0-4 15,-3 6 5-15,0-6 4 0,6 0-1 0,-6 0 0 16,0 0-4-16,0 0 2 0,4 0 9 15,-1-6-7-15,-3 6 3 0,0 0 1 0,3 0-3 16,0 0 4-16,-3 0-1 16,3-7 10-16,2 5-8 0,-5 2 3 0,3-3-4 15,0-3 0-15,0 5 1 0,-3-5-1 0,7-1 4 16,-7 5 3-16,3-7-12 0,0 2 5 16,-3 0 1-16,3 2-3 0,1-2-3 15,0-6 3-15,-1 8 1 0,0-8-1 0,-3 4 9 16,4 0-4-16,-1-5-3 0,0 3 0 15,-3 4 1-15,3-5 1 0,0-1-1 0,-3 4 4 16,0-7-3-16,0 4 4 0,0-1 6 16,0 1 0-16,0-1 1 0,0 1-2 15,0-1-2-15,0 1-3 0,-3-1 1 0,3 4 5 16,0-1-3-16,0-4-3 0,0 4-1 0,-3 3-3 16,3-1 0-16,-3-2-3 0,3 3 2 15,0-1-5-15,0 4 7 0,-3-2 0 16,3-1-6-16,0-1 7 0,0 7-6 0,-4-8 1 15,4 8-1-15,-3-5 0 0,3-2-2 16,0 7 0-16,-3-2 0 0,3-3 3 0,0 5-4 16,-4-5 0-16,0 5 0 0,4-6 0 15,0 6-5-15,0 1 0 0,0-3 2 16,-3-3-4-16,0 5-6 0,3-5-7 0,-3 5-9 16,0-6-9-16,3 6-7 0,-4-2-1 15,1-3-11-15,0 6 0 0,0-1-8 16,3-5-45-16,-5 6-78 0,2-1-156 0,0-6 144 15</inkml:trace>
  <inkml:trace contextRef="#ctx0" brushRef="#br0" timeOffset="-152162.79">15616 1105 259 0,'7'-5'83'0,"-4"0"-46"0,0 2-12 0,1 0-10 0,-1 2-8 0,1-5-5 0,-4 6-2 0,0 0 3 0,0 0-6 0,3 7 3 16,-3 0 1-16,-3 2-4 0,3 0 2 15,-4 4 2-15,1-1-4 0,-1 1 1 0,1-1 0 16,0 4-1-16,3-1 6 0,-7 0 0 16,7-4 2-16,-3 6 0 0,3-5-2 15,0 2-1-15,-3-3 0 0,3 2 3 16,0-5-1-16,3 3 3 0,-6-5-1 0,6 2 6 16,-3 1 3-16,6-1 1 15,-2-4 6-15,2 0 6 0,5 0-1 0,2-4 4 0,4 0 0 16,-1-5 9-16,1 2 2 15,-1-1 4-15,-2-4 5 0,5-1-3 0,-2 1-8 16,1-5 1-16,-2 1-4 0,-2-6-4 16,-2 3-6-16,1-2-1 0,1-4 2 0,-4 4-2 15,1-1 4-15,-2 0-4 0,-2 4 0 16,2-4-1-16,-1 6 6 0,-5-1-14 0,4 2 3 16,-4 3-9-16,3 0-2 0,-3 3-2 15,1 5 7-15,3 2-9 0,0 3 1 16,-1 5-1-16,0 8-2 0,2-1 6 0,2 2-7 15,-4 6 14-15,1-1-8 0,-4 2-1 0,7 10-5 16,-3 2 4-16,-1 6 2 0,4 6-43 16,1-1-58-16,-5 5-278 0,4-1 57 15,-3-2 170-15</inkml:trace>
  <inkml:trace contextRef="#ctx0" brushRef="#br0" timeOffset="-148209.65">18793 2067 350 0,'-4'-3'56'0,"4"-1"-10"0,-3-1-21 0,3 0-1 0,-3 1-11 0,3 0 9 0,0 1-4 0,0-1-2 0,0 1 0 16,0 1 4-16,-3-1-7 0,3 3-6 0,0 0 2 15,0-6-5-15,-4 6-1 0,4 0-1 16,0 0-3-16,0 0 2 0,0 0-2 0,0 9 6 16,0-4-1-16,4 5-1 0,-1-3 3 15,0 4-6-15,4 1 2 0,-1 1-2 16,2-1-1-16,1 2 5 0,-2 2 1 0,7 0-2 16,-5 1 2-16,-2 0-7 0,2-2 6 15,-1 3-2-15,1-2 3 0,1 1-3 0,-2 0-14 16,-5-3-16-16,3 1-45 0,-3-3-124 15,1 1 67-15</inkml:trace>
  <inkml:trace contextRef="#ctx0" brushRef="#br0" timeOffset="-147904.28">19009 1970 514 0,'0'-6'-7'0,"0"2"0"0,0-1 4 0,0 0-2 15,0 1 1-15,0 0 0 0,0 4-3 0,0 0 1 16,-13 10 2-16,7 1 0 0,-8 6 0 0,-2 5 2 16,-4 6 0-16,-4-1 0 0,0 5 3 15,-1 0-3-15,-2 4 3 0,-3-4 0 16,3 0 2-16,7-3-1 0,-4-2-1 0,5-2 0 15,-2 0 2-15,2-6-1 0,5 2-2 16,1-6 3-16,-1-1 7 0,5 3-7 16,-1-9 5-16,-1 3-5 0,5-1-6 0,-1-6-54 15,1 2-91-15,3-4 51 0</inkml:trace>
  <inkml:trace contextRef="#ctx0" brushRef="#br0" timeOffset="-147244.95">19123 1820 366 0,'0'-3'-16'15,"0"0"9"-15,0 3-1 0,0 0 8 0,0 0 1 0,3-1 1 0,-3-2-1 0,0 3 2 0,0-3 3 0,0 3 1 0,0 0-3 16,3-2 2-16,-3-1 2 0,0 3-3 0,4-2 1 16,-4 2 1-16,0-4 3 0,0 4 0 15,0-1-2-15,0 1-1 0,0 0 1 0,0 0-3 16,-4-3 1-16,4 3-4 0,0 0 1 16,0 0-1-16,0 0 1 0,0 0-1 15,0 13 0-15,-3-5 1 0,3 4-1 0,0 5 0 16,0 1 2-16,0 2-1 0,0 2 1 15,0 3-1-15,0-2 1 0,3 2-2 16,-6 0 2-16,6 0 0 0,-3 0 1 16,0 0-3-16,0 0 5 0,0-5-5 0,4-1 3 15,-4-1-5-15,0-4 7 0,0 3-2 16,0-3 0-16,0-3 4 0,3 1 4 0,-3-2 8 16,0 0 12-16,0-1-2 0,0 0 2 15,0-2-2-15,3 0 1 0,-3-2-1 0,0 1-3 16,0 1 2-16,0-6-2 15,0 5-3-15,0-4-2 0,-3 4-4 0,3-3 3 16,3-2-11-16,-3 2-2 0,0-3-2 16,0 0-2-16,0 0-4 0,0 0-7 0,0 0-14 15,0 0 4-15,0 0-6 0,-3-7-4 16,3 7-6-16,-3-6-9 0,3 2-13 0,-4-4-79 16,11 1-80-16,-10-1 73 0</inkml:trace>
  <inkml:trace contextRef="#ctx0" brushRef="#br0" timeOffset="-146675.02">19133 1989 594 0,'0'-7'-4'0,"0"0"9"0,0-1-1 0,0 1 5 0,-4-1 2 0,4 2 4 0,0-1 5 15,0 0 4-15,0 0-2 0,0-1-5 0,4-2 4 16,-1-1-6-16,0 3-1 0,4-3 4 16,0-2-10-16,6 1-1 0,1 2 3 15,-1 3-6-15,1-3 5 0,-2 5-4 0,6-1-2 16,-6 5 4-16,6-2-5 0,-6 6 1 15,6 1 3-15,-2 4-5 0,-2 2 3 0,2 1 1 16,-2 3 4-16,-1 1-8 0,-1-1 5 16,2 4-1-16,-7 0-2 0,2-1-3 15,-1 4 2-15,-2-4 2 0,-2 3 10 0,-4 0-15 16,3-1 9-16,-6 5 7 0,-4-2-15 16,0 0 7-16,-6 1-5 0,0-1 3 15,-1-3 5-15,1 6-5 0,-1-7-4 0,-2 0 9 16,5-4-10-16,-2 4-2 0,4-5 9 15,-2-2-5-15,1 1 0 0,4-2 3 16,0-3-5-16,-2 3 4 0,5-2-1 16,-4-1-5-16,4 1 6 0,-3-4-9 0,3 2 4 15,3-2 2-15,-8 2 1 0,5-1 2 16,3-1-1-16,-3 2-5 0,3-2 10 0,0 2-3 16,3-1 2-16,8-1-1 0,-2 2 4 15,4-2-4-15,11 3 3 0,2-1-1 16,1-1 8-16,3-2-12 0,0 1-4 0,0-1-6 15,-3 1-5-15,0 0-16 0,-4-2-2 0,0 0-16 16,-3-4-27-16,-3 0-155 0,3-3 5 16,-4-1 75-16</inkml:trace>
  <inkml:trace contextRef="#ctx0" brushRef="#br0" timeOffset="-146427.59">19273 1546 590 0,'-14'-4'-14'0,"4"0"6"0,4-2-1 0,3 1 7 0,-5 3 7 0,5-2 3 0,0 3 1 0,3-5-2 16,3 5 2-16,5-5-3 0,1 4-4 15,7-3 1-15,8 5-1 0,-1-4 3 0,4 3 1 16,3-2-4-16,-3 3 5 0,3-3-12 15,0 3-7-15,-7-1-8 0,0 1-9 16,1-3-7-16,-8 0-30 0,1 1-91 0,0-7 53 16</inkml:trace>
  <inkml:trace contextRef="#ctx0" brushRef="#br0" timeOffset="-146244.47">19646 1385 420 0,'3'-14'-7'0,"-3"3"4"16,0 1 2-16,4-2 4 0,-4-5 5 15,0 9 2-15,0-5 0 0,3 2 3 16,-3 4-1-16,0 0-3 0,3-1-2 0,-3 4 7 15,0 1-11-15,0 3 3 0,0 0 0 0,8 15 4 16,-2-5-2-16,-3 5 0 16,0 5 1-16,4 5 1 0,-4 1-2 0,5-1 1 15,-5 9 1-15,3 0-4 0,-2 2 0 16,-1-1-2-16,0 0-1 0,0 2-7 0,-3-5-23 16,0-1-99-16,0-5-25 0,3 3 51 15</inkml:trace>
  <inkml:trace contextRef="#ctx0" brushRef="#br0" timeOffset="-145901.46">19710 2127 417 0,'-7'0'2'16,"4"0"5"-16,3 0 9 0,0 0 9 0,-8 0 2 15,8 0-1-15,0 0 0 0,0 0-2 16,21-6-5-16,-4 5 4 0,-1-5 1 0,11 5-3 15,3-7-1-15,3 3-5 0,7-3 1 16,0 1 2-16,3-3-11 0,-3 2-1 16,1 1 7-16,-5 2-8 0,-2-4-20 0,-8 5-34 15,-2-3-132-15,-5-1 6 0,-5 2 60 16</inkml:trace>
  <inkml:trace contextRef="#ctx0" brushRef="#br0" timeOffset="-145676.08">19986 1813 483 0,'-6'-11'-1'0,"-1"4"11"0,0 0 8 0,0 1 0 16,4 1 2-16,0-1 1 0,0 2-2 0,-1 4-8 15,1 0 0-15,-1 4 7 0,1 7-3 16,0 2 1-16,-1 6-1 0,1 2-2 16,0 4 3-16,0 3 0 0,3 1 0 0,0 4-5 15,0 5 2-15,0-5 0 0,0 6-1 16,6-4-3-16,-3 2 3 0,1-2-3 15,2 0-5-15,5 1 8 0,-5-4-1 0,4-2-16 16,1-1-28-16,-8-6-72 0,6-4-133 16,-2-1 81-16</inkml:trace>
  <inkml:trace contextRef="#ctx0" brushRef="#br0" timeOffset="-144881.45">24747 1388 620 0,'-11'0'-21'0,"8"-3"14"0,-10 3 5 0,5 0 9 0,2-3 6 0,-1 1 1 0,1-1 8 0,0 3 4 0,-2-2-6 0,2-2 5 16,2 3 4-16,-2 1-6 0,3-3 0 16,0 0 5-16,-2 3-11 0,2-1 1 15,3 1 4-15,-3-3 0 0,3 3-9 0,6-5-2 16,5 0 3-16,5 1-6 15,8 0-5-15,6-3 3 0,-3 2 1 0,6 0 0 16,6 0-1-16,2-1-1 0,-1-1-3 16,-7 2 5-16,0-1-2 0,1 5-4 0,-8-5-1 15,-2 5-6-15,0-2-16 0,-8 0-13 16,-2 3-16-16,-8-2-40 0,-6-1-178 0,0 3 213 16</inkml:trace>
  <inkml:trace contextRef="#ctx0" brushRef="#br0" timeOffset="-141927.55">5183 16537 632 0,'-7'-6'59'0,"4"6"-24"0,3 0-16 0,-7 0-8 0,1 0 6 0,6 0-9 0,-11 0-3 0,5 6 7 0,3-6-2 0,-4 0-2 16,0 0 0-16,3 0-4 0,-2 3 3 16,0-3 3-16,-1 0-3 0,4 0 2 15,-5 0 7-15,2 0-4 0,0 0-2 0,-4 0 1 16,7 0-4-16,-8 0 0 0,5 0 10 15,-1 2-10-15,1-2 5 0,-2 0-5 0,2 0-4 16,-4 0 8-16,7 0-3 0,-5 0 1 16,-1 0-9-16,5 0-2 0,-2 0 7 15,0 0 2-15,1 0-3 0,-1 0-5 0,6 0 4 16,-7 0 2-16,1 0-3 0,3 0-1 0,3 0 0 16,-8 0 6-16,8 0-5 0,-9 0 1 15,5 0-3-15,-2 0 0 0,3 0 3 16,3 0-7-16,-11 0 1 0,8 0 6 0,3 0-5 15,-10 0 1-15,7 0 2 0,3 0 0 16,-10 0-1-16,3 0 0 0,0 0-6 0,-2 0 2 16,2 0 6-16,-7 0-4 0,5 6-2 15,-5-5-1-15,4-1 7 0,0 6-5 16,4-5 6-16,-5-1 0 0,2 0 0 0,2 6 11 16,0-3-3-16,3-1 1 0,-2-2 4 15,0 0 1-15,2 0 1 0,-2 0-1 16,2 6 6-16,0-6 1 0,4 0-3 0,-6 0 9 15,6 0-13-15,-3 1 6 0,3-1-9 16,0 0-2-16,17 0 11 0,-1 0-3 16,4 6-2-16,4-6 2 0,12 0 10 0,7-6-7 15,11 6-1-15,0 0-6 0,12 0 1 16,-3-1-1-16,7-5 0 0,-3 6-6 0,2-2 2 16,-4-1-3-16,-2-3 1 0,-7 6-5 15,-3 0 5-15,-2-1-1 0,-5-5-4 16,1 6 3-16,-11 0-2 0,-2-1 1 0,-4-5 1 15,-3 6 9-15,-1 0 1 0,-6 0-3 16,0-2 0-16,-3 2-3 0,-1 0-5 16,-5-3 1-16,-1-3-1 0,-4 6-1 15,-3-1-5-15,-6-5-4 0,0 5-8 0,-7-5-4 16,-1 1-8-16,-5-1-8 0,-1 5 0 0,-10-5-7 16,2 5-6-16,-2-5 4 0,-6 4-5 15,-5-7 3-15,-2 9-3 0,-3 0 6 0,-7 0 7 16,4-1-3-16,-4 2 6 0,-1-1 7 15,2 0 4-15,-2 0-1 0,4 0-4 16,1 0 12-16,6 6-3 0,4-3 3 0,2-3 7 16,0 2 0-16,4-2 4 0,5 0-3 15,1 0 10-15,4 0-5 0,-1 0 2 0,5 0 6 16,-1 6-4-16,7-6-1 0,4 1 1 16,9-1 1-16,-3 0-4 0,21 6 14 15,-2-5 1-15,14-1-14 0,5 0 6 16,1 0-4-16,8-1 5 0,3-5-5 0,0 6-4 15,0-1-8-15,0-5-11 0,-1 6-7 0,-5-2-13 16,-1-7-36-16,-2 2-109 0,-8 6-114 16,0-5 186-16</inkml:trace>
  <inkml:trace contextRef="#ctx0" brushRef="#br0" timeOffset="-141235.41">5906 16517 724 0,'4'23'-7'0,"2"-1"4"0,0 3 2 0,2 3-6 0,-2-1 11 0,1 5-2 0,-4 0 0 0,7 2 4 0,-6-1 2 0,2-7 1 0,-2-1 4 0,2 0 0 0,-3 0-3 0,-3-7 0 0,7 5 9 0,-7-8 2 16,3-3-1-16,1 2 16 0,-1-3 0 15,-3 3-2-15,4-3 11 0,-1-4 1 16,-3 4 4-16,0-4-1 0,0-7-5 0,0 7-1 15,3-7-8-15,-3 0 2 0,0 0-8 16,0-9-3-16,-3 0-3 0,6 1-3 0,-6-5 2 16,0-5-5-16,3 6-6 0,-7-12-1 15,3 5 2-15,1-6 2 0,-4 0-2 0,4 3-1 16,-3-1-4-16,2-2 5 0,1 7 2 16,0 0-3-16,-1 4 3 0,1 2-5 15,-1-1 1-15,1 1 0 0,0-1-3 0,0 2-1 16,-1 10-5-16,1-5 1 0,-4 5-4 15,0 1 12-15,1 1-9 0,-1 6-4 0,-3-1 7 16,3-1 0-16,-2 8-3 0,2-3-4 16,-4-2 6-16,2 0-1 0,2 3-2 15,-2 2 0-15,4-6-4 0,-1 4 3 0,0-4 2 16,-1 0-3-16,4-2 3 0,-5 2 4 16,5-1-4-16,0-5 8 0,0-1-1 15,-1 0-2-15,4 0 1 0,0-7-2 0,4 0 3 16,-1-4 0-16,3 3 1 0,2-9 2 15,-5 3 2-15,4 3 4 0,2-5 5 0,-1 0 0 16,-2 7 3-16,1-1-7 0,-1-3-3 16,0 2 1-16,2 4-1 0,-2 6-4 15,4 1-3-15,0 0-1 0,0 1 5 0,6 15-3 16,2-7 0-16,-2 9-3 0,1-4-26 0,3 4-39 16,3-2-40-16,0-7-187 0,-2 4-210 15,2-8-2-15</inkml:trace>
  <inkml:trace contextRef="#ctx0" brushRef="#br0" timeOffset="-133140.71">25063 1360 52 0,'-3'-5'27'0,"6"2"-18"0,-3-3-6 0,3 2 5 0,0 1-1 0,4-1-4 0,-4-1-3 16,0 2 2-16,5 1 0 0,-5-2-4 0,0 0 6 0,4 1 0 0,-7 2 5 0,3-2 7 0,0 3 1 15,-3-3 2-15,0 3 1 0,0 0-5 16,0 0 0-16,-6-5 0 0,-1 5-4 0,-2 0-1 16,-5 3-3-16,1-3 0 15,-4 2-1-15,1 1 1 0,-2 0 0 0,2-2 1 16,-1 2-1-16,0 0-3 0,1-2 3 16,2 3-4-16,1-2 5 0,0 1-1 0,-4-1 2 15,4-2 1-15,6 3 1 0,-9-3 5 16,6 0 10-16,-1 3 2 0,5-3 6 15,-4 0 0-15,7 0 0 0,-5 1-2 0,2-2 3 16,0 2-9-16,2-1 4 0,-2 0-5 16,3 3 0-16,-2-3-5 0,-1 3-7 15,3-3 3-15,3 0-7 16,-7 1 4-16,4 3-8 0,0 1 3 0,-5 0-1 0,2 2-1 16,3 3 3-16,-4 1-9 0,1 3 7 15,3-2-2-15,-5 6-1 0,2-4 1 0,-1 3 2 16,4 0-5-16,-3-2 2 0,-2 0 2 15,5 0-5-15,-4-1 3 0,4 2-5 0,-3-1 3 16,-2-3 5-16,5 1-2 0,0-1-3 16,-4 1 2-16,4-6 0 0,0 4 2 15,0-4 9-15,0 0 7 0,3 1 10 16,-4-4 9-16,4 3-6 0,0-1 6 0,0-3-10 16,0-1 0-16,0-2 0 0,0 0-5 15,0 0 0-15,13-11-6 0,-6 7-7 0,-1-3 2 16,5-1-5-16,-2 2 5 0,9-1-5 15,-2-2-5-15,4-1 1 0,4 0 4 0,-2 2-7 16,5-5 5-16,0 6-6 16,0-4 5-16,-1 4 0 0,-3 0-2 0,1 0-2 15,-4 2-2-15,-4-1-4 0,1 2 4 0,-4-1 0 16,1 2-5-16,-1 3 6 0,-7 3-2 16,5 2-3-16,-5-1 1 0,-2 7 3 0,-4-1 2 15,0 0-4-15,0 2 3 0,-4 2 7 16,1 0-12-16,-3 3 2 0,-5 1 5 15,-2 0-6-15,-4 1 5 16,-2 1-1-16,-8 3 17 0,0-2-23 0,-9 4 5 0,-1 0-4 16,4-1 5-16,0-5-7 0,3-1-13 15,3-4-28-15,3 3-16 0,7-9-27 0,-2 1-105 16,5-7-140-16,7-2 152 0</inkml:trace>
  <inkml:trace contextRef="#ctx0" brushRef="#br0" timeOffset="-132789.56">25366 1277 936 0,'0'-7'-2'0,"-3"0"8"0,3-1 8 0,0 3-3 0,3 0 2 0,-6-1-1 0,3 2-3 0,3 4 1 0,1 0-3 0,2 4 1 0,7 3 1 15,1 7-4-15,2 1 2 0,4 10 7 16,7 10-2-16,3 5 11 0,10 15 15 0,4 20 1 16,-4 5 2-16,-4 2-7 0,-3 6-2 15,-6-1 4-15,-7-12-3 0,-13-7-5 0,-4 2 1 16,-6 2-5-16,-11-3 2 15,-16 23-2-15,-3-9 3 0,-13-2-5 0,-11-6 0 16,0-7-6-16,-10-6-35 0,11-12-41 16,-1-12-54-16,-26 9-188 0,9-14-62 0,8-13 122 15</inkml:trace>
  <inkml:trace contextRef="#ctx0" brushRef="#br0" timeOffset="-117866.55">17826 3104 569 0,'-9'-8'27'0,"1"0"-20"0,-1-1 2 0,-1 1 7 0,-1 1-1 0,1-3-1 0,1 2-5 0,-5 1 3 0,1 0 2 15,2 0 6-15,-2-1 2 0,1 4-8 0,-2-5 1 16,4 5-2-16,0 0 1 0,0 0 1 16,0 1-5-16,0 2-3 0,3-2-4 15,-3 3 2-15,4 0 2 0,-1 3 4 16,3-3-5-16,-2 4 4 0,2-1 1 0,4-2-2 16,-3 3-1-16,0-2-1 0,6 0 2 15,-3 1 4-15,7 0 5 0,-1 1 0 0,8-1 4 16,2 0-7-16,8-3-1 0,6 5 6 15,6-5-3-15,11 2-3 0,10 0-1 0,6 1 0 16,10-3 3-16,8 3-6 16,12 0 1-16,7-2 0 0,6 2 3 0,41 0 2 15,0-2-9-15,6 5-1 0,1-1 2 16,5-2-6-16,9 1 4 0,1-1 1 0,-2 0 1 16,3-2-8-16,0 3 5 0,0-2 8 15,7 0-10-15,-5-2-2 0,5 0 4 16,0 3-3-16,0-6 4 0,-1 3-7 0,4 3 2 15,0-3 0-15,-3 0-7 0,0 0 14 16,-4-3-8-16,-6 3-2 0,-4-2-3 0,-6 0 2 16,-10-3 4-16,-5 5-3 0,-21-6 6 15,-17 2-8-15,-5 1 1 0,1 0 8 0,-7-1-13 16,-3-1 5-16,-3-1 2 0,-14 2 0 16,-2 1 3-16,-5 0-5 0,-9-1 2 15,-7 0-2-15,-3 3 0 0,-11-2 4 16,-2 3-1-16,-1-3 0 0,-6 3-7 0,-4-1-1 15,-4 1 12-15,2-3-6 0,-4 3 3 0,-4 0-6 16,-3 0 5-16,0-3 2 0,-3 3-4 16,-1 0 6-16,1-3-11 0,-4 3 4 15,0 0 7-15,-3 0-2 0,7 0-8 0,-3 0 0 16,-1-2 6-16,-3 2 5 0,0 0-11 16,0 0 1-16,0 0-4 0,0 0 2 0,-14 2 3 15,4-4-3-15,1 4 4 0,-5-2-7 16,-6 3-2-16,0 0 2 15,-10-3 3-15,0 3-2 0,-10-2 0 0,-4 5 2 0,-5-5-1 16,-8 3-15-16,-9-2-5 0,-12 0 1 16,-12 1-5-16,-6 0-3 0,-7 0-1 0,-47-2 1 15,-7 2 4-15,-6 0 0 0,-4-2 4 16,-3 5 5-16,-6-1 0 0,-5-2 4 0,-2 1 3 16,-4 2 1-16,4-1-1 15,-4-3 7-15,4 0 0 0,0 4 0 0,-1-2-1 0,1-4 2 16,3 3 2-16,4-6 5 15,-1 2-5-15,-3-5 4 0,3 3-3 0,4 1 4 16,-1-4-1-16,2 2-1 0,-2 1 0 16,3-1-2-16,-4-2 3 0,4 2 1 0,8-1 3 15,10 2-6-15,9 0 3 0,27 2 0 16,21-2 0-16,16 3 5 0,3 0-5 0,4-3 0 16,16 3 6-16,0 0-4 0,4 0-1 15,7 3 0-15,-2 0 0 0,2-2 2 16,2 5-2-16,1 1 2 0,4 1-3 0,-5 2-1 15,4-3 4-15,4 4 0 0,2-3-3 16,4 0-1-16,4 1 6 0,2-2 1 0,4-2 1 16,4-1 4-16,-2 2-6 0,6-2 4 15,2-1-3-15,-1 1-2 0,8 0 4 0,6-2-2 16,8 0 3-16,5-2 2 0,14 0-5 16,20 0 7-16,10 3-3 0,34-6-4 0,45 1 8 15,18 0-8-15,10-2-2 16,13 4-1-16,10-4 2 0,13 7 5 0,10-3 2 15,18 0-1-15,9 0-5 0,13 0 1 16,7 1-5-16,7 3-1 0,3 0 2 0,6 2 3 16,54 1 0-16,3 3 0 0,-6 1-4 15,-53-4-1-15,-11 2-3 0,0 0 1 0,-10-2-1 16,-6-2 2-16,-7-1 0 0,-10-1 1 16,-3 0 0-16,-18-3-2 0,-11 0-2 0,-18-3 5 15,-14 0-4-15,-19-6 3 0,-30 3-4 16,-24 2 1-16,-17-2 5 0,-12 2 1 0,-11 0 1 15,-7 0 2-15,-8 0 2 0,-8-2-3 16,-14 1 1-16,-5-1-6 0,-11-1 1 16,-11 6-1-16,-19-2 1 0,-13-3-3 0,-14 4 3 15,-16 2-1-15,-24-6-5 0,-6 5 2 16,-44-2-12-16,-7 0 0 0,-2 3-13 0,-10-1-4 16,-11 1-17-16,-13 0-112 15,-3-6-43-15,-11 6 69 0</inkml:trace>
  <inkml:trace contextRef="#ctx0" brushRef="#br0" timeOffset="-106087.64">18280 3552 603 0,'3'-6'32'0,"-6"5"10"0,3-2-19 0,-8 0-9 0,2 3 1 0,-4 3-1 0,-4 1-5 0,-5 7 5 0,-8 3-12 0,-6 7 7 0,0 4-6 0,0 3 1 16,-5 2 4-16,8-1-2 0,0 2 4 16,0 1-9-16,4-3 7 0,6 0-4 0,0-4 0 15,3-4-3-15,3 3 3 0,5-4 7 16,-1 0 10-16,3-2 27 0,3-1-2 0,8 1-6 16,-4-6 7-16,4 3 2 0,6-2 9 15,-1-3 6-15,2-2 3 0,5 0-4 16,1-2-4-16,-1-1-4 0,5-3 1 0,-2 1-5 15,1-2-4-15,1-2 6 0,-2 1 7 16,1-5 2-16,-2 0 1 0,-2-1-3 16,4-3-8-16,-7-4-3 0,4-2-3 0,-7-2-6 15,-1-5-6-15,2 1-4 0,-4-1-1 16,-1-3-2-16,-3-3-6 0,0 3-5 16,-3 3-8-16,0 0-19 0,0-2-29 0,0 5-27 15,0 3-21-15,0 1-23 0,5 1-22 16,-5-1-46-16,0 5-158 0,0 2-104 0,0 1 50 15</inkml:trace>
  <inkml:trace contextRef="#ctx0" brushRef="#br0" timeOffset="-105748.45">18626 3865 1186 0,'4'5'-25'0,"-1"-4"8"0,0 3 6 15,0-1 5-15,-3 1 6 0,0 2-4 16,-3-2 8-16,0 4-1 0,0-4-3 16,-1 2-5-16,4-1 5 0,-3 0-5 0,0-4 2 15,3 6 5-15,-4-6-6 0,4 5 8 16,-4-3 3-16,4-1 6 0,0 0 11 0,0-2 5 16,0 4 10-16,0-4 13 15,4 0 10-15,-8 4 7 0,4-4 12 0,0 0 5 0,0 3 1 16,0-3 6-16,0 0 0 15,0 0-3-15,-6 0-7 0,6 0-10 0,-3-7-4 16,0 3-8-16,-1-3-8 0,1 1-5 16,0-2-7-16,0 4-9 0,-2 0-12 15,5-2-20-15,-6 2-24 0,3 1-41 0,-7-1-30 16,4 3-27-16,-5 1-16 0,4 1-20 0,-2-1-139 16,1 4-222-16,8-4-23 0</inkml:trace>
  <inkml:trace contextRef="#ctx0" brushRef="#br0" timeOffset="-105308.54">18922 3704 1307 0,'0'-8'-66'0,"0"4"18"0,5-3 18 0,-5 1 2 0,0 2 20 16,0-1 15-16,0-1 12 0,0 5 9 16,0-5 11-16,0 3 5 0,0-1 8 15,0 0 4-15,0 3-3 0,0-2 2 0,0 3-6 16,0-3-4-16,0 3 1 0,-5-1-7 16,5 1-1-16,0 0-8 0,-3-3-2 15,3 3-6-15,0 7 1 0,-3 3-6 0,3 2 2 16,0 1-4-16,0 2 1 0,-3 3-3 15,3 1 0-15,-4 4-2 0,4 0 0 0,-3-2 1 16,0 4-3-16,3 0 0 0,-3 4 0 16,0-4-3-16,-2 0 3 0,5 0 0 15,-3 0 1-15,0-4-4 0,3 3 0 0,-3-4 1 16,-1 0-1-16,1-5 0 0,0 0 4 16,3-2-1-16,-3-1-3 0,3 1 3 15,0-4-3-15,-3 0-1 0,3-1 2 0,0 0-2 16,0 0-11-16,-5 0-30 0,5-7-27 15,0 5-25-15,0-6-17 0,0 0-17 0,0 0-61 16,0 0-318-16,5-20-7 0</inkml:trace>
  <inkml:trace contextRef="#ctx0" brushRef="#br0" timeOffset="-104913.43">19219 3713 1290 0,'7'-9'-32'0,"-7"0"26"0,3 3 19 16,-3-1 15-16,3 2 6 0,-3-2 11 0,5 4 8 16,-2-1 1-16,-3-2 5 0,0 3-3 15,3-1-5-15,-3 0-3 0,3 3-3 0,-3-2-9 16,0 0-3-16,0 3-4 0,0 0-2 16,0 0-1-16,0 0-5 0,0 15 0 15,0-5-1-15,3 3 2 0,-3 2-1 16,0 3-2-16,0 4 1 0,0 0 0 0,4 6 8 15,-4 0 6-15,-4 2 2 0,4 1-4 16,-3 1 0-16,0 0 0 0,0 0-6 0,0-4 3 16,-2-2-5-16,2-1 1 15,-3 0-2-15,2-4-2 0,-2 2-3 0,3-6 2 0,0 1-1 16,-1-3 2-16,0-2 5 0,1-1 5 16,0 1 7-16,-1-5 5 0,1 2 0 15,0-2 5-15,0-1 1 0,6 2-1 0,-3-1-1 16,0-4-7-16,-3 4-2 0,3-6-2 15,0 2-4-15,-4 3-17 0,1-3-30 0,3-1-45 16,0-3-64-16,0 0-45 0,0 0-39 16,0 0-137-16,0-14-112 0,0 10-97 15,-4 2-57-15</inkml:trace>
  <inkml:trace contextRef="#ctx0" brushRef="#br0" timeOffset="-104332.83">17520 4436 1363 0,'-14'6'-84'0,"1"-6"13"0,0 3 13 15,2-1 2-15,2 1 13 0,2-3 2 0,4 3 10 0,6-2 8 0,7 2 10 0,3-6 2 16,21 6 13-16,9-6 11 0,14 2-12 15,19-2 10-15,17 0-7 0,8-2 5 16,2 3 7-16,41-3-3 0,-5-1 9 0,8 2 2 16,-8 0 8-16,5 3-2 0,-24 1-7 15,-17-3-3-15,1 1-5 0,-4-2-1 0,-7 3 0 16,-12-2 0-16,-8 0-6 0,-7 3-2 16,-9-1 1-16,-7-2 4 0,-7 3-6 15,-6-4-1-15,-4 4 4 0,0 0 5 0,-6-1 2 16,-3 1-6-16,-7 0 1 0,-1-3-1 15,-7 3-5-15,-1 0 2 0,-8 0-8 0,0 0 1 16,0 0-11-16,-30 0-3 0,13 3-10 16,-13-2-2-16,-4 3-16 0,-13-1 0 15,-2 1 1-15,-14 4-2 0,-1-3-1 0,-2 0-1 16,-5-1-1-16,1 2 5 0,1-5 6 16,-2 5 4-16,4-3 6 0,11-1 1 0,3 1 2 15,6 0 2-15,1-3-5 0,13 1 2 16,-1-1-6-16,14 0 2 0,0-1-45 15,10-2-113-15,3 0 63 0</inkml:trace>
  <inkml:trace contextRef="#ctx0" brushRef="#br0" timeOffset="-103475.36">20810 3888 521 0,'-8'2'20'0,"5"0"5"0,0-2 12 0,-4 0 6 0,7 3-3 0,0-3-5 0,-6 0 3 0,6 0-5 0,0 0 5 15,0 0-3-15,0 0 6 16,16-3 1-16,-2 1 5 0,5 0 0 0,5 2 1 16,3-3-6-16,6 0-5 0,0-1-5 15,0 1-3-15,5-1-4 0,-5 4 2 0,4-1 1 16,-1 1-8-16,-6-3-9 0,3 3-27 16,-3-2-25-16,1 2-17 0,-1 0-17 0,-7-2-58 15,-4-1-214-15,5 0 140 0</inkml:trace>
  <inkml:trace contextRef="#ctx0" brushRef="#br0" timeOffset="-103057.75">21243 3625 914 0,'-11'-11'-11'16,"5"7"9"-16,-1-4 13 0,1 6 9 15,3-3 6-15,0-1 12 0,-2 5-6 0,2-2 19 16,-3-3 2-16,6 6-5 0,-4-4 3 0,1 4-1 15,3-4-7-15,-3 3-4 0,3 1-6 16,0 0-4-16,-3-6 1 0,3 6-7 16,0 0-6-16,-3-1-1 0,3 1 0 15,0 0-4-15,-5 4 1 0,10 4-2 0,-5-1 1 16,-5 6-4-16,5 2 3 0,0 0 4 16,5 6 4-16,-5 4 4 0,0 0 7 15,0 0 7-15,0 4 3 0,0-4-2 0,0 3-5 16,0-3-6-16,0 1-1 0,0-1 0 15,0 0-2-15,0 0-1 0,3 0-6 0,-3-1 2 16,-3-6 1-16,3 3-6 0,3-3 2 16,-3 0-5-16,0-4 5 0,0 1-1 15,0-2-3-15,0-1 5 0,0 1-2 0,0-4 0 16,0 2 1-16,3-1-1 0,-3-3 0 16,0 1 1-16,0 2-6 0,0-6 5 15,0 3-4-15,0-1 0 0,-3-2-1 0,3 3 0 16,0-3 0-16,3-1-2 0,-3 2-10 15,-3-3-23-15,6 1-41 0,-3-3-43 0,-6 0-37 16,6 0-78-16,0-9-360 0,0 5-85 16</inkml:trace>
  <inkml:trace contextRef="#ctx0" brushRef="#br0" timeOffset="-102467.25">22500 3721 1518 0,'10'-7'-49'0,"-4"3"14"0,0 1 20 0,2-2 8 0,-2 3 4 0,-2-2 11 0,-1 4-2 0,-3 0 0 16,-10 14 4-16,-4 1-4 0,-2 2 3 16,-4 5 0-16,-1 3 0 0,-1 1-2 0,2 1 3 15,-1 1-5-15,2-2-2 0,2 3 2 16,4-1-2-16,-4-2 0 0,7-2 1 16,4-2 1-16,1-1 1 0,2 3 0 15,3-6-1-15,0-2-1 0,8 1 6 0,1 2 14 16,1-2 9-16,1-4 4 0,-2-1 8 0,4 1 6 15,4-4 6-15,-4-2 5 0,1 2 1 16,2-8 1-16,1-1-1 0,-1-1-3 16,5-2-5-16,-1-7-7 0,-1-2-3 15,-1-1 1-15,-2-7-10 0,1-2-3 0,-1-3-4 16,-5-5-4-16,2-2-5 0,-3-1-2 16,0 1-5-16,-7-2-22 0,4 5-26 0,-4 0-36 15,4 8-42-15,-4-1-33 0,-3 1-44 16,4 6-197-16,-8 1-132 0,4 3-22 15</inkml:trace>
  <inkml:trace contextRef="#ctx0" brushRef="#br0" timeOffset="-102067.54">23096 4085 1389 0,'0'5'-20'0,"0"1"20"0,0 1 5 0,0-3 7 15,0 2 9-15,0-4 16 0,0 3 13 0,0-4 13 16,0 3 7-16,0-1 10 0,0-2-2 16,-3 2-4-16,3 0 3 0,0-3-5 0,-3 2-5 15,3 1-2-15,0-3-5 16,-3 5-6-16,3-5-7 0,-5 1-6 0,2 6-5 16,0-6-5-16,0 5-5 0,-1-1-4 15,1-3-2-15,0 2-1 0,3 3-5 0,-3-3-1 16,3-1-2-16,0 2-2 0,-3-3-1 15,3 2 2-15,0 0 2 0,0-1-3 0,0 1 3 16,0-1 5-16,-4-3 9 0,4 0 14 16,0 5 9-16,0-3 15 0,0-2 8 15,0 0 15-15,-7 0-8 0,7 0-3 0,-3-10-17 16,-4-1-4-16,4 5-5 0,-4-6-1 16,0 1-11-16,1-2-7 0,-1 4 1 15,4-1-27-15,-4 0-36 0,-3 0-30 0,3 2-40 16,-2 4-45-16,-1 1-43 0,-4-1-20 15,1 8-33-15,3-1-157 0,0 1-55 16,0 2-87-16,3 1-45 0</inkml:trace>
  <inkml:trace contextRef="#ctx0" brushRef="#br0" timeOffset="-101199.12">23556 3714 1340 0,'0'0'-79'0,"0"0"19"0,0 0 13 0,-6 0 9 0,6 0 12 0,0 0 7 0,-11 7 4 0,8-1 3 0,-7 2 27 15,1 3-20-15,-2 3-2 0,-2 3 5 0,2-2-4 16,2 6 1-16,-1-5 5 0,0 8-4 16,3-6 5-16,-3 6 2 0,4-2-3 15,-1 1 2-15,-3 0 9 0,6-1-5 16,1 0 2-16,0 0 7 0,3 2-8 0,0-6 13 16,0 6-4-16,3-4 0 0,0 0 11 15,7-1 1-15,-6-3 7 0,3-1-2 0,2 0 3 16,-2-4 1-16,0-1 17 15,3 1 5-15,0-1 9 0,-1-2 1 0,2-4 4 0,-1 2 0 16,-1-5 4-16,5-1-5 16,2 0-1-16,-2-1-1 0,2-6-5 0,-2-1-7 15,2-5-3-15,2-2-6 0,-6-2-9 16,2-4-2-16,-4 2-6 0,4-6-1 0,-1-3-4 16,-7 6-3-16,1-3-2 0,0 0-9 15,-4 3-22-15,-3-3-23 0,0 2-26 0,-3 0-25 16,0 1-35-16,-5 2-17 0,2-2-26 15,-7 1-102-15,2 2-286 0,2 1-50 0</inkml:trace>
  <inkml:trace contextRef="#ctx0" brushRef="#br0" timeOffset="-100590.84">24133 3750 1371 0,'3'-5'-71'0,"1"2"25"0,-1-1 8 0,-3 1 10 0,0 0 16 0,3 0 14 0,-3 1 9 0,3 0 12 16,-3-2-2-16,0 4-3 0,0 0 5 15,0 0-7-15,-6 6-6 0,3-1-2 16,-8 5-4-16,-2 5 7 0,0 3-2 0,-7 3-5 16,-1 4 5-16,5 0-3 0,-4 4 4 15,4-1 4-15,-4-2-9 0,2-1 3 16,2 3-4-16,-1-3-2 0,1 3 5 15,5-6 3-15,2 3-4 0,-1-3 0 0,4 2 1 16,-2-6 3-16,5 3-1 0,0-2 3 16,3-1 15-16,0-1 8 0,0-2 5 0,3 2 3 15,3-5-3-15,2 2 1 0,-2-1-2 16,4-2-5-16,4-3 2 0,-5 2 6 0,4-2 0 16,1-1 1-16,-1-1-2 0,4-3 0 15,4 2-1-15,-5-2 2 0,1-3-2 16,2 0 2-16,2-3-2 0,-1-1-5 0,3 0 4 15,0-2-2-15,1-1-2 0,-1-1-1 16,0-2 1-16,-3 2-6 0,4-5-2 16,-2-2 1-16,-1-3-3 0,-1 1 1 15,-4-3-1-15,5-5-4 0,-12 5-2 0,5-2-2 16,-7 1-3-16,-1-1-3 0,0 0-2 16,-6-1 0-16,0-2-21 0,-3 2-25 15,-6-6-30-15,2 6-41 0,-4-2-31 0,-1 0-39 16,-6 2-76-16,2-2-389 0,-1 3-139 15</inkml:trace>
  <inkml:trace contextRef="#ctx0" brushRef="#br0" timeOffset="-97906.48">25069 3825 1605 0,'-9'3'-109'0,"-5"4"13"0,1 3 9 0,-7 2 14 0,7 2 9 0,-11 3 5 0,1 2 13 0,-1 2 7 0,5-3 3 0,-2 3 6 0,2 2 9 16,2-6 3-16,4 4 3 0,-4-3-1 15,7 3 1-15,-1-3 2 0,5 1 4 16,-4-2 4-16,7 2 3 0,0-2 9 0,0-3 10 15,3 1 1-15,0-1-2 0,3 1 15 16,-3-2 3-16,6 1 10 0,1-3 0 16,-1 1 8-16,5-6-2 0,-1 5-1 15,6-3 5-15,-2-3 2 0,2 0-2 16,4-2 2-16,0-2 0 0,-3-1 1 0,3 3 3 16,0-6-2-16,0 2 2 0,0-6 0 0,-1 1-9 15,2-6 2-15,-1-5-10 0,-4 2-2 16,-2-2-7-16,-1-2-2 0,-2-5-7 15,5 5-7-15,-13-3-12 0,3-3-14 0,-1 1-15 16,-2-1-21-16,-3 0-23 0,0 4-19 16,0-4-16-16,0 3-15 0,-3-2-23 15,-2 8-107-15,2-2-180 0,0 5 64 0</inkml:trace>
  <inkml:trace contextRef="#ctx0" brushRef="#br0" timeOffset="-97339.58">25689 3750 1113 0,'0'-5'-30'0,"7"2"11"0,-7 3 7 0,0 0 8 0,-13 15-1 0,0-2 11 0,-4 9 6 0,-7 1-5 16,1 4 1-16,0 1 3 0,3 5 1 15,-10-1 1-15,6-2 0 0,5-3-2 0,2 1-1 16,1-2 8-16,2 6-3 0,1-6 18 16,2 2-3-16,1-6 2 0,4 2 1 15,3-6 5-15,3 3 12 0,-7-3 1 0,7 0-2 16,7-4 0-16,-4 1-2 0,0-2-7 15,7-4 3-15,4 2 3 0,-8-5 3 0,7 2 4 16,1-2 4-16,2-5 4 0,1-1-2 16,-1 0 0-16,5-1-3 0,-4-2-3 15,2-8-2-15,2 1-8 0,-5-5-8 0,4-3-2 16,-3-6-7-16,-4 2-2 0,4-3-5 16,-7-3-10-16,3 3-19 0,-10 0-26 15,1 3-32-15,3-3-37 0,-7 3-37 0,0 0-35 16,-4 1-88-16,-3 4-281 15,-6 2-48-15</inkml:trace>
  <inkml:trace contextRef="#ctx0" brushRef="#br0" timeOffset="-96866.37">26133 3754 1414 0,'3'-4'-49'0,"4"-4"18"0,-4 5 22 0,4-1 7 0,-4-2 6 0,0 4 10 15,1-4 9-15,3 5 6 0,-7 1 5 16,0-3 0-16,3 0-6 0,-3 2-2 0,0 1-1 15,3-3-10-15,-3 3-1 0,0 0 1 16,0 10 5-16,3-1 2 0,-3 4 7 16,0 5 4-16,0 7 8 0,0 3 6 15,-3-1 4-15,0 3 0 0,3 3-1 0,-3-1-2 16,3 4 3-16,-7-3 1 0,3 1-4 0,1-1 0 16,0 0 0-16,-1-2-2 0,1-4 1 15,0-3 1-15,0 5-2 0,-1-8 3 16,1 3-2-16,-1-5-2 0,1 2 1 0,3-6 1 15,0-1 0-15,-7-1 1 0,4-1-2 16,3-1-1-16,-3-1 3 0,0 0-4 16,3-3-1-16,-4 1-9 0,4-1-3 0,0 1 0 15,0-3-6-15,0 0-10 0,0-1-30 16,0-1-43-16,0-3-60 0,0 0-50 0,0 0-50 16,0 0-124-16,10-4-121 15,-10-3-122-15,3 6-85 0</inkml:trace>
  <inkml:trace contextRef="#ctx0" brushRef="#br0" timeOffset="-94997.35">22506 4579 1476 0,'0'0'-96'0,"13"0"21"0,-2 0 10 0,2 0 8 0,7 0 14 15,0 0 6-15,3 0 13 0,7-1 9 0,0 1 12 0,3-3 5 0,4 0-2 16,-1 3 3-16,5-2 1 0,2 2 5 15,1 0 10-15,5-3-16 0,-2 3 7 0,0 0 0 16,3-2-1-16,4 2 0 0,-5 0 0 16,5 0 2-16,-1 0 1 0,0 0 7 0,4 2 7 15,-1-4 1-15,4 4 2 0,7 1-2 16,-1-3 1-16,2 0 3 0,2 0 2 0,3 0-1 16,7 0 1-16,13-3-4 0,1 3-5 15,2-2 1-15,4 2-1 16,4-4-2-16,2 8-5 0,5-8 0 0,-5 8 1 0,44-4-1 15,-27 0-2-15,-17 0-3 0,-2 2 1 16,3-2 2-16,-3 3-3 0,-8-3 1 0,4 2 5 16,-7-4 0-16,-17 2 3 0,5 0 3 15,-12 0 5-15,-5 0 4 0,-14 0 6 16,0 0 6-16,-10 0 8 0,-3 0 0 0,-4 0 1 16,-3-3-3-16,0 6-4 0,-3-6-2 15,-7 3-7-15,-1 0-2 0,2 0-2 16,-4 0-7-16,-4 0 0 0,4 0-7 15,-4-2-1-15,0 2 0 0,1 0-1 0,2 0-2 16,-9 0-3-16,0 0-2 0,2-4 1 0,1 8 0 16,1-4-3-16,-8 0-2 0,3 0-2 15,1 0-6-15,-1-4-16 0,2 4-21 0,-8 4-30 16,6-8-33-16,-3 3-39 0,-3-2-35 16,0 0-106-16,0 2-318 0,-3-5-99 15</inkml:trace>
  <inkml:trace contextRef="#ctx0" brushRef="#br0" timeOffset="-81707.5">17573 2532 668 0,'7'-3'46'0,"-7"1"4"0,6 0 9 0,-6-2 19 0,3 3-9 0,-3-2 0 0,4-1-11 0,-1 1-6 0,-6-3 0 15,3 2 0-15,0 0-3 0,0 3-1 16,0 1-8-16,0-6 5 0,0 5-8 0,0 1-6 16,-7 4 0-16,-3 0-5 0,-7 10 0 15,1-3-5-15,-7 6 1 16,-1-1-2-16,0 7 3 0,-2-4-1 0,0 5 4 0,2 1 3 15,-3-6 0-15,4 6 1 0,-1-1-2 16,2-2 1-16,1 0 1 0,1 3 1 16,4 0-5-16,-4 0-1 0,7 0 0 15,-4 3-4-15,7-3-4 0,-3 3 3 0,2 1-2 16,5 4 2-16,-4-1-2 0,3 0-5 16,0-1-2-16,4 1 3 0,0-2-4 0,3-2 4 15,-3 0-3-15,6-3-1 16,0 0-1-16,-3 0 1 0,7 0-1 0,-4-3 2 0,4-3-2 15,0 2-1-15,-4-4-3 16,3 1 2-16,-2-3-1 0,3-2-1 0,-1-1 4 16,-2 1-2-16,2-1-2 0,-3-2 2 15,4 0-1-15,-4-3-4 0,1 4 3 0,-1-4 0 16,1 0-3-16,-4-2 1 0,3 2-1 16,0 0 5-16,-3-1 4 0,0-1 2 15,0-2-2-15,-3 1 4 0,0-1-3 0,-1 0-1 16,-3-2-1-16,1 3 3 0,-4-4-3 0,3 0 3 15,-3-4-1-15,-3 3-1 0,3-5 7 16,-4 2-2-16,-2-2 2 0,5 2 1 16,-5-4 1-16,6 4 1 0,-3-5-1 0,3 5 2 15,-1-1 1-15,-1-1-2 16,5 5-2-16,-4-5-1 0,5 3 1 0,0-1-6 0,-1 4 0 16,4-4-3-16,3 4 2 0,-3 6-1 15,3-6-2-15,9 8 0 0,-2-1 2 16,2-3-3-16,5 4 1 0,-1 1-2 15,4 3 1-15,-1-2-2 0,5 0-1 0,-4-3 3 16,-1 4-2-16,1-4 2 0,-4 0 0 16,1 1 16-16,-1-1 13 0,0-3 9 15,-3 2 5-15,3-4 4 0,-3 1 1 16,1-6-7-16,2 1 1 0,1-5-7 0,2-6-4 0,1-2-5 16,-4 0-7-16,4 1-14 0,-4-7-43 15,-4 4-51-15,2-1-57 0,-1 0-51 16,-4 4-41-16,-3-1-118 0,2 1-128 0,-2 3-180 15,3 1-151-15</inkml:trace>
  <inkml:trace contextRef="#ctx0" brushRef="#br0" timeOffset="-80245.84">18966 4421 1631 0,'-36'-4'-106'0,"6"-2"10"0,0 2 21 0,0 1 8 0,3 2 4 0,-3-2 12 0,-7-1 5 0,1 4 5 0,-1-1 3 0,-13 2 7 0,0-1 7 16,-4 0-1-16,-3 0 13 0,-9 4 10 16,9-1 7-16,1-3-1 0,-1 1 11 0,1-1 3 15,2 3 7-15,0-3-1 16,5 3-5-16,-1-3 3 0,0 1 2 0,6-1-3 16,1 0 4-16,7 4-6 0,-2-4 4 0,-1 0-3 15,2 0-6-15,7 0 4 0,-3 0-1 16,3 2 1-16,0-4 5 0,10 2 7 15,-3 0 1-15,3 0 8 0,2 0 5 0,6 0-4 16,-6 0-7-16,9 0-9 0,6 0-3 16,3 0-5-16,0 0 4 0,39 2-7 0,5 2 3 15,19 3-5-15,14-3 1 0,16 0-3 16,41 7 1-16,2-1-4 0,5 3 2 0,1-5 1 16,2-1-1-16,3 3 4 0,-1-2-3 15,-12-4-4-15,-22 0 3 0,-14 2-3 16,-9-1 2-16,-15-5-2 0,-11 3 3 0,-9 0 1 15,-8-2 0-15,-2 2 2 0,-11-3 4 16,-7 0-11-16,-9 0 2 0,-7 0-4 16,-10 0 3-16,0 0-2 0,-23-3-2 0,-4 2 1 15,-9-2 2-15,-11 0-2 16,-16 1-2-16,-7-3-2 0,-20 1-1 0,-10 3-4 0,-47-5-3 16,-6 5-8-16,-7-2 1 0,-4 0-1 15,4 3 0-15,0 0-2 0,7 3 2 16,6 1 6-16,8-1-4 0,25 1 8 0,21 0-6 15,15-2 0-15,5 1 3 0,10-1 5 16,13 1-3-16,4 0 3 0,6-2 1 0,10-1 0 16,10 3 0-16,6-3 3 0,14 0-2 15,0 0 8-15,37 0-6 0,3 0 4 16,20 0-6-16,19 0 1 0,25 0 3 0,40 0-2 16,5-3 0-16,8 3-1 15,0 3 6-15,3-3-4 0,0 3 0 0,-4-2 1 16,1-1 6-16,-10 4-8 0,-27-2 5 0,-20 1 4 15,-7-3-4-15,-16 2-5 0,-10-2 4 16,-10 0 6-16,-11 3 0 0,1-3 4 16,-11 0 0-16,-2 0-3 0,-1 3 0 0,-10-3-4 15,0-3 4-15,-6 3-4 0,0 3 1 16,-1-6-9-16,-6 3-42 0,4 0-28 0,-8 0-31 16,1-3-127-16,-4 3-187 0,0-5 73 15</inkml:trace>
  <inkml:trace contextRef="#ctx0" brushRef="#br0" timeOffset="-76338.46">22206 4467 318 0,'-6'0'121'0,"-4"0"-31"0,-1 0-11 0,5 0 1 0,-1 0-7 0,1 3-5 0,2-3-3 0,-3 0-4 0,1 0 12 15,3 2 7-15,-4-2-1 0,4 0-4 16,3 0-7-16,-8 0-2 0,8 0-6 0,-6 0 1 16,6 0-1-16,0 0 3 0,-6 0-4 15,6 0-3-15,-4 0-4 0,4 0-4 16,0 0-5-16,0 0-5 0,-6 3-4 0,2-3-2 16,4 0-3-16,0 0-1 0,7 4 2 15,3 2 3-15,3-1 0 0,7-3 2 16,10 6 1-16,10-4 0 0,7 3-3 0,16 2 0 15,4-1-3-15,16-1 1 0,7 3-3 16,7-2-1-16,29 4-2 0,-15-2-1 16,22 1-1-16,-7 3-4 0,4-3 1 0,0 3 0 15,7-3-5-15,7 0-2 0,2-1 1 16,1 3 1-16,6-5-3 0,0-4-2 16,4 0-1-16,0 2 0 0,2-6-1 0,2 3 0 15,-7-3-1-15,-1 0-2 0,-4 2 1 16,-5-4-2-16,-24-3 0 0,-17 1-2 15,-7 3 1-15,-6-5-2 0,-12 6 2 0,-12-1-2 16,-3-2 2-16,-12 0-2 0,-5 3 2 16,-10-2-1-16,-1 4 0 0,-2-4 0 0,-3 2-1 15,-4 0 0-15,-9-3 2 0,3 3-3 16,3 0 0-16,-9 0-2 0,2 0-1 0,-6 3-3 16,3-3-5-16,-6-3-23 0,-4 3-30 15,1 0-37-15,-4 0-47 0,-14-2-37 16,-2-2-94-16,-7 3-371 0,-7-2-145 15</inkml:trace>
  <inkml:trace contextRef="#ctx0" brushRef="#br0" timeOffset="-75227.99">16966 3252 1611 0,'3'-10'-97'0,"1"6"14"0,-4-2 5 0,0 6 9 0,0 0 10 0,-21 18 6 0,2 2 26 0,-5 10 11 16,-6 8 21-16,-3 16 20 0,-7 24-8 15,-3 9 13-15,6 2-1 0,4 7-3 0,3 0 2 16,9 1 1-16,2 0 8 0,8-12 0 16,8-7-4-16,3-2 6 0,11 28-3 15,5-1 0-15,4-9-1 0,14-1 0 0,8-4-1 16,15-7-7-16,10-3 1 0,16-9-19 0,17-8-14 16,24-9-38-16,16-8-35 0,17-12-22 15,6-11-163-15,17-11-151 0,13-11 77 16</inkml:trace>
  <inkml:trace contextRef="#ctx0" brushRef="#br0" timeOffset="-74543.14">26476 3238 1085 0,'-3'-17'-18'0,"-1"9"21"0,1-3 1 0,3 4 7 0,0 1 10 0,0 2 3 0,0 1-4 0,0-2 5 0,0 5 11 0,0 0 14 15,7 11 4-15,0 1-2 0,9 5-2 16,-9 8-5-16,16 12-1 0,-3 19 6 0,17 29 31 16,-1 5-4-16,-6 4-12 0,3-2-4 15,-6 0-5-15,0-2-5 0,-10-14-2 16,-7-9-4-16,-4 2-2 0,-6-9 3 16,-3 11 3-16,-10 3 7 0,-4 21 1 0,-13-3 0 15,-3-9-2-15,-1-13-6 0,1-13 0 16,0-4-3-16,0-1-9 0,-1-4-1 0,-3-3-3 15,11-7-10-15,-1-6-15 0,7-6-28 16,-4-1-50-16,2-1-74 0,-2-12-76 0,1 1-182 16,-1-8-220-16,5-3-121 0</inkml:trace>
  <inkml:trace contextRef="#ctx0" brushRef="#br0" timeOffset="-73728.43">27036 4186 1548 0,'-6'0'-83'0,"-8"0"25"0,1 0 21 0,2 0 7 0,2 0 14 0,2 0 17 0,1 0 7 0,-5 0 12 0,8 0 3 15,-7 0 15-15,4 4 0 0,6-4 1 16,-11 0 4-16,8-4 13 0,3 4-3 16,-7 0-5-16,7 0-3 0,0 0-4 0,21-1-3 15,-5 1-4-15,1 0-1 0,13-3 0 16,6 3-8-16,1-3 1 0,7 2-2 0,5-2-2 16,-2-1 0-16,3 4-2 0,0-1-1 15,4-2-2-15,-8 1 1 0,4-1 1 16,-4 1 1-16,-8-1 3 0,-2 0 3 15,1 2 5-15,-7 1 3 0,-3-3 3 16,3-1 0-16,-14 4 2 0,4-1 4 0,-4 1 6 16,1-3 7-16,-4 3 2 0,1-2 4 15,-4-3-9-15,4-2-9 0,-11-4 1 0,0 1-6 16,-3-2-4-16,0-1-3 0,-3-2-1 16,0 2-3-16,3-1-1 0,-11 2-4 0,1-3-4 15,1-2-2-15,-5 3-1 0,4-1-1 16,-4 2 0-16,8 1-1 0,-7 2-1 0,10-1-1 15,-8 3 0-15,1-1-3 0,7 0 0 16,-3 4-2-16,-1-3 4 0,7 1 2 16,-7 2-1-16,7 0-3 0,0 3 0 15,0-1-3-15,0 3 3 0,14 3-2 0,-5 1 1 16,12 4 1-16,-2 2 0 0,8 0-6 16,3 2 6-16,0 1-2 0,-3 2-2 15,3 0-1-15,0-5 2 0,-10 1-4 0,3 0 1 16,-6-3 2-16,-4 2-3 0,7-3 1 15,-7 3-1-15,1-6-2 0,-1 4-1 0,-6-2-1 16,3 1 3-16,-7 5-1 0,-6 1 2 16,3-1 0-16,-10 4 1 0,3 2-1 15,-3-3 2-15,-3 2-2 0,-1 0-2 16,-2-1 3-16,9 1-14 0,-13-2-40 0,10 0-53 16,-3 0-55-16,-4-1-49 0,4-3-41 15,0 2-137-15,-1-5-79 0,4 1-111 0,-4-1-77 16</inkml:trace>
  <inkml:trace contextRef="#ctx0" brushRef="#br0" timeOffset="-73297.8">28836 4075 1505 0,'-10'0'-60'0,"0"0"8"0,0 3 13 15,0-3 6-15,7 0 9 0,-7 1 9 0,6-1-1 0,1 0 6 0,-4 0 8 0,1 0 9 0,6 0-3 0,-7 0 10 16,4 0 2-16,3 0 3 0,-3 0-3 15,3 0-5-15,0 0-2 0,0 0-5 0,-4 3-13 16,4-3-31-16,17 3-38 0,-4-3-53 16,4 0-242-16,3-3 114 0</inkml:trace>
  <inkml:trace contextRef="#ctx0" brushRef="#br0" timeOffset="-73158.55">29313 4085 1021 0,'13'0'-6'0,"-10"0"17"0,8 0 4 15,-5 3 6-15,4-6 8 0,-10 3 3 16,6 0 1-16,2 0-6 0,-2 0-5 0,4 0-4 16,-4 0-37-16,15-3-46 0,-12 0-86 15,15 2-185-15,6-6 148 0</inkml:trace>
  <inkml:trace contextRef="#ctx0" brushRef="#br0" timeOffset="-72973.63">30812 4121 959 0,'24'4'40'0,"-7"-1"15"16,-4-2 13-16,-7-1 23 0,5 3 26 0,-5 0 14 16,1-3 13-16,-1 2 8 0,5 1 4 15,-8-1-2-15,4-2-9 0,-4 3-16 16,-3-3-6-16,6 1-16 0,2 3-13 16,-5-4-57-16,-3 0-77 0,0-5-136 15,-17 5-254-15,-7 1-26 0,-22 6-88 0,-17 2-48 16</inkml:trace>
  <inkml:trace contextRef="#ctx0" brushRef="#br0" timeOffset="-46334.14">5649 15831 475 0,'7'0'130'0,"-7"0"-63"0,0 0-18 0,0 0-14 0,0 0-11 0,0 0-7 0,0 0 3 0,4 6 1 15,-4-6-5-15,0 0 6 0,0 0-7 16,0 0-3-16,0 0 6 0,0 0-1 0,0 0-1 16,0 0-2-16,0 0 5 0,0 0 2 15,0 0 6-15,0 0-3 0,0 0 1 0,0 0 7 16,0 0-13-16,0 0 6 0,0 0-6 15,0 0-8-15,0 0 6 0,0 0 0 0,0 0-2 16,0 0 1-16,3-6-13 0,-3 6 11 16,0 0-2-16,0 0-2 0,0 0-1 15,0 0 3-15,0 0-5 0,0 0 6 0,0 0-1 16,0 0-2-16,0 0 1 0,0 0 2 16,0 0 2-16,0 0 3 0,0 0-14 15,3 6 3-15,-3-6-5 0,0 0 4 0,0 0-5 16,0 0 7-16,0 0-3 0,0 0 4 15,0 0-7-15,0 0 3 0,0 0-2 0,0 0 3 16,0 0-4-16,0 0 4 0,0 0 2 16,0 0 1-16,0 0-1 0,0 0-3 0,0 0 2 15,0 0-1-15,0 0 1 0,0 0 1 16,0 0-1-16,0 0-2 0,0 0 4 0,0 0-1 16,0 0 1-16,0 0-5 0,0-6 3 15,3 5-7-15,-3-5 4 0,0 6-4 16,0-8 3-16,0 7-3 0,0 1 4 0,4-3 1 15,-4-3 0-15,0 5-4 0,0-5 4 16,0 5-3-16,3-6-1 0,-3 6 0 0,0 1-1 16,0-9 1-16,0 9-2 0,0-1 2 15,0 1-2-15,0-6 3 0,0 6-2 16,0 0 6-16,0 0-6 0,0 0 1 16,0 0 4-16,-10 7-6 0,7-1 6 0,0 5-3 15,-4-4 5-15,3 3-7 0,1-1 5 16,0 7 3-16,-1-1 1 0,1-3-5 0,0 2 5 15,0 4-2-15,-1-2 2 0,1-1-6 16,-1 3 3-16,4-4 0 0,-3 4 1 0,3 0-3 16,-3-4 0-16,3 4 1 0,0-6 3 15,0 2-8-15,0 4 1 0,0-2 4 0,0-7-1 16,0 7-1-16,0-8-1 0,0 0 2 16,3 3 0-16,0-4 1 0,-3 0-4 15,4 4 2-15,-1-5 0 0,1-5 2 0,-1 5-1 16,0-5 7-16,0-1-5 0,4 0 1 15,0-7-1-15,3 6-1 0,-4-7 4 0,1-1 1 16,4 2 3-16,-5-2-1 0,4-7 2 16,-4 7 3-16,2-7 1 0,-2 7 0 15,0-8-2-15,1 0-1 0,-1 1-2 0,-1-7-1 16,-2 5 0-16,0 0-1 0,0 2-8 16,-3-1-6-16,-3-1-18 0,3 3-7 0,-3-1-12 15,0-2-8-15,-2 2-3 0,2 6-18 16,-3-5-12-16,2 6-18 0,1-6-96 15,0 5-273-15,-3 2 24 0</inkml:trace>
  <inkml:trace contextRef="#ctx0" brushRef="#br0" timeOffset="-45746.19">5949 15774 1229 0,'0'0'-39'0,"0"0"4"0,4-1 11 0,-4 1 4 0,0-7 4 0,0 7 1 0,-4-1 6 0,4 1-3 0,0 0 4 15,0 0 10-15,0 0-3 0,-6 9 1 0,3-3 7 16,-1 1 2-16,4-3 6 0,-6 11-2 0,2 2-4 16,-3 0 6-16,4-1-4 0,-3 2 11 15,-1 6-10-15,4-7 4 0,-1 5-5 16,0-3 6-16,4-2-5 0,-3 0 1 0,3-2 0 15,0-3-3-15,0 8-5 0,0-8 3 16,0 4-4-16,0-7 7 0,0 7-4 0,0-7 2 16,3 4-3-16,-3-8 0 0,0 8 1 15,4-12-2-15,-4 8 7 0,4-1-5 16,-1-7 14-16,0 5 2 0,1-6 0 0,2-6 4 16,0 6 0-16,-2-1 4 0,3-7 1 15,0 5-1-15,2-10-6 0,-2 4 0 16,0 0 0-16,3 1-2 0,-4-9 2 0,1 9-3 15,0-9-3-15,0 1 1 0,-1 0-3 16,-3-2-1-16,1 4-3 0,-1 2 2 0,-3-6-8 16,0-2-1-16,0 2-7 0,-3 0-6 15,-4 2-8-15,1-1-9 0,2 0-19 0,-3 1-9 16,4 6-4-16,0-5-23 0,-4 5-50 16,4-5-144-16,-4 6-114 0,4 1 100 15</inkml:trace>
  <inkml:trace contextRef="#ctx0" brushRef="#br0" timeOffset="-44998.78">6169 15815 1001 0,'-3'-3'-20'0,"3"-3"8"0,0-1 0 0,-3 6 12 0,-1-7 1 0,4 8 4 16,-3-9 11-16,3 9-1 0,0-1-1 16,-3-5 4-16,3 6-4 0,0-1 1 0,0-6-3 15,0 7 2-15,-3-1-10 0,3 1 0 16,-8 8 3-16,5-7-3 0,0 5 4 0,-4 4-2 15,1-1 7-15,0-2 0 0,1 10 1 16,-1 0 6-16,-1-1 2 0,1 2-2 16,3-2 0-16,-4 0 4 0,3 2 1 0,-2 0-8 15,2 2-3-15,1-2 2 0,0-6-5 16,3 2 5-16,-3-3-6 0,0 3 3 16,3-5 1-16,0 0 2 0,0 4-1 15,0-8 0-15,0 2 2 0,3-7 1 0,3 6-1 16,-3-6 7-16,-3 0-1 0,10-6-1 15,-2-1 2-15,1 5-1 0,-2-7-2 0,-1-5-5 16,2 3 2-16,-2 3 0 0,0-9-4 16,1 1-1-16,-4-1-14 0,0-1-4 0,-3 3-8 15,5-2-11-15,-5 0-9 0,3 1-14 16,-6 0-8-16,6 7-10 0,-6-1-49 0,3-3-134 16,3 8-128-16,-3-2 111 0</inkml:trace>
  <inkml:trace contextRef="#ctx0" brushRef="#br0" timeOffset="-44800.63">6403 15962 990 0,'0'11'-16'0,"0"-3"16"0,0 1-9 15,0 0 5-15,0-3 1 0,0 1 4 0,0-2 4 16,3 2-6-16,-3-1 3 0,3-5 0 15,-6 8-5-15,6-9 0 0,-3 8-8 16,4-8-16-16,-4 1-32 0,0-1-35 16,6 0-168-16,1 0 218 0</inkml:trace>
  <inkml:trace contextRef="#ctx0" brushRef="#br0" timeOffset="-44638.57">6689 16074 737 0,'7'0'9'0,"0"0"13"16,0 0-3-16,-4 0 8 0,3 0-4 0,-2 6-3 16,3-6 3-16,-4 0-2 0,-3 0-12 0,10 0-20 15,-7-6-109-15,4-1-145 0,3 5 215 16</inkml:trace>
  <inkml:trace contextRef="#ctx0" brushRef="#br0" timeOffset="-44468.67">7459 15981 719 0,'0'9'20'0,"0"-1"4"0,3-1-3 16,-6 0 2-16,6-4-9 0,-3 5 2 16,0-7 4-16,0 6-6 0,0-1-7 15,0-3-8-15,4-1-16 0,-4 4-44 0,4-6-47 16,-1 0-127-16,4 0 79 0</inkml:trace>
  <inkml:trace contextRef="#ctx0" brushRef="#br0" timeOffset="-44325.43">7673 16015 644 0,'6'0'22'16,"-3"2"6"-16,5-2-1 0,-2 6-5 15,1-6-4-15,-4 0 1 0,3 0-2 0,2 0 1 16,-2-8-16-16,1 8-11 0,-1-3-36 0,5-3-48 15,-5-1-135-15,1 6 77 0</inkml:trace>
  <inkml:trace contextRef="#ctx0" brushRef="#br0" timeOffset="-44162.92">7963 15906 689 0,'3'-7'36'0,"1"7"11"0,-1 0-4 16,-3-1 7-16,0-5-10 0,3 4 3 0,-3 2-6 15,0 0 2-15,3-3 0 0,-3 3-10 16,0-6-9-16,0 6-22 0,0 0-26 0,0 0-102 16,0 0-194-16,4 0 160 15</inkml:trace>
  <inkml:trace contextRef="#ctx0" brushRef="#br0" timeOffset="38891.22">18356 5504 454 0,'3'-7'54'0,"1"0"-15"0,-4 2-14 0,3-1-7 0,0 2 1 0,-3-1 2 0,4 0-6 0,-1 0-1 0,1-1 4 16,-4 5-1-16,3-2-4 0,0 0-3 15,-3 1 1-15,0-1-1 0,0 3-1 0,0 0-4 16,0 0 2-16,3 8-3 16,-3 2-1-16,0 2 2 0,0 6 2 0,-3 3-5 15,6 4-1-15,-3 0 4 0,0 0-1 0,0-1-4 16,0 1 4-16,4-3 1 0,-4 0-6 15,0-4 6-15,3 0-8 0,-3-4 8 0,0 2-1 16,3-4-1-16,-3 1 0 0,0-1 1 16,0-2 2-16,4 1 1 0,-4-4-2 15,0-2 13-15,0 0-3 0,-4 0-4 16,4-2 5-16,0-2-4 0,0-1-1 0,0 0 3 16,0 0 4-16,-6-9-2 0,6 0-8 15,0-2-2-15,0-3 5 0,0 0-5 0,-4-5 0 16,4-5 5-16,4 2-2 15,-4-3-4-15,0 0-3 0,0-3 2 0,-4-1 1 16,4 1-5-16,0 1-1 0,0-3 4 16,0 0-3-16,0 2 2 0,0 0-2 0,0 3-2 15,-3 0 8-15,3 3 0 0,-3 1-9 0,3 5 2 16,0-1 3-16,0 4 1 0,0-2 0 16,-3 1-4-16,3 6 4 0,0-3-3 15,0 1-7-15,0 0 9 0,3 3-8 0,3 2 0 16,4-2 5-16,4 1-6 15,-1 1 10-15,10-1 5 0,4 2-14 0,3 1 4 0,0 2-1 16,10-2 5-16,-4 0-5 0,8 1 2 16,6-1-3-16,0 1-1 0,7-2 3 15,9 4 1-15,4-1 1 0,7-2 1 0,10-1 2 16,7-4-1-16,2 3-2 0,1-3 4 16,2 1-8-16,34-3 1 0,-22-1 4 15,-18 4-2-15,0 0-2 0,1 2 4 0,-4-1-5 16,-13 5 5-16,-1-2-1 0,-3 0-1 15,1 3-4-15,-1-2 2 0,4-1 0 16,-4 3 7-16,0 0-7 0,4-2 6 16,-7-2-4-16,4 4 1 0,-8 0 2 0,-9-1-2 15,-1 1 1-15,1-3-1 0,3 3 4 0,-6-3-6 16,-1 2 2-16,4-2 5 16,-4 0-3-16,3 1-4 0,-5 2 6 0,1-3-8 15,-1 1 6-15,-4-2-6 0,-1 4 5 0,-6 0 5 16,0 0-7-16,-3-1 0 0,-1 1 5 15,-2 0-5-15,-1 0-1 0,-3 0 4 16,0 0-1-16,0 0-4 0,-3 0 1 0,3 0 7 16,-7 0-7-16,1 0 6 0,-1 0-9 15,-3 0 1-15,0 0 3 0,3 1 0 0,-6-1 3 16,3 4 0-16,0-4-5 0,0 2 8 16,-1 1-3-16,-2-1-4 0,4 1 8 15,-5 0-5-15,1-2 2 0,-1 5-3 0,1-5 6 16,-1 3-8-16,-2 1 3 15,2-3 3-15,-2 4-7 0,-1-5 5 0,1 5 4 16,-1-1 0-16,-3 0-5 0,4 3 5 0,-1 0 2 16,-3 6-4-16,3 3-1 0,-3 1 0 15,-3 7 6-15,3 1-1 0,-4 8-5 0,1-1 9 16,0 0 4-16,0 1-10 0,-4-1 10 16,3-1 4-16,-2-6-12 0,2 3 6 15,-2-2-5-15,0-2 11 0,-1 0 2 0,0 0-1 16,0-2 2-16,-3-2 0 15,3 0-11-15,1-3 7 0,-4-1-6 0,0-2 0 0,3 0 7 16,-3-2-2-16,3-3-5 0,-3 2 3 16,0-2-6-16,3 1 15 0,-3-4 9 0,0 0 3 15,0 1 3-15,5-4 2 0,-5 3 1 16,0-1 0-16,0 2 0 0,0-5-5 16,3 1 1-16,-3 0-4 0,0 0 1 15,0-2-5-15,0 3-2 0,0-2 0 0,0-3-2 16,-3 3-1-16,-2-3-4 0,5 0-5 15,-6 0 0-15,-4 0-1 0,4 0-4 16,-11 0 1-16,4 0-4 0,-11-3 0 0,4 3-2 16,-13 0 1-16,-1-3-1 0,-12 3-1 15,-4 0 0-15,-10 0-2 0,-10 0-1 0,-7 0-3 16,-3 0-15-16,-16 3-19 0,-5-3-50 16,1 3-42-16,-3-9-45 0,-4 6-246 0,-43-2-42 15,1-8 32-15</inkml:trace>
  <inkml:trace contextRef="#ctx0" brushRef="#br0" timeOffset="40799.27">24690 6061 1242 0,'9'0'-24'0,"1"4"22"0,-2-4 7 0,-2 0 17 0,4 2 12 0,-4-2 12 0,-3 0 4 0,5 2 8 0,-5-4-6 0,-3 2-2 16,0 0-9-16,-6-6-8 0,-5 2-1 15,-8 0-4-15,-5-5-2 0,-9 1-6 16,-8 1-2-16,-5-2-2 0,-14 0 0 0,0-2-3 16,-3 1-4-16,-4 2 2 0,1-2-3 15,2-1 12-15,0 3-15 0,-3-5-5 16,1 2 9-16,-1 2-6 0,1-1 1 16,-1-3 0-16,1 1-5 0,-2-1 1 15,2 1 0-15,3 2 3 0,-1-4-3 0,4 6-2 16,4-3 2-16,6 4 1 0,9 0-1 15,2-1-1-15,9 3-1 0,0 0 2 0,3-1 0 16,3 2-7-16,2 1 3 0,1-2 0 16,5-1 1-16,2 5-5 0,-2-2 4 0,6 0-2 15,-3 2-3-15,2-2 6 0,5 0-4 16,-1 1 4-16,1-1 5 0,2 1-4 0,1-2 0 16,3 3 2-16,7-2 0 0,-4 0-3 15,3 2 1-15,4-2 1 0,1-2 0 0,2 2-3 16,0 1 2-16,0-2 8 0,-3 0-8 15,1 1 5-15,-5 3 4 0,4-1-6 16,-4-2 4-16,2 0-10 0,-2 3 5 16,1-2 2-16,-4 2-2 0,3-3 1 0,2 3-1 15,-5-2-2-15,0-2 3 0,0 4 1 16,-3 0-2-16,7-1 1 0,-4 1 1 0,-3-3-4 16,0 3 3-16,8 0 3 0,-8 0-3 15,6 0-1-15,-3-3 0 16,-3 3-2-16,3 0 2 0,-3 0 0 0,4-1 0 15,-4 1-2-15,0 0 4 0,0 0-1 0,0 0-2 16,3-3 3-16,0 3 3 0,-3 0-8 0,8-3 8 16,-5 3-8-16,0-2 1 15,4-1-1-15,-4 3 4 0,0-2-3 0,-3 2 2 16,3-4 7-16,0 4-7 0,-3 0-3 16,0 0 10-16,5-1-14 0,-5 1 5 0,0 0-4 15,6 0 3-15,-6 0 1 0,0 0 2 16,0 0-2-16,0 0-2 0,0 0 0 0,0 0 5 15,-17 5-2-15,7 0 0 0,1-3-3 16,-5 4 1-16,1-5 2 0,-4 6 0 16,-4-1 0-16,-1 2-2 0,-2-1 3 0,-3 1 0 15,4-1-5-15,0 0 5 0,3 0 0 16,0 2 0-16,3-4 2 0,4-1-3 16,0 2 4-16,-1-5-5 0,4 3 3 0,-3 1 0 15,6-3-3-15,-3 1-1 0,0 0 4 16,4-2-2-16,3 2-2 0,-5-3 5 15,5 3-2-15,-3-2-4 0,-1 3 1 0,4-2-2 16,3 3 4-16,0 1 0 0,3-2 0 16,0 4 1-16,4-1 2 0,-1 3-4 0,5-2 1 15,-1 2-1-15,-4 0-1 0,4-3 2 16,0 4-1-16,0-4 4 0,-4 3-4 16,5-2 1-16,-4-4 2 0,-1 4 1 0,-3-3-5 15,4 0 5-15,-3-1-1 0,2 2-3 16,-2-1 8-16,-1-3-5 0,3 1 2 15,-6 2 2-15,4-2 2 0,-1-2 2 0,1 2 5 16,-1-3 13-16,-3 3 9 0,0-3 8 16,7 1 7-16,-4-1 1 0,-3 4 8 0,0-4 2 15,0 0 0-15,0 0-4 0,10-5-5 16,-4-2-10-16,1-6-1 0,0 2-7 16,-1-1-3-16,4-2-2 0,1-3-5 0,2-2-6 15,1-3-19-15,2-3-59 0,1-3-57 16,2-3-46-16,-2-1-53 0,7 0-196 15,-5 5-115-15,-2 4-31 0</inkml:trace>
  <inkml:trace contextRef="#ctx0" brushRef="#br0" timeOffset="43004.94">32203 8540 630 0,'30'3'59'0,"-14"-2"10"0,-2-1 1 0,-11 0 7 0,4-1 1 0,-7 1-5 0,0 0 5 16,-7-6-7-16,4 4-7 0,3 2-6 0,0-3-7 16,0 3-8-16,-4-2-15 0,4-2-25 15,4 3-44-15,-4-5-27 0,3 5-37 0,4-2-85 16,-7 0-167-16,0 1 130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17:19:04.725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FF0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00B0F0"/>
    </inkml:brush>
    <inkml:brush xml:id="br4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4133 6579 610 0,'-4'-4'49'0,"4"1"-25"0,-3 0 14 0,3 1-23 0,-3 0-1 0,3 2 2 0,-3-4-10 0,-1 3-4 0,1 1 2 16,-1-3 4-16,1 0-4 0,3 3 2 0,-3 0-4 15,-4 3-1-15,4 0-1 0,-4 2 1 16,-3 5 0-16,3-3-1 0,-2 3 2 15,2 1-6-15,-3 1 6 0,3 1-1 0,1-1 0 16,-1 2-4-16,-3-1 0 0,6 2 5 16,-2 0 1-16,3-1 1 0,-4 0-3 0,4-3-4 15,3 3 0-15,-4-3 5 0,0 3-4 16,4-7 2-16,4 3-2 0,-4-2 2 0,4-1 9 16,-1 1-1-16,4-6 0 0,-4 0-2 15,3-2 1-15,1 0 4 0,3-2-4 0,-3-4 6 16,3 2-1-16,-4-3 0 0,5-1-2 15,-2-2 0-15,1 0 1 0,-3-1-4 16,3 3-1-16,-3-5-1 0,3 1 7 0,-3-1-7 16,-4 1-2-16,3-1 7 15,-2 1-5-15,-1-5 6 0,-3 3-6 0,0 2-1 0,-3-4-1 16,3 4 1-16,-4-1-1 0,1 4-1 16,0-1 8-16,3 2-18 0,-3-2 0 0,-4 6-19 15,7 1-17-15,-7-3-101 0,4 4-123 16,-1 0 214-16</inkml:trace>
  <inkml:trace contextRef="#ctx0" brushRef="#br0" timeOffset="379.74">4322 6582 705 0,'-6'18'-10'0,"0"-7"5"0,2 6-1 0,1-3 1 16,0 1-1-16,3 0-1 0,-3-2 0 0,3 2 5 0,0 0-2 0,-5-2 3 0,5-1-3 0,5-2 2 0,-5 0 1 16,3-1-1-16,-3 1 2 15,3-3 6-15,0 1-2 0,1-2 0 0,-1-2 1 0,0 2 5 16,7-5 5-16,-3-1-1 0,0-1 4 15,-1-2 6-15,0-1-2 0,5-5-6 16,-1 0 6-16,-4-1 0 0,1 0 3 0,0-1-7 16,-4-3-2-16,1 2 0 0,-1-5-2 15,-3 3 4-15,3-1-2 0,-6 0-6 16,3 1-1-16,-3 1 0 0,-1-2 3 0,4 1-6 16,-3 3 1-16,0 1-6 0,-1-2-9 15,1 3-5-15,-1 1-13 0,-2 0-59 0,3-3-148 16,-1 4 16-16,-2 1 74 0</inkml:trace>
  <inkml:trace contextRef="#ctx0" brushRef="#br0" timeOffset="970.51">4610 6467 610 0,'0'-2'5'0,"0"2"3"0,3-4 3 0,-3 4-2 0,0-1 3 0,0 1 3 0,0 0-4 0,3-3 0 0,-3 3-3 0,0-3 0 16,0 3-5-16,0 0 5 0,0 0-4 16,0-1-2-16,0 1 1 0,0 0-3 15,0 7-2-15,3-2 5 0,1-1-2 0,-4 6-3 16,3 1 4-16,0-1 2 0,-3 0 0 15,3 2-2-15,2 2-3 0,-5 3 4 0,3-3 1 16,-3 1-3-16,3 0 0 0,-3-1-1 16,3 4-2-16,1-3 0 0,-4 2 8 0,3 0-3 15,-3-3-1-15,3-2 0 0,-3 1-6 16,3 2 7-16,-3-5 0 0,3 1-3 16,-3-3 4-16,0 3-4 0,0-4 2 0,0 0 1 15,5 1 10-15,-5 1-1 0,0-5 5 16,3 0 0-16,-3 2-2 0,0-1 0 0,3-2 2 15,-3 0 1-15,0-2-3 0,0 2-3 16,3 0-3-16,-3-3 8 0,0 0-1 0,0 0-12 16,0 0 4-16,0 0-7 0,0 0-2 15,0 0-4-15,4-7-9 0,-4 4-10 16,0 0-11-16,3-2-35 0,-3 3-88 0,0-3-69 16,3-1 77-16</inkml:trace>
  <inkml:trace contextRef="#ctx0" brushRef="#br0" timeOffset="1821.14">4969 6572 661 0,'3'-5'8'0,"2"3"4"0,-2-2 5 0,-3 3 5 0,3-2-5 0,-3 0 2 0,0 3-7 16,0 0-3-16,0 0-3 0,0 0-1 0,-6 7 4 15,-2 4-3-15,2-1-3 0,-1 0 3 16,1 2 0-16,-2 6-1 0,2-4 0 15,-1 0-4-15,4 1 2 0,-3-1-4 0,3 1 7 16,-1-2 0-16,4 2-9 0,-4-1 4 16,4 0-1-16,0-3 3 0,4 3 1 0,0-3-2 15,-1 0 0-15,0-1-1 0,3-2 5 16,1-1-1-16,4-1 0 0,1-5 4 16,-2 2 0-16,4-3 0 0,-4 3-4 0,-1-6 6 15,5 3 0-15,-7-4-1 0,2 1 7 16,-1-3-5-16,-2-2 5 0,1 4-8 15,-4-3 6-15,-3-1 1 0,0 1 0 0,0-3-1 16,-3-4-6-16,0 6 0 0,-1-3 6 16,-2 1-6-16,-2-3 0 0,5 4-2 15,-3-1-3-15,-1 2 10 0,4 1-10 0,-3 0 2 16,-2-2-1-16,2 1-2 0,2 4 7 16,-2 0-10-16,3-2-2 0,0 1 0 0,-5 3 3 15,5-3-3-15,0 2-4 0,-1-1 2 16,4 1 0-16,0 0-6 0,0 3-4 15,0-5-3-15,4 3 4 0,-1 2 0 0,3-5 3 16,5 5 4-16,-1-6-5 0,4 5 4 16,2-2-2-16,1 0 0 0,-1-2 5 15,1 3-8-15,2 2 11 0,-1-4-6 0,-6 3-2 16,6 1 5-16,-5 0-3 0,0 1 8 16,-3 3-6-16,0 3 0 0,0-1 5 0,-6 6-3 15,-1 1 4-15,0-1-1 0,0 2 0 16,-3 1-3-16,4 1-1 0,-1-1 7 0,0 0-1 15,4-2 0-15,0 1 2 0,-4-2-6 16,4 1 1-16,-1-1-1 0,5 1 1 0,-5-2 5 16,1-4-2-16,3 0 7 0,0 1 5 15,0-4-3-15,-1-1 10 0,2 0-6 16,2-3 9-16,1 0 9 0,-5-3-1 0,4-1 5 16,-2-5 4-16,-1 1-2 0,-1 0 3 15,-1-5-1-15,-2 2 0 0,-2-3-6 16,-4-1-1-16,0-3-3 0,-4 1-7 15,-2-1 3-15,-5 0-5 0,1 0 3 0,-2 4-6 16,-2-1-5-16,1 2-5 0,-4 4-18 0,-4-1-13 16,2 7-28-16,-1 3-18 0,-7 3-65 15,0 4-213-15,-6 8 13 0,-4 7 153 16</inkml:trace>
  <inkml:trace contextRef="#ctx0" brushRef="#br0" timeOffset="36216.21">6413 4640 128 0,'0'0'107'0,"0"0"-25"0,0 0-28 0,0 0-9 0,0 0-10 0,0 0-13 0,0 0-1 0,0 0-1 0,0 0-1 0,3-4-6 0,-3 4 0 0,0 0-2 15,0 0 2-15,0 0-4 0,0 0-2 16,0 0 2-16,0 0-3 0,0 0 2 0,0 0-4 16,0 0 2-16,0 0-1 0,0 0 4 15,0 0-3-15,0 0-4 0,0 0 3 0,0 0 0 16,0 0 1-16,0 0 1 0,0 0-5 15,0 0-2-15,0 0 3 0,0 0 1 0,0 0 8 16,0 0-1-16,0 0 2 0,0 0 2 16,0 0-5-16,0 0 10 0,3-1-1 0,-3 1-3 15,0 0 5-15,4-3-5 0,-4 3 6 16,3-3-5-16,-3 2 0 0,4-2 2 16,-1 0-4-16,0 1-1 0,0-1-5 0,1-3 8 15,-4 5-5-15,6-5-2 0,-6 5-6 16,4-5 9-16,0 1-3 0,-1-1-5 0,3 2-3 15,-3 0 6-15,1-2-3 0,-1 1-2 16,3-1-1-16,-1 2 6 0,-2 0 0 0,0 1-11 16,-3-2 3-16,6 5-1 0,-2-5 6 15,-4 1-4-15,3 0 1 0,0 4 2 0,-3-3-6 16,0 2 8-16,0 1-5 0,0-6-1 16,3 6-2-16,-3 0 0 0,0 0-2 15,5-2 2-15,-5 2-4 0,0 0 4 16,0 0 0-16,0 0-3 0,0 0 3 15,0-3-3-15,0 3 1 0,0 0-1 0,0 0 4 0,0 0 1 16,3 5 0-16,-3-5 0 0,3 6 0 16,0-5-2-16,-3 2 3 0,3 0-4 15,1 2-1-15,-1-3 0 0,-3 3 2 0,3 2 2 16,0 4 0-16,2-4-3 0,-2 0 0 16,-3 0 4-16,3 4 2 0,0-1-3 15,0 3 5-15,-3-1-2 0,4 3 3 0,-1-2 3 16,-3 2-5-16,3-4-2 0,-3 6-9 0,0-9 5 15,0 9 3-15,3-9 3 0,-3 3-2 16,0-1-2-16,0 0-5 0,5 1 6 0,-5-3-2 16,0 1 1-16,0-4 3 0,0 2-5 15,0-3 4-15,0 2 0 0,3-1 0 16,-3 1-2-16,0-2 6 0,0 0-4 0,0 0-5 16,3 1-2-16,-6-3 6 0,6 4 3 15,-3-5 0-15,-3 2-6 0,6 0 6 16,-3-2-9-16,0-1 5 0,0 4 3 0,0-2-5 0,0-2 5 15,0 3-2-15,0-3-1 16,0 2 2-16,0-2-4 0,0 0 4 0,0 3-3 16,0-3-1-16,0 3-1 0,0-3 4 15,0 0-1-15,0 0-3 0,0 1 0 0,0-1 3 16,-3 3-3-16,3-3-3 0,0 3 4 16,-3-2 0-16,3-1 8 0,-5 4-10 0,5 1 2 15,-3-5 2-15,0 2-2 16,3-2 5-16,-7 3-1 0,1 0 1 15,3-2 1-15,-5 2-4 0,5 0 2 0,-3-3 2 16,-1 1 0-16,1-1 0 0,-2 0-4 0,2 4 3 16,-1-4 13-16,1 0-8 0,-5 2-2 15,5-2-4-15,-1 0 6 0,1 0-3 0,0 3-2 16,-2-3 6-16,2 0-2 0,2 0 0 0,-2 0-4 16,6 0 10-16,0 0-5 0,-7-3 1 15,4 3-9-15,3 0 9 0,0 0-2 16,0 0-3-16,13-2 1 0,-3-2-2 0,4 3 1 15,2-5 3-15,7 5-7 0,1-5-9 16,0 1 11-16,-5 3-21 0,1-3-1 0,7 2-6 16,-8 0-8-16,-1 2 1 0,2-2-6 15,-1 3-2-15,2 0-6 0,-1-3-37 16,-7 3-84-16,3 0-65 0,-2 0 79 16</inkml:trace>
  <inkml:trace contextRef="#ctx0" brushRef="#br0" timeOffset="45161.11">17546 5325 629 0,'4'0'12'0,"-4"0"8"0,0-3 0 0,0 3 3 0,0 0-2 0,3-2-2 0,-3 2 5 0,0 0-5 0,0 0 2 0,0 0 1 0,0 0-4 15,0 0 4-15,0 0-2 0,0 0 3 0,0 0-3 16,0 0 0-16,-7-3 5 0,7 3-4 16,0 0 0-16,0 0-2 0,0 0 0 15,0 0 5-15,0 0-3 16,0 0 1-16,-13 3-3 0,6-3-2 0,-3 0-3 0,-4 0 6 16,2 0-3-16,-6 2-2 0,-1-2 5 15,-1 0 5-15,-1 3-7 0,-4 0-2 0,-2-3 6 16,-3 1 1-16,3 2-2 0,0 0-4 15,7-2 0-15,-7 3 2 0,1-2 5 0,-1 3-7 16,1-2 6-16,2 0-7 0,-3-2 2 16,4 2 2-16,-3 0 0 0,2 2-5 0,-2-3 1 15,2 3 1-15,-3-2-2 0,0 1 0 16,5 2 2-16,-5-1-2 0,3 0-4 16,-2 0 1-16,2-1-3 0,-2 3 1 0,-1-1 2 15,4 2-2-15,-4-4-1 0,0 3-3 16,5-1 3-16,-5 2 0 0,0-1-1 0,0 1-1 15,4-3 0-15,-4 3 4 0,4-4-1 16,-4 0-1-16,1 5-2 0,2-4 5 16,1-1-4-16,0 2-3 0,-1-1 4 0,7-3-2 15,-2 3 5-15,2 1-5 0,4-5 2 16,-4 2 1-16,4 1-2 0,-4 0-2 16,4-2 4-16,-4 1 0 0,4-1-3 0,-4 1-1 15,1 0 3-15,-5-2-5 16,4 2 3-16,-2 0-2 0,-2-2-3 0,1 3 2 15,1-2 0-15,-2 1-1 0,2-1 0 0,-5 1 3 16,4 0-2-16,4-2 2 0,-8 2-2 0,7-3 0 16,1 3-2-16,-4-3 0 0,4 1 2 15,-5-1 2-15,4 4-2 0,1-4 0 0,-1 0-2 16,-2 2 1-16,-2-2 1 0,4 0-2 16,-2-2 3-16,-2 4 0 0,1-4 0 15,-3 2 0-15,3 0-3 0,-3 0 4 16,3-4-1-16,-3 4-5 0,2-1 2 0,2 1-1 15,-1 0 4-15,-1-3-1 0,2 3-2 0,-2-3 5 16,1 3-3-16,1-1-2 0,-2 1 1 16,1-3 1-16,1 0-2 0,-2 3 2 15,1-2-1-15,1-1 2 0,2 3-2 0,-3-2 3 16,0 2-5-16,3 0 2 0,1-4 1 16,-2 4-2-16,-1-1-2 0,2 1 2 15,1-3 2-15,-4 3 1 0,2-3-6 0,2 2 5 16,-4 1-1-16,1-3-2 0,-2 0 1 15,4 3 0-15,-2-2 1 0,-2 2-1 0,1-3-2 16,1 1 1-16,-2 2 1 0,1-4 1 16,1 3-2-16,2 1-1 0,-3-3 0 0,3 3 3 15,1-3-3-15,-4 3 0 0,2-1 2 16,2 1-2-16,-1-3 1 0,1 3-1 0,-1 0 2 16,-2-3-2-16,1 3 2 15,1 0-1-15,-2 0-4 0,-1 0 3 0,-4 0 0 16,5 0 2-16,-5 0-4 0,4 0 1 0,-3 3 2 15,0-3 1-15,-1 0-2 0,-3 3 1 16,4-2 3-16,0-1-5 0,0 0-1 16,-4 3 3-16,3-3 1 0,-3 3-5 0,2-3 4 15,1 1 0-15,-3 3 0 0,0-2-5 16,1-2 5-16,2 3 0 0,-2-1-1 16,-1 1 1-16,-3-3-1 0,4 3 3 0,-1-2-2 15,-3 2 0-15,3-3 0 0,0 3-1 16,-3-3 1-16,3 0-1 0,-2 1 1 0,-1-1-2 15,0 0-1-15,-3 0 2 0,-4 0 0 16,3 0 2-16,-5 0-3 0,2 0 1 0,-4 0 1 16,-5 0-3-16,3 4 1 0,3-4-1 15,-7 0 4-15,0 2-2 0,1-2-1 0,9 3 3 16,-3-3-3-16,3 2 2 0,4 1-3 16,0-3 1-16,0 3 1 0,-1-3-3 0,1 1 1 15,3 2 0-15,-3 0 3 0,3-2 0 16,3 3-2-16,0-4 2 0,1 2 1 15,-1 1-3-15,3-3 1 0,5 2 3 0,-2 1-5 16,1-3 3-16,1 0-2 0,2 3 0 16,-3-3 2-16,0 0-1 0,0 0-1 15,0-3 1-15,-3 6-1 0,2-3 2 16,-2 0-2-16,0 0-2 0,-4 0 2 0,4 0 1 16,-4 0 1-16,-3 0-3 0,0 0 3 15,3 0-4-15,-3 0 2 0,4 0 2 0,-4 0 0 16,7 0 0-16,-4-3-1 0,7 3 2 15,-3 0-4-15,-1 0 0 0,4 0-1 0,0 0 3 16,0-3 0-16,-3 3-4 0,2 0 3 16,2 0 0-16,-1 0 0 0,-4-2 1 0,2 2 1 15,-2 0-4-15,0 0 1 0,1 0-2 16,0 0 4-16,3 0 0 0,-4 0-1 16,5 2-2-16,-5-2 2 0,4 0-2 0,0 0 4 15,0 0 0-15,3 3-1 0,-2-6-3 16,2 6 1-16,-4-3 0 0,5 0 3 0,-4 0-2 15,1 3 0-15,-2-3 2 16,1 0 0-16,1 0 0 0,-2 0-1 0,1 0 0 16,0 1 1-16,0-1-1 0,0 3 1 0,0-3-1 15,0 0 4-15,0 0-3 0,0 0-2 16,0 0 0-16,1 0 2 0,-2 0-2 16,1 0 1-16,1-3 0 0,-2 3-3 0,4 0 3 15,-2 0 0-15,-2-1 2 0,1 1-3 16,1 0 0-16,2-3 0 0,-3 3 2 0,0-3-1 15,0 1-2-15,0 2 2 0,3-3 1 16,-3-3 3-16,4 5-3 0,-2-2-1 0,2-1 1 16,-1-2-1-16,4 4 2 0,-4-7-4 15,4 5 4-15,-4-3-2 0,4-1 1 0,-4-2-2 16,1 0 3-16,2-1 0 0,4 3 1 16,-7-3-4-16,8-2 4 0,-4 4 1 15,-1-1-2-15,1-3 0 0,-1 1 0 0,1-1 0 16,3 2 1-16,-3 0 4 0,6 1 2 15,-3-2-1-15,0 1 4 0,3-2-3 0,1 1 2 16,-1-1 0-16,1 4-2 0,2-7 5 16,-3 7 0-16,4-7 1 0,0 2-2 15,0-1 0-15,-1-3-2 0,1-3-2 0,0 0 2 16,-1 1-3-16,4-3 1 0,-4 1 2 16,1 0-5-16,3-3 2 0,0 0-4 15,-3 0 3-15,3 0 0 0,0 0-4 0,-3 1 3 16,3-1-2-16,0 3-2 0,3 0-2 15,-3-2 3-15,0 3-1 0,0-2 2 0,0-2 1 16,0 3-6-16,0-1 4 0,3 1-2 16,-3 0 1-16,-3 1 1 0,6-4-1 0,-3 3 1 15,0 2-1-15,0-3 0 0,3 3-1 16,1 2-2-16,-4-1 1 0,4-5 8 16,-1 8-8-16,0-4-1 0,1 2-1 0,-1 3 3 15,0-2 0-15,0 2-1 0,1-3 0 16,-1 4-2-16,1-3 3 0,-1 6 0 0,0-4-2 15,4 1 4-15,-4 3-2 0,0-3 3 16,1 4-2-16,-1 2 0 0,-3-3-4 16,3 1 0-16,-3 3 4 0,4-1-2 0,-4 1 1 15,3 1 0-15,-3-2-3 0,4 4 0 16,-4-2 0-16,3 2-3 0,-3 0 3 16,3 1 0-16,-3-2-1 0,3 2-1 0,1 1 2 15,-1-2-1-15,4 3 0 0,-4-2 0 16,4 0 1-16,3 3 1 0,-4-1 2 0,8 1-1 15,-1-3-1-15,1 3 4 0,2-4-8 16,4 4 3-16,1 0 2 0,1-1-2 0,5 1 1 16,0-3 2-16,3 3-1 15,0-2 2-15,3 2-4 0,0 0 6 0,1-3-5 16,2 3-1-16,-2-2 2 0,6 2 1 0,-4 0 1 16,1 0-1-16,-1 0-2 0,12-3-1 15,-6 3 1-15,2-3 2 0,3 3-3 0,0-1 0 16,-1 1 4-16,4-3-1 0,-4-1 0 15,2 3-1-15,-2 1 0 0,-2-3 2 0,-1 1-2 16,4 2 3-16,-4-5-1 0,1 5-2 16,-2-3 4-16,6 0-6 0,-12 2 4 15,4-2-2-15,3-1 3 0,1 3-1 16,-1-2-2-16,1 1 1 0,-2 0 0 0,1-1 1 16,5 0-2-16,-6 0 2 15,6 2-1-15,2-2 1 0,3-1 1 0,0 3-4 0,7-4 1 16,-3 3 2-16,6-4-2 0,-9 3 2 15,9-1-1-15,-10 0 0 0,4 3 0 16,-4-4 0-16,-2 3 1 0,-2-4-1 0,1 3-2 16,0 2-1-16,0-6 3 0,-3 6 0 15,-1-2 2-15,2 1-4 0,-2-3 2 16,-2 2 0-16,-1 0 0 0,0-1-2 0,-3 0 1 16,0 3 4-16,-7-2-6 0,4 1 2 15,-4-3-1-15,0 5 1 0,0-6 3 0,2 6-4 16,-2-1 2-16,0-2-2 0,-3-2 1 15,0 2 1-15,0 1-1 0,3 0-1 16,-3 2 2-16,1-3-1 0,2 0 0 0,0 0-2 16,0 2 2-16,1-2-1 0,2-1 4 15,0 3-1-15,5-2-4 0,2 1 3 0,-3 2 0 16,7-2 0-16,-4 2-2 0,7-3 2 16,-4 0 0-16,8 3 0 0,-4 0-1 0,3 0 2 15,4 0-2-15,9 3-1 0,2-3 0 16,2 3 4-16,2-3-2 0,-1 2 0 15,5-2-2-15,-3 2 0 0,1-2 0 0,2 3 0 16,-2-2 0-16,-1-1 2 0,0 0-1 16,1 0 2-16,-1 4-4 0,-2-1 2 15,2-3 1-15,-7 0 2 0,1 0-4 0,-1 1-2 16,-9-1 3-16,0 3 0 0,-3-3 6 16,3 3-9-16,-5 0 1 0,-5-1 1 0,4 0 1 15,-5 1 0-15,-3-3-2 0,1 5 4 16,-8-5-4-16,-3 3 0 0,1-2 3 0,-8 2-1 15,4 0-1-15,-3-3 2 0,3 3-3 16,0 1 3-16,-3-4-1 0,0 4 0 16,3 0 1-16,-4-1 0 0,4 1 0 0,-3-1-1 15,-1 2-1-15,1-3 1 0,-3 1 2 16,-5 2-5-16,5-2 4 0,-7-2 8 0,-1 2-12 16,1 0 4-16,-4 0-3 0,4-1 2 15,-4 0 0-15,-2 2 0 0,2 0-2 0,-1 0 4 16,2 2 0-16,-4-1 1 0,4 1-1 15,-4 2-1-15,2 3-1 0,2-5 3 16,-4 8-2-16,0-4 0 0,0 5 1 16,0 0 0-16,0 0 3 0,0 2-2 0,-3-3 1 15,3 7 0-15,-4-3 0 0,1 1 0 16,0 5 1-16,-4-6-3 0,0 6 3 0,1 1-1 16,-1-3-1-16,0 3 3 0,4-2-4 15,-3 2 3-15,-1-4 0 0,3 4-2 16,1-1 2-16,-4 1 0 0,5-3-2 0,-2-1 2 15,-3 1-2-15,4-2-1 0,-4 0 0 16,0 0-1-16,5-2 1 0,-5-1-1 0,0-2 4 16,-3 3-2-16,3-4 1 0,-3 1 0 15,0 3-3-15,0-3 1 0,0-1 2 0,0 2-1 16,0-1 0-16,0 0-2 0,-3 2 3 16,0-2-2-16,0 6 1 0,-2-7-1 0,2 4 2 15,0-3-2-15,0 0 0 0,-1-1 2 16,1 2 6-16,0-4-6 0,0 1 1 15,-4-1 1-15,3 1-3 0,1-1 5 16,-4-2-1-16,4 1 3 0,-3-4 0 0,2 3-1 16,1-2 4-16,-4-1-4 0,4 0 2 15,-4 1-1-15,1-4 2 0,2 3 2 0,-3-1-1 16,4-3-1-16,-4 2-2 0,-2-2 1 16,2-2-1-16,-3 2-4 0,3-3 1 15,-6 3-3-15,3-3-1 0,-7 0-8 0,0 1-17 16,-2-1-32-16,-1 4-53 0,-7 1-35 0,-3-3-51 15,-4 4-187-15,-5-5-296 0,-2 5-170 16</inkml:trace>
  <inkml:trace contextRef="#ctx0" brushRef="#br0" timeOffset="47693.61">15589 3185 1727 0,'4'-6'-96'0,"-1"4"13"0,1-5 15 0,-4 4 17 0,3 0 0 0,-3 2 13 0,3-2 9 0,-3 0 3 0,0 0 6 15,0 3 5-15,0 0 3 0,-3-4 5 0,3 4-2 16,0-4 9-16,0 4-8 0,0 0 4 16,-3-4 6-16,3 4-9 0,0 0 1 0,0 0 1 15,-4 10 4-15,1-5 0 0,-1 2-4 16,1 4 6-16,-3 3-2 0,2 1-3 15,1 1 3-15,-4 6 4 0,3-1-2 16,1-2-2-16,-3 3-2 0,3 1 5 16,-4 0 1-16,4-2 2 0,-5 3-1 0,5-5-1 15,-3 2-1-15,3-4 5 0,-4 2 4 0,4-1-7 16,-5-3 5-16,5-2-3 0,0-1-1 16,0 1 4-16,0-1-1 0,3-2 2 0,-4 1-4 15,4-4 6-15,-3 0-5 0,3 0 2 16,-3 1 7-16,3 1-3 0,0-5 2 0,-3 0 1 15,3 0-4-15,0 0-7 0,0-1 5 16,0-3-12-16,0 0-20 0,3 0-13 16,-3 0-10-16,6-7-19 0,-6-1-78 0,4-2-226 15,2-1 119-15</inkml:trace>
  <inkml:trace contextRef="#ctx0" brushRef="#br0" timeOffset="48886.38">15820 3227 974 0,'6'-6'-35'0,"1"2"9"0,-4 1 5 0,0 2 3 0,5-2 5 0,-8 3 3 0,3-3 2 0,-3 3 4 0,0 0 2 0,0 0-3 16,0 0-1-16,-8 14 7 0,5-6-3 16,-3 2 0-16,-1 1 2 0,1-1-2 0,-2 1 6 15,2 3 3-15,-1-3 2 0,1 6-5 16,3-5 4-16,-5 1 2 0,5 1-4 0,0 1 2 16,0-3 0-16,-1 4 5 0,4-4-2 15,-3 1 0-15,3-1 8 0,0-2-9 0,0 0 2 16,3 1-2-16,-3-3-2 0,0 0 7 15,4 1 10-15,-1-2-9 0,-3-2 6 16,3-1 4-16,-3 2-4 0,3-2 6 0,5-1 9 16,-2-3-4-16,1 3-1 0,2-3 3 15,-1-3-1-15,1 0 0 0,1 2 0 16,1-5-5-16,-1 1-1 0,-1-2 1 0,2 0-2 16,-1-4 0-16,-1 1-4 0,-2 0 5 15,3-1-12-15,-3 0 3 0,-4 1-1 16,3-2-1-16,-2-1-2 0,0 1-2 0,-1-1-2 15,-3 1 2-15,3-1-2 0,-3 1-1 16,0 1-1-16,0-2-4 0,0 3 2 0,0 1-3 16,-3-1 3-16,3 2-4 0,0 1 0 15,-3 0-2-15,3-2-1 0,-4 1-2 16,4 4-5-16,-4 0-7 0,4-2-2 0,0 1-13 16,-3-1 1-16,3 5-9 15,0-2 8-15,-3-1-3 0,6 1 0 0,-3 0-3 0,0 0-1 16,3 1-3-16,1 0 2 0,0-2 0 15,6 4 8-15,2 0 10 0,2-1-5 16,3 1 2-16,3 1 3 0,0 3 4 16,0-4 0-16,0 2-1 0,0 0 1 0,0-2 5 15,-3 3-2-15,-4-3 6 0,4 3-5 16,-8 0 5-16,4-2 2 0,-5 5-3 16,-2 1 5-16,1 1-4 0,-4 2 6 0,-3-1-3 15,-3 4 5-15,-1-1-3 0,4 1-1 0,-3-1 0 16,0-2 4-16,-3 5-6 0,6-5 4 15,-5 3 7-15,2-2-6 0,0 1 1 16,3-2-7-16,0 0 5 0,-3-3 1 0,6 1 0 16,-3-1 1-16,3 1 5 15,-3-1-5-15,3-1 5 0,2-2 3 0,1-1 2 0,0 2-3 16,1-3 5-16,-1-2-8 0,2 0 10 16,2 0-3-16,-4-2 1 0,5-2 5 15,-5 3-2-15,1-5 2 0,-1 5-2 16,0-8 4-16,2 5-1 0,-2-7-6 0,1 4 5 15,-4 2 1-15,0-5-5 0,0 0 1 16,1-1-7-16,-4 4-2 0,4-3 4 0,-4-2 4 16,3 2-7-16,-3-1-2 0,-3 3 3 15,3-1-9-15,0 0 8 0,0-1-3 0,0 0 1 16,0 2-6-16,3 4 1 0,-6-5-4 16,6 1-2-16,-3 4-1 0,0 0-1 15,3-5-12-15,1 5 3 0,-1-1 3 0,3-1-5 16,5 2 2-16,2 1 2 0,-3 0 0 15,3-1 5-15,4 4-1 0,0 0-1 0,-1 0 7 16,1 0-9-16,-1 0 6 0,1 2 0 16,-4 3 1-16,4-2-3 0,-7 1 2 15,4 3-1-15,-5 1-2 0,1 1 3 16,-2-1 5-16,-5 3-4 0,3-4 3 0,-3 4 10 16,1-1-2-16,-4 0-5 0,3-3-5 0,0 1 2 15,0-1 5-15,2-3-8 0,-2 2 4 16,3 2 4-16,1-5-6 0,-1 1 5 15,5-1-5-15,2 2 3 0,-4-3 1 0,9 0-2 16,-9-2-1-16,8 0 1 16,-4 0 1-16,1 3 10 0,-1-6-12 0,-3 3 2 15,4 0 18-15,-5-2-16 0,2 2 2 0,-1 0-6 16,-4-2 2-16,1 2 2 0,3 0-11 0,-3 0-6 16,-1-4-5-16,1 4-12 0,3-1-2 15,3-2-14-15,0 3-18 0,1-4-67 16,-1 1-166-16,7 0 182 0</inkml:trace>
  <inkml:trace contextRef="#ctx0" brushRef="#br0" timeOffset="49040.16">17289 3289 787 0,'14'0'-15'0,"-1"0"4"0,-2-1 13 0,-5 1-1 0,0 0 6 0,4 0-3 0,-2 0 2 0,-2 0-3 0,4 0 5 15,-1 1-3-15,2-1-3 0,2 3 3 16,1 0-21-16,2-3-2 0,4 1-15 15,0-1-5-15,3 0-30 0,7 0-56 16,4 0-49-16,2 0 59 0</inkml:trace>
  <inkml:trace contextRef="#ctx0" brushRef="#br0" timeOffset="49177.91">18263 3313 521 0,'20'1'10'0,"0"-1"5"0,-3 3-2 0,2-3-4 16,1 0 0-16,-3-3 4 0,6 2-4 0,-3-2-2 15,1 0-1-15,6 0-1 0,-8 1-10 16,4-4-6-16,1 2-43 0,0 0-80 16,-2-2-7-16,5 1 48 0</inkml:trace>
  <inkml:trace contextRef="#ctx0" brushRef="#br0" timeOffset="49887.39">15980 3639 397 0,'-14'3'15'0,"1"-3"5"0,0 3 0 15,-1-3-4-15,4 1 3 0,-4-1-1 0,2 4-6 16,-1-4 1-16,2 2 1 0,-5-2 0 16,2 2-6-16,-2 1 1 0,2 0 5 15,-5-3-8-15,1 3 0 0,1-2-1 0,-2 5 0 16,-1-5-1-16,3 3 4 0,0-2-3 16,1 0 2-16,2-2-1 0,1 3 6 0,0 0 3 15,3-3 0-15,0 3 4 0,0-3 4 16,3 1 0-16,1-1-3 0,-1 0 1 15,4 0-2-15,-1 3-4 0,0-3-2 0,4 0 1 16,0 0 4-16,0 0-1 16,0 0 3-16,18 0 7 0,5-3 4 0,7 3 5 15,13-1-7-15,11-2-7 0,12 3 4 0,10-3-3 16,22 3-7-16,-2 0 8 0,11-3-11 16,36 3 1-16,4-2-4 0,-1 2 8 0,-2 2-6 15,3-4-5-15,-5 0 4 0,-1-2-2 16,3 0 8-16,-29 0-9 15,-11-2 0-15,-4 3-4 0,0-5 5 0,-10 7-3 0,-13-5 3 16,-4 2-8-16,-10-2 9 0,-6 4-12 16,-11 0 4-16,-5-2 3 0,-4 4 5 15,-4-1 0-15,-3 1-2 0,-3-3-6 16,-4 0 6-16,-3 3-3 0,-3-1 3 0,-1 1-8 0,1 0 0 16,-7 0-3-16,4-3-8 0,-5 3-11 15,1 0-7-15,1 0-18 0,-5-3-3 16,0 6-13-16,-6-3-90 0,-3-6-182 0,0 2 151 15</inkml:trace>
  <inkml:trace contextRef="#ctx0" brushRef="#br0" timeOffset="50266.88">16973 3671 899 0,'0'0'-10'0,"0"0"12"0,0 4 8 0,0-4-3 0,0 0 1 0,-4 2 2 0,8 0-4 0,-4 1-2 15,0 0 2-15,0 1 1 0,0 3 18 0,0 4 6 16,3 2 1-16,-3-1 1 0,3 2-2 16,-3 3 1-16,3-3 6 0,2 1-13 0,-2 0 0 15,0 3 3-15,4-3-12 0,-4-1 4 16,-3 2 2-16,3-4-4 0,0 2-9 0,0 0 6 16,2-3-4-16,-5 3-9 15,3-3-23-15,-3 0-13 0,3-1-17 0,-3-2-16 16,0-1-75-16,0-1-214 0,-3-2 129 15</inkml:trace>
  <inkml:trace contextRef="#ctx0" brushRef="#br0" timeOffset="50671.3">17116 3796 912 0,'4'-8'-22'0,"-1"-1"16"16,-3 5 1-16,3-1 8 0,-3-1 6 0,0 5 0 15,0 1 2-15,0 0-3 0,0 0 3 16,0 0-2-16,-3 8 0 0,0-2 9 0,-1 2-3 15,4 2 1-15,0-5 3 0,0 5-5 16,0 0 1-16,0-2 1 0,0 2-5 0,4-2 5 16,-1 3-3-16,0 2-7 15,0-5 6-15,1 2-1 0,-1-2-6 0,1-1 0 16,-4 0 7-16,6-2 8 16,1 0-1-16,-1 0 2 0,1-5 3 0,3 3 4 15,-3-6 6-15,3 3-5 0,0-4 8 0,0 3 4 16,0-4 1-16,3-6-2 0,-3 3 11 0,3-3-6 15,-2 1 2-15,-2 0 3 0,1-2 6 16,-2-1 1-16,1 2 1 0,-2 2-1 0,-1-1-2 16,-3 3 2-16,5-1-1 0,-5 1-7 15,0-2-6-15,0 5-7 0,4 0-2 0,-4 3-2 16,-3 1-5-16,3 5-2 0,2 2 1 16,-5 6-3-16,3-4-2 0,0 7-1 15,0 2-1-15,0-2-3 0,1 8 1 0,2-2-6 16,-3-1 4-16,5 4-5 0,-2 0-4 15,1 0-44-15,-1 0-45 0,5 4-40 0,-5 0-25 16,-2-5-100-16,-1-2-387 0,-3-2-132 16</inkml:trace>
  <inkml:trace contextRef="#ctx0" brushRef="#br1" timeOffset="70469.36">10666 5697 932 0,'3'-2'-31'0,"-3"2"10"0,4-3 4 0,-4 3 11 0,3-2-1 0,-3 2 3 0,0-4 1 0,4 4-1 0,-4 0 7 0,0 0 3 0,0-4 5 16,0 4 0-16,0-3 9 0,0 3 0 0,0 0-2 16,0 0 6-16,0 0 6 0,0 0-4 0,0 0 4 15,0 0-1-15,0 0 3 0,0 0 2 16,0 0-12-16,-7 0 7 0,7 0-6 15,0 0 3-15,-7 0-6 0,7 0 3 0,-3 3 1 16,-1-6-1-16,-2 3-5 0,-4 0-3 16,-7 0-6-16,4 0 4 0,-4 0-1 15,-3 3 1-15,-3-3 1 0,0 0-8 0,-1 0-3 16,-3 0 7-16,-3 0 0 0,0 3 2 16,0-3-5-16,3 1 0 0,-2-1-3 15,-1 0 3-15,0 4 0 0,3-4 1 0,1 2 1 16,-1 1-4-16,0-1 1 0,0 1-3 15,0 0 1-15,2-2 0 0,-5 2 0 0,3 0 3 16,0 2-1-16,-3-3-3 0,0 3 7 16,0 1-6-16,0-2 3 0,-3-1 0 0,-1 2-4 15,4 0 6-15,-3-3 5 0,0 4-6 16,3-2 1-16,0-1 3 0,-3 2 2 0,3-3 0 16,0 3-2-16,0 1 1 0,-1-5-3 15,1 2 1-15,0 1-1 0,4 0-1 16,-4 1-1-16,3-3 0 0,-3 4 1 0,3-5-1 15,-3 5-2-15,6-5 1 0,-6 5 1 16,5-3-3-16,-5 2 0 0,3-2 2 16,0 1-5-16,0-1 5 0,0 2-1 15,1 0-1-15,3-3-7 0,-4 4 8 0,4-2-1 16,-4 0 1-16,3 2 2 0,5-1-5 16,-5 1 0-16,7-2-1 0,1 4 5 0,-8-1-5 15,7 0 2-15,-2-1-2 0,2 4 3 16,-3-2-2-16,3 0-2 0,-3 1 3 0,4 0-5 15,3 4 3-15,-4-1 4 0,0-1-3 16,1 3 1-16,2-1 3 0,-6 5-1 0,3-3-2 16,4 2 1-16,-7 2 4 0,1 2 3 15,2 0-4-15,-1-2 1 0,2 1 2 0,-1-2-2 16,4 1 2-16,-4 5 0 0,1 1 0 16,2 0-2-16,-2 0 0 0,-1 1-2 0,4-1 2 15,-1 3 0-15,-2 0-2 0,2-3 3 16,1 5-2-16,3-3 1 0,-3 3 1 0,3 1-1 15,-3-2 2-15,-1 0 1 0,4 2 1 16,0-1-3-16,0-2 2 0,0 0-1 16,0-2 0-16,0 2-1 0,0-6 1 0,4 2 1 15,-2-2-3-15,2 0-4 0,0-2 4 16,2-1 0-16,-2 2-1 0,-2 0-1 0,5-2-3 16,0-5 3-16,0 4-1 0,-1-3-1 15,1 6 1-15,0-7 0 0,0 4-2 0,0-4 1 16,3 3 2-16,-5-3-2 0,5 1-4 15,-3 0 4-15,3 3-2 0,0-4 1 16,3 1-1-16,-3 2 0 0,0 0-1 16,0-1 2-16,5 0 1 0,-5-1 1 0,0 2-3 15,0-2 3-15,3 0-2 0,-3-1 1 16,3 4-3-16,-3-5 3 0,3 2-1 0,-3 0 2 16,0-1-1-16,3 0-1 0,1-3 1 15,-4 6-2-15,3-5-2 0,0 1 4 16,-3-1-2-16,3 1-3 0,-3-5 4 0,5 6-3 15,-2-3-1-15,-3 0 0 0,3-1 4 16,-3 0-1-16,0 1-1 0,3-3 1 0,1 3-1 16,-1-1 0-16,-3 1 1 0,3-1-1 15,-3-2 1-15,3 3 0 0,-3-1-3 0,3 1 2 16,-3-4-1-16,5 3 1 0,-5-2 2 16,3-1-2-16,-3 3 1 0,3-5 1 15,0 2 0-15,1-1 3 0,-1-2 3 0,-3 0 3 16,3 4-2-16,-3-5-3 0,3 3 3 15,4-2-4-15,-7 0 4 0,7 3 0 0,-4 0 0 16,4-4-2-16,-1 1 0 0,1-1 1 16,0 2-1-16,3-1 1 0,-4 2 0 15,5 1 2-15,-1-4 0 0,3 2 1 0,-3-1 2 16,3 2-2-16,-3-1 0 0,4 0-1 16,-1-4 1-16,0 6 0 0,0-6 1 0,1 2 6 15,2 0 0-15,-2 2 2 0,2-5 0 16,-3 2-3-16,4 1-1 0,-4-2-4 0,4-1 2 15,-4 4-3-15,1-4 0 0,-1 3 0 16,1-3 1-16,-1 1-6 0,1-1-2 16,-4 3 0-16,-1-3 0 0,2 3-2 0,-1-3-1 15,2 3 6-15,-4-3-5 0,2 0 0 16,3 0-2-16,0 0 3 0,0 2-1 0,4-4 0 16,0 4 2-16,-4-2-1 0,4 2-2 15,0-2-1-15,-1 3 3 0,1-3-3 0,-1 0 3 16,1 1-4-16,-1 3 1 15,-2-1 0-15,2-3-1 0,-2 1 1 0,2-1 1 16,-2 3 0-16,2 0 1 0,-2 0-2 0,6-1-2 16,-3-2 2-16,0 0 0 0,-1 0 4 15,4 0-2-15,0 2 0 0,-3 1 0 16,3-3-1-16,0 0 1 0,0 0 4 0,0 0-8 16,3 0 4-16,-3-3-3 0,4 3 1 0,-5 0-1 15,5-2 1-15,-4 2-1 0,4 0 0 16,-5-2 2-16,5 2-1 0,-4 0-2 0,-1 0 2 15,2 0-4-15,-1 0 3 0,3-3 2 16,-3 3 1-16,0-3-2 0,0 3-1 16,0 3 1-16,-4-6 0 0,4 3-2 0,-2-3 0 15,-2 3 2-15,4 0 2 0,-4-1 3 16,1 1-3-16,-1-3-2 0,5 3 4 16,-4-4-3-16,-4 4 6 0,4 0-4 0,-4-1-1 15,0 1-1-15,1-3 1 0,-2 3 1 16,2 0-6-16,-1-2 6 0,-2 2 0 0,5 0-1 15,-3 0-2-15,1-2-2 16,-1 2 2-16,1 0-2 0,2-3 3 0,-2 0 6 0,-1 3-8 16,1-3 0-16,-2 3-4 0,1-1 5 15,1-2-4-15,-1 3 2 0,-2-4 3 0,2 4-2 16,-4 0-1-16,5-1-2 0,-4 1 2 16,1 0-1-16,-2 0 2 0,1 0 2 15,4 0-5-15,-8 0 9 0,4-3-7 0,4 3 0 16,-4 0 0-16,-1 0-1 0,2 0 4 15,-1 0-5-15,3 0 0 0,-3 0 0 0,3-2 4 16,-3 4-1-16,0-2 1 0,0 3-3 16,-3-3-2-16,3-3 3 0,0 6 5 15,0-3-3-15,0 0-2 0,-3 0 1 0,2 0-2 16,1 0 0-16,1 0 2 0,-2 0-5 16,1 0 4-16,-2 0 1 0,1 1-3 15,4-1 7-15,-2 0-7 0,-2 4 3 0,1-1-3 16,4-2-2-16,-8-1 4 0,4 0 0 15,1 3 0-15,-5-3-4 0,4 3 3 0,1-3 2 16,-2 3-1-16,1-3 1 0,-4 0 0 16,5 2-1-16,-1 0 0 0,-1-2-1 0,-1 3 0 15,2-2 1-15,-1-1 2 0,2 0-2 16,-1 4-1-16,3-1 2 0,-3-2-1 0,3 5 0 16,0-3 0-16,-2-1 2 0,2 0 0 15,0-2-2-15,-3 3-2 0,0-3 2 16,4 1 0-16,-5-1 1 0,1 4-1 0,4-4-1 15,-4 3 2-15,-1-2-3 0,2-2 3 16,-1 1 5-16,-1 0-5 0,2 0-1 0,-1 1 1 16,4 2 2-16,-5-3-3 0,4 0 4 15,-2 0 2-15,2 0 3 0,-4 0-3 16,5 0 0-16,-4 0 1 0,0-3-1 16,4 3 1-16,-5-1 1 0,5-2 2 0,-1-1 1 15,-3 3-2-15,0-2 2 0,-3 3-3 0,3-2 2 16,0 0 3-16,-3 2 1 0,2-3-1 15,1 0-3-15,-3 0 2 0,0 2 1 16,-1-6-2-16,1 6 1 0,0 1 1 0,3-3-4 16,-4 1-2-16,1-3 3 0,0 2-2 15,-3-1 2-15,5 1 0 0,-2-1-2 0,-1 0 5 16,2 2-3-16,-5-3-2 0,3-1-1 16,1-2 1-16,-1 4 6 0,2-3-4 0,1 1 2 15,-2 2-1-15,-4-4 7 0,3 4-11 16,2-5 2-16,-2 5 5 0,-3-4-5 0,4 1-1 15,-4 0-1-15,5-1 1 0,-2 1-1 16,1-2 0-16,-4 0 3 0,3 2-5 16,-3-2 2-16,5 5 1 0,-2-6-6 0,-2 2 2 15,2 1 5-15,0-3 0 0,-1-1-2 16,1 3 0-16,-3 0 8 0,4-2-9 0,-1-1 0 16,1 1 4-16,-3-2 2 0,-1 2-9 15,4 0-1-15,-1-2 1 0,0 1-1 0,2 1-2 16,-5-3 3-16,4 5 1 0,-1 0-3 15,1-3 4-15,0 1-8 0,-1 0 3 16,1-1 2-16,-1 3-1 0,1-3 2 16,3 4-7-16,-3-3 10 0,3 2-11 0,-4-2 5 15,5 3-6-15,-5-1 3 0,4 1 3 16,0 0-3-16,0 1 1 0,3-1 0 0,1-1-1 16,-1 4-5-16,4-2 5 0,-4 1 3 15,1-1 1-15,2 2-2 0,1 1 0 16,-1-1 1-16,1 1-1 0,4-2 9 0,4-1-9 15,-1 5 2-15,0-2 4 0,2-1-1 16,4 1 2-16,0 0 1 0,4-2 6 0,2 3 2 16,7-2-1-16,-5 0 1 0,5 1-9 15,-1 2 1-15,2-2 6 0,-1 3-1 0,1-3-3 16,-4 0 4-16,0 1 2 0,-1 2-5 16,-1-2 1-16,-2 2-4 0,1-4 5 0,-1 4-4 15,-3 0 2-15,1 0 1 0,-4 0-4 16,0 0 9-16,0 4-9 0,0-4-1 15,-3 2 8-15,3-2-10 0,0 2 2 16,0 1 3-16,3 0-2 0,-3 0 2 0,3-2-1 16,0 2-2-16,1 1 1 0,-4 0-1 15,3 0 0-15,-3-1 2 0,4 0-1 0,0 1 3 16,-1-1-2-16,0 1 0 0,-3 0-5 16,0-2 5-16,3 3-2 0,-3-2-2 0,-3 0 6 15,0-2-6-15,-1 2 0 0,1 0 1 16,-1-2-1-16,-2 3-4 0,6-2 6 0,-3 0-1 15,0 1-1-15,-2-3 5 0,-1 3-4 16,6-3-1-16,-3 3-1 0,0-3 2 0,-1 1-2 16,4-1 2-16,0 0-1 0,0 3-2 15,0-3 0-15,1 0 1 0,-6 0 1 16,5 0 4-16,0 0-2 0,-3 0-1 0,3-3 6 16,-3 3-3-16,-3-1 6 0,-1 1-1 15,0-3 3-15,0 3 4 0,-2-3 3 0,-2 3 1 16,1-3-3-16,1 1-1 15,-2 2-2-15,1-2 4 0,4-3-5 0,0 2-4 0,1 0 2 16,2-1 0-16,0-2 0 0,3-2-3 16,3 4-1-16,-3 0 2 0,4-2-6 0,-1-1-1 15,0 3-1-15,4 0 0 0,-3 1 1 16,-1 2 5-16,3-5-8 0,1 3 2 16,-4 1 2-16,-3 0-1 0,7-3-4 0,-3 2 4 15,-1 0-3-15,0-1-2 0,4-2 1 16,-4 4 2-16,0-4 0 0,1 2-4 0,-1 0 4 15,-3-2-1-15,0 1-3 0,-3-2 5 16,3 1-2-16,-3 2-1 0,-4-2 2 16,-7 2-1-16,5-1-1 0,-5 2 0 0,1-1 0 15,-1-2 0-15,-2 1 5 0,2 3-3 0,-2-3-3 16,-4-1-2-16,4 2 1 16,-2-2-1-16,-2 2-1 0,4-1 2 0,-1-2-4 15,-2-2 5-15,1 0-1 0,1 2-5 16,-2-2 5-16,2 0-2 0,1 2 1 0,-1-2-1 15,1 1-2-15,-1 0 5 0,-1-1-3 16,-1 1 3-16,2 1 0 0,-3 0-2 0,4 0-1 16,-5 2 4-16,2-2-3 0,-1-2 0 15,-1 1-3-15,1 4 1 0,1-3 2 0,2 1-2 16,-3-2 0-16,0 4-1 0,3-3 2 16,-3 1 0-16,3 2 3 0,1-4-4 15,-1 4 2-15,3-2 1 0,-2-1-2 0,2 2 0 16,1-1 2-16,4 2-2 0,-2-2-2 15,2 2 1-15,-1-1 1 0,-1-2 3 0,2 1-1 16,-1 1-2-16,-1-1 2 0,2 2-3 16,2 0 3-16,0-2 0 0,-3 1-2 0,4-1-1 15,-1-1 1-15,0 3 2 0,0-2-2 16,1 2-2-16,0-1-1 0,-2-2 3 0,-1 4 0 16,-1-5 4-16,-1 6-7 0,2-3 3 15,-5-1-1-15,4 5 0 0,0-2 0 0,-3 0 3 16,3-2-2-16,-4 3 4 15,1 2-4-15,3-4 0 0,0 0 1 0,-3 1-2 16,-1 3 1-16,4-1 1 0,1-2 3 16,-5 3-4-16,4-3 3 0,-7 3 1 0,7-3-5 15,-2 3 3-15,-2-2 0 0,1 2 1 16,-1-2 0-16,1 2 1 0,-1 0-1 0,1 0-1 16,-1-4 2-16,5 4-5 0,-4 0 4 15,-4-1-1-15,7 1-1 0,0-3 1 0,-3 3 1 16,6-3-1-16,-3 3-2 0,0-1 1 15,4 1-1-15,-2-3 4 0,-2 3-4 0,1-3 0 16,-2 0 2-16,2 3-2 0,-1-2 3 16,-4 0-3-16,1-2 4 0,2 4-3 15,-5-1 1-15,3-2 0 0,0 3 2 0,-1-3-2 16,4 3 0-16,-3-1 1 0,-1-2-3 16,1 0 2-16,3 0 0 0,-3 1-1 0,-1 0-1 15,-2-2 1-15,2 3-1 0,-2-2-2 16,2 0 6-16,-2 2-6 0,-1-2 3 0,1 0 1 15,-1 0-2-15,1 1 1 0,-5 0 0 16,4-2 0-16,-2 3 5 0,-1-2-1 16,-1 0-2-16,2-1 1 0,-1 1-2 15,-4-2 5-15,4-1-5 0,0-1-3 0,-3 3 6 16,3-4-5-16,0 2 4 0,-3-2-4 16,6-1 0-16,-7 0 1 0,5-1-1 0,-2 0 0 15,1-2 1-15,-3 1 2 0,3 1 0 16,-3-3-4-16,-1 1 3 0,1-1 1 0,0 1-3 15,-1 2 1-15,-2-2-1 0,2-6 0 16,2 1 1-16,-5 2 0 0,3-5-2 0,-3 5 0 16,1-3 2-16,-4 3 0 0,3 1 0 15,-3-3 2-15,3 0-3 0,-3 2 2 0,0-3-4 16,3 4 3-16,-6-4-3 0,3 4 0 16,0-1 1-16,-3-3 1 0,3 3-1 0,-3 1 5 15,-1 1-6-15,1-2 0 0,0 1 0 16,0 0 2-16,0 2-5 0,3-4 2 15,-4 4 5-15,0-1-2 0,1 1-2 0,0-1 1 16,-1 1 3-16,-2 2 0 0,3-2-2 16,-4-1 0-16,3 2 1 0,1 3-2 0,0 0 5 15,-1-2-3-15,-2 0 2 0,3 2 0 16,3-2-4-16,-7 3 1 0,3-1 0 0,1 1-3 16,0 1 7-16,-1-1-2 0,4 0-2 15,-6 2 2-15,3-2 0 0,-1 1-2 16,-3-1 2-16,4 2-1 0,-4-2-3 0,1-1 3 15,-1 3 2-15,4-3-3 0,-4 4 2 16,-3-2-5-16,4 1 5 0,-4-2-4 0,-1 1 1 16,2 2-1-16,-5-4 4 0,1 2-4 15,0 2 3-15,-4 0-3 0,4-4 3 16,-4 3-3-16,1 0 3 0,-2-1 0 16,-5-1-1-16,7 2 0 0,-8-1 2 0,7 2-1 15,-2 0-2-15,-2-2 1 0,5 1 1 16,-4 3-1-16,0-3 2 0,3 2-2 0,-3-1-1 15,4 1 0-15,-4 0 2 0,2 1-1 16,-1-1 4-16,2 1-1 0,-2-2 0 0,2 3-2 16,-4-2-2-16,5 3 1 0,-4-3 4 15,4 3-2-15,-2 0 5 0,-2-1-6 0,1 1 3 16,2 0 2-16,-3 0-4 0,3 0 1 16,-3-3-3-16,4 3 4 0,-1 0-4 0,0 0 1 15,0 0 2-15,1-3-3 0,-1 3 0 16,4 0 6-16,-4 0-4 0,4 0-1 0,-4 0 3 15,1 0-1-15,-1-2-2 0,-4 2-1 16,5 0 0-16,-4 0 1 0,-4 0 1 0,8-3 2 16,-4 3-1-16,1 0-3 0,-5 0 1 15,4-2 1-15,3 2 0 0,-6 0 0 16,3 0 4-16,0-4-2 0,0 4-2 0,-1 0 6 16,-1-1-5-16,2 1 0 0,-4-3-2 15,5 3 2-15,-5-3 0 0,0-1-1 0,-2 1 0 16,-1 1 0-16,0-1-2 0,1 1 0 15,-1-2 10-15,1 0-9 0,-1 4 0 16,-3-3 0-16,3 2 0 0,0-2 0 16,4-2-1-16,-3 2 3 0,-1 3-1 0,3-2 2 15,-2-2-4-15,2 4 4 0,5-1-4 16,-5-2 1-16,1 0 3 0,3 2-3 0,-3 1 3 16,-1-3-4-16,1 3 4 0,-4-3 1 15,1 1-4-15,-1 2 0 0,0-3 0 0,-3 1 1 16,7 2 0-16,-4-4 0 0,3 4 0 15,-1-1-2-15,1-2 2 0,4 3 0 0,-4-3 0 16,1 3-2-16,3-1 6 0,-3 1-3 16,3 0 0-16,-3-3 0 0,-1 3-4 15,0 0 0-15,-6-3 3 0,5 3-1 0,-5-2 1 16,0 2 0-16,0 0 0 0,-5 0 2 16,6 0-3-16,-1-3 0 0,-4 3 4 0,1 0-2 15,0 0-1-15,-1 0 1 0,4 0 0 16,-6 0 0-16,3-2-1 0,-4 2 0 0,1 0-2 15,-2-4 3-15,2 4-5 0,-7-1 6 16,3-2-2-16,-1 3 1 0,2-3 1 16,-1 3-2-16,-1 0 4 0,-2-1-5 0,7 1-2 15,-11-3 4-15,10 0-2 0,1 3 3 16,-4-2 2-16,2 2-6 0,2 0 0 0,3-3 2 16,0 1 0-16,-4 2 2 0,4 0-3 15,0-4 2-15,-1 3 0 0,4 1-2 0,3 0 1 16,-3 0-1-16,7 0 0 0,-4 0 4 15,3 0-2-15,2 0 0 0,-5-3-2 0,4 3-1 16,-1 0-1-16,0 0 2 0,5 0-3 16,-5 0 5-16,1 0-2 0,4 0-1 15,-2 3 1-15,-2-3-3 0,3 0 4 16,-3 0 3-16,2 0-4 0,2 1 2 0,-5-1-2 16,1 4 1-16,-1-4 1 0,1 0 2 15,-3 2-3-15,-1-2-1 0,0 0 0 0,0 3-1 16,1-1 3-16,2-2-1 0,-6 0-1 15,4 3 2-15,3-3 0 0,-4 3 1 0,0-3 0 16,4 1-5-16,0-1 2 0,-4 3-1 16,4-3 1-16,-4 0 2 0,3 0 0 15,2 0 0-15,-2 0-4 0,0-3 3 16,1 3 1-16,0 0 0 0,3-1 0 0,-4 1-3 16,4-3 5-16,-3 3-4 0,0-3-1 0,6 3 2 15,-3-2-1-15,-3-1 1 0,2 1-5 16,2 2 8-16,-4-4-5 0,-1 4 0 0,5-1 1 15,-5 1-1-15,4-3 0 0,-4 3 3 16,5 0 1-16,-5-3-2 0,4 3 0 0,-7 0-4 16,4 0 2-16,-3 3 0 0,2-3 1 15,-3 0 2-15,4 0-5 0,0 0 5 16,3 3-2-16,-4-3 4 0,2 1-3 16,1-1 2-16,1 4-2 0,-4-4 0 0,5 2 0 15,-5-2-3-15,4 0 3 0,1 3-3 16,2-3 2-16,-3 2 7 0,0-2-7 0,0 3-2 15,3-3 1-15,-3 3 2 0,4-3-2 16,-1 0 0-16,0 1 2 0,-3-1 2 0,3 0 0 16,1 3-2-16,-4-3 5 0,4 0-5 15,-2 0 0-15,-2 0 1 0,4 3-2 0,-1-3 8 16,-2 0-7-16,1 0 0 0,-2 1-2 16,4-1 0-16,-1 0 3 0,1 0-1 0,2 0 0 15,-2 0-1-15,-1 0-2 0,4 0 3 16,-1 0 2-16,-2 0 0 0,2 0-5 15,1 0 4-15,-4 4-1 0,4-8-1 0,0 4-1 16,-1 0 3-16,1 0 0 0,2 0-1 0,-1 0 2 16,-1 0-1-16,-1 0 0 0,1-1-2 15,-1 1 0-15,1 0 0 0,2 0-4 16,-2 0 6-16,4 0-2 0,-2 1-2 0,1-2 2 16,1 1-1-16,-2 0 3 15,1 0-1-15,1 0 2 0,-2 0 1 0,1 0-5 0,1 0 1 16,-2-3 2-16,1 3-2 15,1 0 2-15,-1 0 0 0,-1 0 1 0,-2 0 0 16,3 0 2-16,-3 0-5 0,3-3 0 16,-4 3 1-16,5 0 1 0,-5 0 3 0,1 0-7 15,3 0 1-15,-7 0 2 0,4 0-1 16,-1 0 0-16,1 0 7 0,-4 0-5 0,4 0-4 16,-1 3 5-16,-2-3-5 0,2 0 0 15,1 0 3-15,1 0-3 0,-2 3 4 0,1-3-4 16,-1 0 3-16,4 0-1 0,-3 0 2 15,-4 1 0-15,4-2 1 0,-1 2-3 0,-2-1 0 16,-1 4 2-16,1-4-7 0,-8 2-26 16,4 1-35-16,-4-1-32 0,5-2-44 15,-4 0-56-15,-4 3-67 0,-3-6-50 16,3-2-233-16,-6-1 37 0,-7-1 62 0,0 0-185 16,-4-5-131-16</inkml:trace>
  <inkml:trace contextRef="#ctx0" brushRef="#br2" timeOffset="101044.27">14606 2964 1020 0,'0'0'-41'0,"0"0"11"0,0 0 4 0,0 3 2 0,-3 0 8 0,-1-2 3 0,1 3-3 0,0 3 5 0,-3 0-2 15,-2 8 5-15,2 1 0 0,-4 2 3 16,0 4-1-16,3 0-4 0,-3 6 3 15,0 1 5-15,0 2-5 0,3-1 7 0,-2-1-1 16,2-4 4-16,0 0-1 0,4-2-1 16,-1 0-4-16,1-3 3 0,0-1 0 15,3-4 5-15,-3-2 7 0,6 2 1 0,0-5 3 16,0 0 6-16,7-5 3 0,1-2 2 0,2-3-3 16,0-3 3-16,0-2 1 0,1-2-5 15,2-6 5-15,-3-2-2 0,1 0 4 16,-4-8-2-16,1 4 2 0,-5-2-1 0,0-1-7 15,-2 1-7-15,-4 0-4 0,-4 0 5 16,4 5 0-16,-3-1-4 0,0 3 0 16,0-1-3-16,3 2 2 0,-3 4-8 0,-2-1 0 15,2 0 0-15,0 2-4 0,0 1-2 16,-1-1-2-16,4 2 3 0,-3-1-5 0,3 3-1 16,0-2-8-16,0-2-2 0,3 4 1 15,-3 1-2-15,4 2 1 0,2-5 10 0,2 3-5 16,1 3 7-16,1-2 3 0,4 0-7 15,-1-2 0-15,4 3 5 0,-4-2-6 16,4 0 6-16,-1 3-7 0,-2-1 3 16,-1 1 6-16,0 0-3 0,-3-3 3 0,0 6 1 15,-7 1-2-15,0 4 2 0,1 2-3 16,-4 5 2-16,-4-1 11 0,-2 7-11 0,3 1 4 16,-4 3-6-16,1-5 5 0,2 3 4 15,4-2-4-15,0 0 1 0,4-3-3 0,2 1 3 16,-2-2 3-16,2 1-8 0,4-3 3 15,-3-2 2-15,3-3-3 0,0 1 2 16,0-3 9-16,0-2-3 0,3-4 1 0,-3 1 2 16,3-3-6-16,4-3 1 0,0-1 5 15,0-7 2-15,-1 1 6 0,1 1 3 0,-1-7 3 16,1 1-9-16,-7-3 1 0,1 1 8 16,-5 1-6-16,0-2 7 0,-6 2-12 0,0 1-2 15,-6-3 8-15,-5 1-5 16,2 1-2-16,-4-1-2 0,-1 3-13 0,1-1-16 0,-1 2-11 15,1 4-11-15,3-1-19 16,0 0-59-16,0 2-178 0,4 4 32 0,2 1 214 16</inkml:trace>
  <inkml:trace contextRef="#ctx0" brushRef="#br2" timeOffset="101643.09">15230 3146 735 0,'3'-4'-9'0,"-3"0"4"0,0 1 1 0,-3 0-3 0,3 3 4 0,0 0 1 0,-11 7-3 0,2 0 4 0,-1 4-1 0,-4 3-2 0,1 3 4 0,-1 2-5 16,1-1 4-16,-1 2 0 16,5-1 3-16,-1 2-2 0,-4-2 3 0,8-2-6 15,-1 1 7-15,1 3-3 0,3-6 3 0,-2-2-1 16,5-1 3-16,0 1 5 15,0-5 6-15,5 0-8 0,1 1 0 0,4-8 7 16,4 2 5-16,2-3-8 0,1-4 2 0,2-2 7 16,5 1 7-16,-4-2-2 0,0-3 8 15,0-4 3-15,-4 0-5 0,-2-1-5 0,-4 0-3 16,0-5 2-16,-3 2-5 0,-7 0 0 16,0 1 0-16,-4 1-8 0,-6-5-11 15,3 4-4-15,-6 2-8 0,0 1-12 0,3 6-19 16,-3-5-33-16,-1 2-157 0,1 7-39 15,2-2 212-15</inkml:trace>
  <inkml:trace contextRef="#ctx0" brushRef="#br2" timeOffset="102526.08">14212 3577 706 0,'-9'0'-19'0,"2"2"9"0,1-2-1 0,-1 0 4 0,0 0 4 0,0 0 2 0,1 3 2 0,3-3-1 0,-4 0 4 16,7 0 4-16,-7 3-2 0,7-3 1 0,-3 0 2 15,-1-3 3-15,4 3 0 0,0 0-3 16,0 0 2-16,0 0 3 0,0 0-2 16,0 0 2-16,0 0-3 0,0 0 10 0,21 3-4 15,-12-3 3-15,5 0 5 16,2 0 4-16,5 0-5 0,1 0-8 0,2 0 5 0,-1 0 2 16,8-3-5-16,-1 3 0 0,3 0 1 15,3 0-4-15,1-3 3 0,3 3-7 16,-3 0 2-16,9-2 4 0,-5 2-8 15,-2 0-3-15,1 0 7 0,1 0 0 0,-1 2-8 16,3-2 5-16,-7 0-3 0,8 0 6 16,-8 0-7-16,1 3-4 0,-1-3 3 0,2 3 3 15,-5-3-8-15,0 0 0 0,-3 3 6 16,0-3-2-16,-3 0 0 0,-4 0 0 0,0 0-2 16,1 0 1-16,-4 1-1 0,-4-1-5 15,5 3 1-15,-2 0 6 0,1-3-6 0,-2 1 1 16,-2 3-2-16,1-4 7 0,-1 2-2 15,1 0-7-15,-1 1 11 0,-2 0-3 16,2-3-2-16,1 3-3 0,-1-2 2 0,2-1 0 16,2 3 2-16,-4-3-1 0,1 0 4 15,3 0-3-15,-3 3-2 0,2-3 6 16,-2 0-6-16,0 0 0 0,-1 0 4 0,2 0-10 16,-6-3 9-16,1 3-2 0,1 0-3 15,2 0 4-15,-5 0 2 0,2 0-4 16,1-3-15-16,2 3-14 0,-2-1-13 0,5 1-20 15,2-6-70-15,2 1-200 0,4-1 152 16</inkml:trace>
  <inkml:trace contextRef="#ctx0" brushRef="#br2" timeOffset="107107.19">17830 6186 927 0,'0'0'-4'0,"0"-1"8"0,0 1 17 0,0 0 3 0,0 0 12 0,0 0 0 0,0 0 9 0,0 0-2 0,0 0 6 0,0 0 4 15,0 0-1-15,0 0 0 0,0 0 0 16,-4-3 1-16,4 3-2 0,0 0-5 0,0 0-2 16,0 0-3-16,0 0-5 0,0 0-4 15,0 0 0-15,0 0-7 0,0 0-4 16,0 0-2-16,0 0 2 0,0 12-3 0,-3-3 0 16,3-1-1-16,-3 3 2 0,0 2 0 15,-2 2-1-15,-1 0-3 0,3-1-3 0,0 1 0 16,-4 6 1-16,4-4 0 0,0 4-1 15,-5-2 0-15,5 1 0 0,-4-1 0 16,4-1-3-16,0 3-1 0,0-6 3 0,0-1 1 16,-2 4-2-16,2-4-4 0,0 0 3 15,0-3-1-15,3 3-2 0,-4-4 2 16,4-1-1-16,-3 1 1 0,3 1 2 0,-3-4-1 16,0 0 0-16,3 0-1 0,-3 1-1 0,3 1-1 15,0-2 1-15,-5 0 2 0,2-2-1 16,3 2-3-16,0-1 2 0,0-1-1 0,-3-1-3 15,3 2 3-15,0-3 1 0,0 1 1 16,0-1-2-16,0-2 3 0,0 3-1 16,-3-2 1-16,3-2 0 0,0 2-3 15,0-2-2-15,0 0-13 0,0 0-25 0,0-9-29 16,3 6-23-16,-3-1-18 0,0-2-15 16,3-1-16-16,-3-1-98 0,0 1-284 0,3-1-20 15</inkml:trace>
  <inkml:trace contextRef="#ctx0" brushRef="#br2" timeOffset="109994.87">21316 6400 411 0,'-10'3'30'0,"10"-2"-7"0,0 2-2 0,0-3-8 0,-3 3-31 15,0-2-89-15,3 3-20 0,-3-2 43 0</inkml:trace>
  <inkml:trace contextRef="#ctx0" brushRef="#br2" timeOffset="167467.32">20759 6507 440 0,'4'3'24'0,"-1"-3"4"0,0 0 3 0,-3 0 4 0,3 1-2 0,2-1-2 16,-5 0-4-16,9-1 3 0,-6 1-8 15,1-3-4-15,2 0-3 0,2 3-17 0,-2-1-20 16,4-2-33-16,-4 0-107 0,8 0-6 16,2 1 57-16</inkml:trace>
  <inkml:trace contextRef="#ctx0" brushRef="#br2" timeOffset="167612.9">21259 6475 479 0,'11'-3'7'0,"-5"3"4"0,-2 3 2 0,2-3 3 16,0-3-5-16,-1 3 2 0,1 0-4 16,1 0 2-16,2 0-26 0,-2-3-59 15,7 3-90-15,-2 0 56 0</inkml:trace>
  <inkml:trace contextRef="#ctx0" brushRef="#br2" timeOffset="184301.25">18359 6292 393 0,'0'-2'30'0,"0"-2"-17"0,-3 0 1 0,3 4-3 0,0-4-5 0,0 1 2 0,-3 0 1 0,3 0-3 0,0 3-4 0,0 0 4 0,-3-4-1 0,3 4-4 0,-4 0 0 0,4 0 3 0,-17 7-1 0,4 0-2 0,0 0 2 0,0 4 0 16,-8 2-1-16,5 2-2 0,-1-4 2 15,1 3-1-15,-1 1 2 0,4-1 0 16,-4 1-3-16,4-2 2 0,-1 2 1 0,4-1 4 15,1-3-6-15,-5 3-1 0,7-3 3 16,-2 2-3-16,1-4 3 0,2 4-2 0,-1-3 1 16,4-2 1-16,-3 2 5 0,1-3-7 15,2 1 2-15,3-1 2 0,-3 1 0 0,3-4-1 16,0 5 0-16,0-5 2 0,3 0 2 16,0 0-3-16,2 0 6 0,1-1-1 0,-3 0 4 15,4-3-3-15,-1 3 1 0,2-3-2 16,-2 0 4-16,0 0-8 0,4-3 5 15,-2 3-4-15,-2-3 3 0,0 3 0 0,1 0-3 16,-1-3-1-16,2 3 7 0,-2-4-6 16,1 4 6-16,-1-5-4 0,5 2 2 0,-5-1 1 15,1 1-4-15,2-3-3 0,-1 2 8 16,2-1-10-16,-4-1 0 0,4 2 1 16,0-4 2-16,0 1 1 0,0 1-7 0,0-1 3 15,0 2 2-15,0-2-1 0,-3 1 6 16,3-1-5-16,0 2 2 0,-4-2 10 15,1 0-7-15,3-2 4 0,-3 1-3 0,-1 0-2 16,1-3 7-16,-3 1-3 0,2-3-4 16,-3 4-2-16,4-4 6 0,0 1-2 0,-4-1-4 15,-3 2-1-15,4 0 1 0,-4-3-6 16,3 6 1-16,-3-5 2 0,0 5-1 0,0-2-2 16,-3 3 3-16,-1 2-4 0,1-2 5 15,-1 1-5-15,-2 1-5 0,2-1-1 16,-5 5 7-16,5-2 4 0,-3-1-8 0,1 4-1 15,-1-3 1-15,4 0-2 0,0 3-1 16,-4 0-7-16,7 0-2 0,-10 0 0 16,6 3-6-16,4 0 0 0,-6-2-2 15,6 2 1-15,-3 0-1 0,3 2 0 0,0-3 2 16,0 0 4-16,6 4 1 0,-3-3-1 0,1-2-2 16,6 2 4-16,-3-3 2 0,2 3-1 15,1-3 4-15,4 1-1 0,-1-1 0 0,1 0 2 16,-1-1 2-16,4 1-1 0,-4 0 0 15,4-3 5-15,-4 0-5 0,4 2 2 16,-4 1 0-16,4-3 1 0,-4 0 2 0,1 0 2 16,-1 1 0-16,-4 2 1 0,2-2 2 15,-1-2-6-15,-4 4 6 0,0 0-1 16,-2 0 3-16,3 6-2 0,-10-1 0 16,3 5 5-16,-8 0-7 0,-1 1 4 0,-1 1-1 15,-1 2 1-15,-1-1-1 0,2-2 2 16,-1 1-1-16,5 1-1 0,-4-5 2 0,4 6-4 15,1-4 1-15,2-1 0 0,3 1-1 16,0 3 6-16,3-2-6 0,5-3 3 16,-2 3 1-16,7-4-2 0,-2 4 2 0,-1-4-1 15,2 0-1-15,2 0 3 0,-1-1-4 16,4-1 2-16,-7 1-1 0,4-2 0 16,2 0 4-16,-6 0 1 0,0-2-2 15,3 0 5-15,-2 1 6 0,-1 0-6 0,-4-3 8 0,4 0-5 16,0 0 1-16,0-3-2 15,-3 0 4-15,-1 1-5 0,1-4 2 0,0 2-2 16,-1-3-2-16,1-1 1 0,0 1 0 16,-3-3 1-16,2 0 0 0,-3-2-1 0,0-1-3 15,1 1-1-15,-4-6 0 0,0 5-2 16,3-2 8-16,-3 0-8 0,0 2 0 0,0-1-4 16,0 2 3-16,-3 1 0 0,3-2-3 15,0 3-1-15,-4 1 9 0,1 2-6 0,3-4-3 16,-3 4-3-16,3 0 8 0,-3 1 2 15,0-1-3-15,-5 2-4 0,5 2 3 16,-4-1-5-16,4-2 0 0,-3 3 0 0,2 1 0 16,1-4 5-16,-4 5-5 15,4-2 1-15,-1 3 4 0,1-3-8 0,3 3 4 16,-3-1-2-16,3-2-4 0,0 3-2 0,0 0-3 16,0 0 4-16,0 0-4 0,0 0 6 15,10 7 6-15,-4-4-11 0,5 2 3 16,2-3 3-16,-3 3-2 0,6-2 1 0,5 1-3 15,-5-4 1-15,4 6 1 0,1-6 2 16,-2 1-2-16,5 3 0 0,-7-4-1 0,2 2 3 16,-2-2 3-16,-1 0-2 0,1 2 1 15,-4-2 3-15,-2 3 0 0,2-3-3 0,-3 0 3 16,0 3-1-16,-3 0-1 0,-4-2 1 16,3 2 0-16,-6 0 6 0,0 4-4 15,-3 1-4-15,3-1 2 0,-6 3 2 0,2 2-5 16,1-1 7-16,-4 2-4 0,4-1-1 15,-4 1 8-15,1-1-5 0,6 1-1 0,-7-1 2 16,4 1 3-16,-1 1-6 0,0-3-2 16,4 3 3-16,-3-3 4 0,0 1-3 15,3-2-1-15,-3 0 3 0,3-1-1 0,-3 0-4 16,3-2-2-16,0-2 2 0,0 2 8 16,0-1-11-16,3-2 2 0,3 0 2 15,-3 2-1-15,8-4 2 0,-1 1 3 0,0-3-4 16,3 0 4-16,0 3-1 0,1-6-3 15,-4 3 5-15,3-3-1 0,-3 3 1 16,3-4-5-16,-3 0 1 0,4 0 4 16,-4 0-3-16,-4-5 5 0,5 1-2 0,-5 1-4 15,1-5 7-15,-1 2-4 0,-3 0 1 16,5-2-2-16,-5-1 1 0,0-2 5 0,-3 0-8 16,0 2 4-16,0 1 5 0,0-1-7 15,-3 3-1-15,0-2-2 0,-5 2 4 0,2 3-1 16,-4-4 4-16,1 4-3 0,1 0-2 15,-2-1 1-15,1 4-5 0,2-5 0 16,-3 5 0-16,3 0 4 0,4 0-8 0,-4 1 3 16,4-1-5-16,3 4 7 0,0 0-2 15,7-3 1-15,-1 3 0 0,7 0 0 0,1 0 3 16,2 3-3-16,4-3-3 0,1 0 4 16,6 3-3-16,-8-3 2 0,4 0-3 0,4 0 6 15,0 1-4-15,-4-1 3 0,0-1-3 16,1 1 4-16,-4 0-5 0,3-3 4 0,-6 0 1 15,3 3 2-15,-7-3 2 0,4 3-4 16,-4-2 0-16,-3 2 1 0,1 0 10 16,-2 0-11-16,1 0 1 0,-7 2-2 15,5 4 1-15,-8 1 4 0,-4 3-1 0,0 1-4 16,1-3 3-16,0 3-1 0,-1 2-2 16,1-1 0-16,0 1 2 0,3-1 6 15,-3 1-2-15,3-1-5 0,-3-2 0 16,3 2-2-16,0-2 1 0,-4 3 1 0,8-2 0 15,-4-3 2-15,0 3 1 0,0-1-4 0,3 0 2 16,0-2-3-16,0-1 10 0,0-3-5 16,4 2 2-16,0-1 7 0,3 1 0 15,0-6 8-15,-1 1 4 0,5-1 0 16,-1 3 5-16,4-6 0 0,-4 2 4 0,1-2 4 16,-1 0-1-16,-2 0 0 0,-2-1 1 0,1-4-3 15,-4 4-2-15,-1-5-1 0,-2 0-3 16,-6-1-5-16,-2-4-4 0,-1 3-3 15,0-4-3-15,-7-1-2 0,-1 1-14 0,4 1-25 16,-4 2-23-16,8 1-33 0,-4 4-80 16,-1 0-231-16,2 7 95 0</inkml:trace>
  <inkml:trace contextRef="#ctx0" brushRef="#br2" timeOffset="-149770.28">1729 11026 555 0,'-9'-1'51'0,"-1"-2"-25"0,-4 3 4 0,4 0-12 0,-4 0-12 0,5 3 4 0,-4-2 0 0,-1 5 1 0,1 2-5 0,-4 2 1 0,1-1-2 0,-1 7 1 15,1-1-1-15,-2 0 4 0,9 5-2 16,-5-1-5-16,1 5 0 0,7-2 6 15,-5 0 1-15,8 0-5 0,-1 1 4 0,1 0-2 16,3-2-2-16,0 0 6 0,3 1-5 16,1-4 0-16,5 2-3 0,-1-2-1 15,1-3-1-15,1-4 3 0,4 3 0 0,-1-4 2 16,1-2 5-16,-1-1 8 0,1-2 4 16,-1-3 12-16,-1-2-9 0,2 0 11 0,2-7-2 15,-2 1 6-15,2-3 3 0,-2-4 7 16,-1-2 0-16,-2 1-1 0,2-4-3 0,-3-3 0 15,0 3 2-15,-3-1-4 0,-1-1 2 16,-3-2-8-16,-3 1-5 0,4 2-4 0,-4 1-1 16,-4-2 0-16,4 5-11 0,-6-6-10 15,-1 7-11-15,0-4-16 0,1 4-18 16,-1-1-15-16,1 5-16 0,-1-2-20 0,0 1-115 16,0 4-199-16,1 0 87 0</inkml:trace>
  <inkml:trace contextRef="#ctx0" brushRef="#br2" timeOffset="-144787.77">1993 11093 1067 0,'0'-3'-31'0,"3"0"15"0,-3 0 6 0,0 1 3 0,0 2-4 0,0-6 12 0,0 5 1 16,4-2 2-16,-4 0 10 0,-4 2 5 0,8-2-12 0,-4 0 0 0,-4 0-1 0,4 3 12 15,0 0-4-15,-3-4-8 0,3 0 5 16,0 4 5-16,0-1-2 0,0 1 0 0,0 0 3 16,0 0-8-16,0 0 10 0,-3-3-7 15,3 3-11-15,0 0 9 0,0 0-7 16,0 0-2-16,0 0 5 0,0 10-1 0,0-5 0 16,3 2-6-16,-3 0 10 0,0 1-9 15,3 1-1-15,-3-1 0 0,0 3 6 16,4-1-3-16,-4 0 2 0,3 1-3 15,0 1 3-15,-3 1 4 0,0-1-4 0,3 2 9 16,-3 1 11-16,0 2 1 0,0 4-3 0,-3 0-2 16,0-2 1-16,0 3 5 15,-1-1-4-15,1-1-4 0,3-1-3 0,-3-1 6 16,0-4-11-16,-2 3 5 0,5-2 0 0,-3-1 2 16,3-3-7-16,0 1 5 0,-3-2-10 15,0 0 5-15,3-3-2 0,0 1-3 0,0-1 2 16,-3 1 0-16,3-3 3 0,0 0-3 15,0-1 1-15,0-1-3 0,0 3-4 0,0-4 5 16,0 3-5-16,0-4-1 0,0 3-10 16,0-1-6-16,0-3-18 0,0 0-6 15,0 4-24-15,0-4-5 0,0 0-42 0,-4 0-127 16,4 0-128-16,0 0 122 0</inkml:trace>
  <inkml:trace contextRef="#ctx0" brushRef="#br2" timeOffset="-144024.59">2306 11118 971 0,'0'-6'-23'0,"0"3"20"0,3-1 2 0,-3 0 7 0,0 3 4 0,0-2 0 0,0-1 14 0,0 1 0 0,0 0 16 0,0 3 0 0,0-3 5 15,-3 1 0-15,3 2-1 0,0-6-4 16,0 6 0-16,0-1-4 0,0 1-1 16,0 0-6-16,3-3 0 0,-3 3-3 0,0 0-4 15,0 0-4-15,0 0 1 0,0 0-4 16,-3 10 1-16,3-2-1 0,-3-1 0 0,3 3-4 16,-3 2 5-16,3-1-3 0,-3 3 0 15,3-1 0-15,-5 2-1 0,2 0-2 0,0-1-2 16,3 4 0-16,0-3 0 0,-3 2 0 15,-1 1 1-15,4 0-4 0,0 0 3 0,0-1-3 16,0 1 0-16,0-1 2 16,0-2-8-16,-3 3 5 0,6-3 0 0,-3-1-2 15,0 1 1-15,0-2 1 0,0-1-1 16,-3 1 1-16,3-2-2 0,3-1 3 0,-3 2 0 16,0-5-1-16,0 3-3 0,0 1 1 15,0-4 1-15,4-2 2 0,-4 1-2 0,0 2 3 16,0-2-2-16,3-1 1 0,-3-3 3 15,0 2-5-15,0 3 2 0,-3-6-2 0,3 2-1 16,3 0 1-16,-3 2-1 0,0-5 3 16,-3 2-3-16,6 1-11 0,-3-2-22 15,0 3-18-15,0-4-20 0,3 3-20 0,-3-3-25 16,0 0-125-16,0 0-185 0,11-3 65 16</inkml:trace>
  <inkml:trace contextRef="#ctx0" brushRef="#br2" timeOffset="-143286.64">2692 11101 1121 0,'0'-4'-36'0,"-3"1"13"0,3 2 7 0,0 1 5 0,0-6 13 0,0 3 3 0,0 3 5 0,0-4 19 0,0 4 8 0,-3-4 1 0,3 4 0 16,-3-1 4-16,3 1-4 0,0 0-1 15,-4-3-5-15,4 3-3 0,0 0-1 0,0 0-2 16,0 0-4-16,0 0 1 16,0 0-7-16,0 0 0 0,0 0-7 0,0 0 3 15,0 10 2-15,0-2 1 0,-3 2-5 0,3-1 1 16,-3 7-2-16,3-4-2 0,-3 6 0 15,3-4 0-15,-3 4 2 0,3-4-2 16,0 7-2-16,-5-3-1 0,5-1 8 0,0 1-7 16,-3 0 4-16,3-2-6 0,0 1-1 0,0 0 1 15,0-3 1-15,0 1 0 16,0-3 4-16,0 1-2 0,3-1-4 0,-6 1 1 16,6-2 2-16,-3-1 2 0,0-3-2 0,0 1 2 15,0-1 5-15,5 0-9 0,-5-3 3 16,0 3 0-16,0-3 0 0,0 2-3 15,0-2 3-15,0 0-8 0,0 0 2 0,0 0 2 16,-5-1 0-16,10 0 2 0,-5 0-4 16,0-1-24-16,0 0-19 0,0 1-7 0,0-2-21 15,0 3-15-15,0-4-30 0,0 3-135 16,0-3-131-16,6 0 107 0</inkml:trace>
  <inkml:trace contextRef="#ctx0" brushRef="#br2" timeOffset="-142918.62">3156 11137 1041 0,'4'-7'-13'0,"-4"2"4"0,0-1 9 16,0 2 5-16,-4-2-3 0,0 6 2 0,-2 0 4 0,-4 6-1 0,-4-2 5 0,-2 9 2 0,-1 5-2 0,-5 1-1 15,1 5-2-15,4 1 0 0,1 1 2 16,5 2 0-16,2-6-5 0,2 2 2 0,4-2-2 16,0-3 4-16,3-2-4 0,3 1 0 0,0 0 2 15,0-5 2-15,7 2 1 0,4-4 9 16,-1-3 20-16,4-2 1 0,2-1 1 16,5-5 0-16,-4-2 2 0,10-4-1 0,-3-1 11 15,0-3 1-15,-1-2 4 0,-3-2 3 16,1-4 0-16,-1 1-3 0,-6-8-6 15,-4 6-5-15,0-3-5 0,-6 1-3 0,-7-1-7 16,0-2-6-16,-7 3-17 0,-2-2-29 16,-12 3-37-16,5 5-16 0,-4 0-26 15,-4 2-23-15,-9 1-128 0,3 6-250 0,-3 5-5 16</inkml:trace>
  <inkml:trace contextRef="#ctx0" brushRef="#br2" timeOffset="-142509.71">1386 11915 1260 0,'-13'5'-68'0,"6"0"10"0,-3 0 9 16,7-2 3-16,0 1 0 0,-1 0 11 15,8 2 7-15,2-3 17 0,4-2-3 0,10 3 19 16,4-4-3-16,12 0 7 0,10-5 0 16,14 0 0-16,24-6-1 0,6 3 2 0,33-6 1 15,10-3-4-15,1 2 1 0,-1 0 1 16,0-3-5-16,-6 5 4 0,-23 1-5 0,-17 2 0 16,-17 6 2-16,-1-4-6 15,-9 3 1-15,-9 0 11 0,-5-1-2 0,-2 2 7 16,-11 0 15-16,0 4 15 0,-6-1 3 0,-4-2 7 15,0 3 3-15,-2-2 4 0,-1 2 3 16,-4-3-1-16,1 3-4 0,-4-2-3 0,0 2-2 16,1-3-10-16,-4 3-2 0,3-3-2 15,-3 2-5-15,0 1-3 0,-3-3-6 16,3 3-4-16,-4-4-41 0,4 3-33 16,-6-2-29-16,3 1-32 0,-4-3-87 0,0-1-299 15,0 5-2-15</inkml:trace>
  <inkml:trace contextRef="#ctx0" brushRef="#br2" timeOffset="-141503.33">3783 11826 1277 0,'0'4'-54'0,"-3"-1"16"0,0-2 19 0,3 2 3 0,-5 0 16 0,5-2 12 0,-3 3 6 0,3-4 3 0,-3 2 1 0,3 1-6 0,0-3 4 0,-3 1-2 16,3 3-3-16,0-1-5 0,0-3 0 0,0 0-1 15,0 0 0-15,3 4 1 16,0-1-2-16,5-2 2 0,-2-1 6 0,4 4-1 16,-1-4 14-16,5 0 3 0,-1-4 7 0,1 3-5 15,2-2 3-15,1-1-1 0,4-4-4 16,-2-1-2-16,5-2-1 0,2 1-5 0,1-5 0 15,0 0-1-15,2-3-2 0,1-3-3 16,0 4 1-16,-3-2 0 0,0-3-2 16,3-1 1-16,0 0 5 0,-3 1-2 15,3-2 0-15,-4 3 0 0,1-1-1 0,0-2-3 16,-4 2 3-16,-3 3-8 0,3-2 2 0,-3 4-1 16,-3-1-1-16,-1 0-3 0,1 4-1 15,-4-1 1-15,1 1-2 0,-1 3-2 0,-2 1 2 16,-2-1 0-16,1 1-2 0,-4 1 3 15,2 2-6-15,1-4 3 0,-5 5 1 16,2-1-6-16,-3 3 2 0,5-2 0 0,-8 2 1 16,-3 0-3-16,-5 3 0 0,2-2 2 15,-4 0-2-15,-1 3 0 0,-2 0 2 16,1-1-4-16,-6 1 4 0,6 1-1 0,-6-1-2 16,2 0 0-16,2 3 2 0,-2-3 0 15,2 0-2-15,1 3 1 0,0-2 2 16,3-1-4-16,0 4-1 0,0-4 1 15,0 0-2-15,3 2 4 0,1-2 1 0,-2 0-3 16,5 0-1-16,0 2 4 0,3-2 0 16,0 0 1-16,0 0 0 0,14-2 1 0,-4 2-1 15,3-2 0-15,0 2 4 0,4-4-3 16,-4 0 4-16,7 1-1 0,-3 2-1 0,3-5 4 16,-4 3 2-16,5-1-2 0,-5 0 0 15,1 3 4-15,-1-2 0 0,1-1 5 0,-4 1-1 16,-2 0 0-16,2-2 1 0,1 5-3 15,-5 0 5-15,1-2-7 0,-4 2 0 16,5-4 0-16,-4 4-6 0,-1-1 0 16,4 1 0-16,-6 0-3 0,2 0 0 0,1 5 1 15,-4-1-1-15,0 6 1 0,0-3 2 16,1 4-1-16,-4 2-1 0,0-4-1 0,4 4 1 16,-4-1 3-16,0 1 15 0,0-1 3 15,-4-2 7-15,4 3 4 0,-4-2 1 16,1-3 2-16,3 6 4 0,-3-3 0 0,0 0-4 15,0-1-1-15,-1 1-3 0,1-1 0 0,0-3-1 16,3 2-4-16,-4 0 2 0,0-5 1 16,1 4-1-16,0-5 5 0,3 1-3 15,-3-1 1-15,0-3-8 0,3 0-7 0,-18-7-26 16,9-4-53-16,-7-3-55 0,2-1-47 16,1-6-37-16,-11-4-92 0,10-3-177 15,1 6-193-15,-4 1-156 0</inkml:trace>
  <inkml:trace contextRef="#ctx0" brushRef="#br2" timeOffset="-134689.28">7717 11051 619 0,'0'0'32'0,"0"0"0"0,0 0-6 0,0 0-8 0,0 0-5 0,0 0 0 0,0 0-4 0,0 0-1 0,0 0 3 15,0 0-5-15,0 0-1 0,0 0 4 0,0 0-2 16,0 0-2-16,0 0 2 0,0 0-5 16,0-7-2-16,0 7 0 0,0 0-3 15,0 0 6-15,0 0-1 0,0 0 0 0,0 0-7 16,6 0 5-16,-6 0-3 0,7 0 3 16,2 3 0-16,2-3 0 0,2 0 0 0,1 3-2 15,5-3 3-15,5 1-1 0,6-1-3 16,0 4 1-16,3-4 4 0,3 0-6 15,-2 2 2-15,2-2 0 0,2 2-2 0,1-2-1 16,-2 0 7-16,2 3 4 0,-5-3-3 16,3 0 2-16,-7 0 1 0,0 3-2 15,-4-3 3-15,-2 0 3 0,-4 0 4 0,0 3-3 16,0-3 3-16,-3 0 0 0,-4 0 5 16,4 0 3-16,-8 0-3 0,4 0 1 15,1 1 3-15,-4-2 1 0,-4 2-2 0,5-1-1 16,-1 0-5-16,-4 0 0 0,2 0 3 15,-5 0-3-15,3 0-1 0,-2 0-13 0,2 0 6 16,-3 0-16-16,0 3-17 0,1 0-16 16,-4-3-48-16,4 0-157 0,-4 0-8 0,6 0 226 15</inkml:trace>
  <inkml:trace contextRef="#ctx0" brushRef="#br2" timeOffset="-110502.33">5799 12677 681 0,'-3'0'67'0,"0"3"-22"0,-4-3-7 0,4 0-12 0,0 3 4 0,3-3-9 0,-8 0-2 0,8 1 2 16,0-1-3-16,-3 3-6 0,3-3-3 0,0 0 1 16,0 0-6-16,0 3 4 0,8-3 1 15,4 0-8-15,-2 1 0 0,11 3 8 0,2-4 3 16,4 2-9-16,6-2 2 0,-3 3 1 15,3-3-2-15,1 2 1 0,-1-2-1 16,-3 0 4-16,-3 3 4 0,-5-3 1 0,-1 0 14 16,2 0-1-16,-7 0 3 0,2 0 0 15,-1 3 4-15,-4-3 0 0,-1 0-3 0,-1 0-3 16,-1 1-1-16,-1-1-4 0,2 0-9 16,-4 0-13-16,-1-1-28 0,0 2-25 0,2-5-52 15,-5 4-195-15,-3-3-10 16,0 3 174-16</inkml:trace>
  <inkml:trace contextRef="#ctx0" brushRef="#br2" timeOffset="-109870.56">4253 12841 843 0,'3'-4'8'0,"0"0"1"16,0-2 0-16,-3 4 9 0,0-3-11 0,0 1 0 0,0 4 5 0,-12 9-5 0,-6 3-5 0,2 3 2 0,-4 8 3 0,-4 4 1 0,-1 5 5 16,1 6 5-16,4 2 6 0,0 0-4 15,3-1-6-15,4 4 0 0,3-5 1 0,3-5-3 16,4-1 4-16,3-3-7 0,0-4-3 16,0 0 2-16,3-1 3 0,4-6-4 0,-1-4 12 15,5-3 1-15,-2-3-4 0,8-2 2 16,0-6 7-16,0-7-2 0,2 0-3 15,5-4 11-15,-7-2-3 0,2-5 2 16,1-1 4-16,-2-3-1 0,-2-3 5 0,-7-3-1 16,-1 6-2-16,-5-3-4 0,-3-3-3 15,0 3-6-15,-6 0-1 0,-2 0-2 0,2 0-5 16,-4-6-9-16,-1 12-10 0,-2-6-16 16,4 8-21-16,1 2 0 0,2 0-20 0,-1 5-14 15,-2-3-59-15,1 8-172 0,2-2-28 16,3 4 149-16</inkml:trace>
  <inkml:trace contextRef="#ctx0" brushRef="#br2" timeOffset="-109591.77">4763 12930 897 0,'7'-3'-7'16,"-4"1"8"-16,0-1 9 0,0 3 8 0,1 0-1 15,-1 0 3-15,-3 0 9 0,4-6 0 16,-1 6-4-16,-3 0-7 0,0 0 2 16,3 6-5-16,-3 2 6 0,0 3-2 0,0 6 8 15,0 2 1-15,-3 4-3 0,0 2 7 16,-1 2-2-16,1-2-4 0,3 0-4 0,-4 0-5 16,4 0-3-16,-3 0 0 0,0 0-6 15,3-2 2-15,0-1-9 0,0-4-25 16,0-3-17-16,3 2-19 0,0-6-63 0,1-3-163 15,3-2-4-15,3-1 192 0</inkml:trace>
  <inkml:trace contextRef="#ctx0" brushRef="#br2" timeOffset="-109371.64">5246 12950 834 0,'0'-9'12'0,"3"2"7"0,-3 3 1 16,0-1 18-16,0 2 1 0,4-4-2 0,-8 4-6 15,4 3 11-15,0 0 4 0,0 0 3 16,0 18 2-16,-3-1 0 0,3-5 1 16,0 6-6-16,-3 5-1 0,3-1-8 0,-4 3-1 15,1 0-1-15,3 0 0 0,-3 0-10 16,3 3 0-16,0-6-2 0,-3 3-21 16,3-6-17-16,0 5-22 0,0-6-25 0,0-1-10 15,0-2-31-15,0-3-119 0,6 1-159 16,-3-6 107-16</inkml:trace>
  <inkml:trace contextRef="#ctx0" brushRef="#br2" timeOffset="-108930.29">5709 12933 1067 0,'3'-11'-2'0,"2"4"9"0,-2 0 13 15,-3 1 8-15,3 4-4 0,0 2-2 16,-3 0 17-16,0 0 17 0,-3 22-3 15,0-11-3-15,0 8 14 0,-5 6-8 0,2 0-8 16,-1 0 0-16,1 6 2 0,-5-2-6 16,5 0-5-16,-1 2-3 0,1-6-2 0,-1 3-4 15,0-3-3-15,0 0 0 0,4-3-5 16,0-4-3-16,0 1-2 0,-1-3-19 0,1-1-21 16,-1 0-15-16,4-8-15 0,4 3-9 15,-1-10-11-15,1 0-4 0,5 0 3 16,-2-7-6-16,3-3 6 0,0-4 4 0,0 0 4 15,4-4 9-15,-1-1 4 0,1 1 9 16,-2-4 4-16,6-3 2 0,-6 0 5 0,6 2 6 16,-6 4 1-16,-2-2 8 0,4 0 12 15,-4 5 9-15,-1 0 6 0,2 4 15 16,-4-2 3-16,-1 3 2 0,0-2 5 16,2 6-6-16,-5 2 2 0,4 5 6 0,-4 0 7 15,0 8 7-15,0 3 8 0,-3 6-1 16,-3 2 0-16,3 4 0 0,-3 2-7 15,0 0-4-15,-4 2-4 0,4 1-8 16,-5-3-1-16,5 0-32 0,0 0-26 0,0-3-22 16,0 1-15-16,3-7-25 0,-4 1-116 15,8-3-211-15,-4-2 77 0</inkml:trace>
  <inkml:trace contextRef="#ctx0" brushRef="#br2" timeOffset="-108327.7">3966 13715 1125 0,'-17'7'-24'0,"4"-7"5"0,3 8 9 0,0-5 8 0,0-2 5 16,1 5 2-16,-2-6-1 0,1 7 2 0,4-7 1 0,3 2 1 16,3 4 6-16,9-6 10 0,7 0 5 15,18 3 4-15,13-6 2 0,16 3-4 16,14-6-6-16,20-2-1 0,45 0-3 0,9-9 0 15,2 6-4-15,4-4 1 0,-7 5-1 16,-3-5-4-16,-1 5 0 0,-9-5 2 16,-8 5 2-16,-21 2-4 0,-18 1 0 0,-17 0 1 15,-7 4 1-15,-12-2 11 0,-7 2 22 0,-4-3 9 16,-7 5 8-16,-2-2 2 0,-4 0 3 16,-4 2 1-16,-2-2-4 0,-5 3-3 15,-1 0-8-15,-1-5-5 0,-8 5-7 16,1-3-5-16,1 3-27 0,-2 0-23 0,-2-6-40 15,-1 5-23-15,-3-5-22 0,1 5-18 0,3-2-27 16,-4-5-103-16,4 1-277 0,-1 0-25 16</inkml:trace>
  <inkml:trace contextRef="#ctx0" brushRef="#br2" timeOffset="-85861.51">11376 8151 358 0,'3'-1'83'0,"-3"1"-31"0,4-3-14 0,-4 0 3 0,3 2-2 0,-3-2-13 0,0-2 0 0,4 5-7 0,-4-3 5 0,0 3 1 0,0-6-1 16,0 2 2-16,0 4 1 0,3-4-7 15,-3 4 4-15,0 0-5 0,0 0 4 0,0-7-7 16,0 7-4-16,0-1 7 0,0-2-5 15,0 3-3-15,0 0 2 0,0 0-5 16,0 0 10-16,0 0-11 0,0 0 1 0,0 0-1 16,-3-2 1-16,3 2 5 0,0 0-5 15,0 0-7-15,0 0 5 0,0 0-4 16,0 0 2-16,-7 5-3 0,7 0 5 0,0 2-7 16,0 3 3-16,0 1 4 0,0 3-2 15,-4-2-1-15,4 4-1 0,0-1 5 0,-3 3 4 16,3-4 3-16,0 1-3 0,-3 3 4 15,3-3-4-15,-4-1-2 0,4 4 4 16,-3-5 0-16,3 2 1 0,-3 0-4 0,3-2 0 16,0-1-1-16,-3 1 2 0,3-5-1 15,0 6-1-15,0-4 1 0,0-3-3 0,-4 4 1 16,4-7 3-16,0 4 0 0,0-1-4 16,-3 0 4-16,6-1 3 0,-3 1-1 15,0-2-6-15,0-2-1 0,0 1 7 0,0 2-4 16,0-5 0-16,0 3 4 0,0 1 2 0,0-3-4 15,0 1 12-15,0 0-12 0,0-2 5 16,0 2 0-16,0 0-1 0,0-2-1 16,0-1-1-16,-3 4 2 0,3-4-3 15,0 2 2-15,0-2-4 0,0 0-1 0,0 0 7 16,0 0-8-16,0 0 1 0,0 0-9 16,0 0 2-16,0 5-23 0,0-5-22 0,0 0-13 15,0 0-13-15,3 3-22 0,-3-3-62 16,0 0-260-16,0 0 76 0</inkml:trace>
  <inkml:trace contextRef="#ctx0" brushRef="#br2" timeOffset="-85048.76">11300 8215 1056 0,'0'-4'-57'0,"0"4"11"0,0-4 5 0,0 2 6 0,0-2 3 0,0 4 2 0,3-4 2 0,-3 4 4 0,3-4 5 0,0 4 3 0,4-3 0 0,3-1-6 15,3 3 4-15,-2 1 7 0,2-3-4 16,3 6 4-16,1-3 4 0,3 0-2 16,0 1 4-16,0-1 0 0,1 0 6 15,-2 4-5-15,1-1 4 0,1-2 2 0,-5 2 0 16,1 0-1-16,-1-2 2 0,1 3 2 15,-4-2-5-15,1 2 10 0,-4 3-9 0,2 0 9 16,-1 0-2-16,-1 4 2 0,-1-4 0 16,2 0 2-16,-1 4-6 0,-4-3 9 15,1 3-1-15,0 2 14 0,-4-3-8 16,4-1-4-16,-7 4 4 0,3-2-5 0,-3 1 3 16,0-2 0-16,-3 1-3 0,0 0 1 15,-4 2-4-15,0-1-5 0,-3 1 5 0,0-1 5 16,-4 1-12-16,-2 2 4 0,-4-4-7 15,1 6 8-15,2-5-3 0,-4 1-3 0,2-1 1 16,2-2-1-16,-4 1-3 0,8 3-10 16,1-7-13-16,-6 3-11 0,6-2-22 15,-6-1-83-15,9-3-107 0,-5 5 235 0</inkml:trace>
  <inkml:trace contextRef="#ctx0" brushRef="#br2" timeOffset="-84121.11">12076 8207 689 0,'-6'-2'-8'0,"2"-2"4"0,1 0 3 0,-4 1 8 0,3-1 0 0,1 0 0 0,0 3 2 0,0-2-4 0,-4 1 2 0,4-2 0 15,0 3 0-15,0-2 2 0,-2 3 5 16,2-3-6-16,3 3 3 0,-3-1 0 0,3 1-4 16,-6-3 5-16,6-1-6 0,-4 4 3 15,4 0-5-15,-3-1 0 0,3 1 6 16,0 0-6-16,0 0 2 0,-6-3 2 16,6 3-1-16,0 0 1 0,0 0-3 0,-5-2 3 15,5 2 1-15,0 0-2 0,0 0-3 16,0 0-1-16,0 0 1 0,0 0-1 0,0 0-6 15,0 0 3-15,0 0 4 0,8 13-3 16,-5-9-4-16,4 0 7 0,-1 5-3 0,5-1-1 16,-5-1 0-16,7 3-1 0,-3-2-2 15,4 0 2-15,-2 3-1 0,6-1-2 0,-2 0 5 16,1 2-3-16,0-1 5 0,-1-1 1 16,1 0 1-16,-4 0 1 0,0-2-6 15,-2-1-3-15,2 0 5 0,-3 1-5 0,0-4 3 16,-4 2 6-16,4-1-7 0,-2 2 2 15,-2-4 4-15,0 1 4 0,1 2-3 16,-4-5-6-16,5 3 3 0,-2-2 2 16,-3 1-3-16,0-1-1 0,1 1 4 0,-1 0-3 15,0-3 3-15,0 1 0 0,2-1 8 16,-2 3 2-16,-3-3 1 0,3 3 2 0,-3-3 5 16,3 1 5-16,-3-1-4 15,3 0-7-15,-3 4-1 0,0-4 4 0,4 0 0 0,-4 0-1 16,0 0-5-16,3 2 0 15,-3-2-2-15,0 0 1 0,0 0-4 0,0 0-1 16,3 3-6-16,-3-3 6 0,0 0-2 16,0 0 2-16,3 0-1 0,-3 0 5 0,0 0-12 15,0 0 4-15,0 0 2 0,0 0-3 16,0 0-1-16,0 0-2 0,5 2-12 0,-5-2-8 16,0 0-11-16,0 0-8 0,0 0-8 15,0 0-16-15,0 0-23 0,0 0-96 0,0 0-107 16,0 0 192-16</inkml:trace>
  <inkml:trace contextRef="#ctx0" brushRef="#br2" timeOffset="-83377.39">12239 8110 766 0,'0'-3'-25'0,"4"1"9"0,0-2 5 0,-1 0 1 0,0 1 3 0,0-1-2 0,0 0 2 0,1 3 10 0,-1-4 0 15,3 1 2-15,-1 0 3 0,-5 1 1 16,3 3-1-16,0-4 7 0,0 0 3 16,-3 4 8-16,3-1-5 0,-3-2-2 15,0 1 6-15,0 2-9 0,4-4-7 0,-4 4 11 16,0 0-4-16,0 0-4 0,0 0-4 0,0 0 3 15,-10 9-5-15,4-4 7 0,-2 2-6 16,-2 1 6-16,-2 2-9 0,-2 1 7 0,1 3-5 16,-4-3 0-16,-3 3-2 0,3-3 5 15,-3 3-7-15,0-3 1 0,0 3 2 16,0-3-9-16,-3 3-2 0,3-4-7 16,4 0-7-16,-1-1-11 0,-1 2-13 0,6-4-37 15,2 0-106-15,2-1-30 0,2-1 74 16</inkml:trace>
  <inkml:trace contextRef="#ctx0" brushRef="#br2" timeOffset="-79965.66">12729 7976 1453 0,'8'-1'-86'0,"-5"-2"15"0,3 0 11 0,-6 2 7 0,4-2 11 0,-1 3 6 0,0-4 13 0,-3 3 5 0,3-2 2 0,0 1 6 0,-3 2 0 15,0 0 9-15,0 0-3 0,5 5 7 16,-5 3-1-16,-5 0 10 0,5 6 2 0,-3 1 0 15,0 6 5-15,3 3 9 0,-6-2-4 16,6 3-7-16,0 3 8 0,-4-3-3 16,4 1-2-16,0 3-5 0,-3-4-1 0,6 2-2 15,-3-2 2-15,4 0 9 0,-4-2-9 0,0-2-4 16,0 0 6-16,3 0-2 16,-3-4-2-16,0-2-2 0,0 0-5 0,0 0 8 15,3-2-1-15,-3-5-3 0,0 3-9 16,3-4 0-16,0 4-21 0,-6-4-18 0,3 0-17 15,3-4-33-15,-6 0-130 0,3-3-119 16,0 0 148-16</inkml:trace>
  <inkml:trace contextRef="#ctx0" brushRef="#br2" timeOffset="-79507.75">13132 8111 925 0,'0'-11'-19'0,"0"1"10"0,0 2 3 15,0-2 0-15,5 6 6 0,-5-3 3 16,0 1 1-16,0 2 1 0,-5 4 6 0,5 0-1 16,-3 10 0-16,0-2 3 0,3 3 2 15,-3-1-1-15,3 0 2 0,0 1-5 16,-4 3-3-16,4-4 2 0,0 2 3 0,0-4-2 16,0 2-5-16,0 0-6 0,0-3 9 15,0 1-6-15,4-1 3 0,-4-3-1 0,3 5 5 16,-3-8-4-16,3 6 6 0,0-6 2 15,5 2 3-15,2-6 12 0,-4 2 5 16,8-6 3-16,-4 3 6 0,2-2 5 16,-1-1 3-16,-1 3 7 0,3-4 0 0,-3-2-1 15,3 3 2-15,-2-1-3 0,-1-2 6 16,-1 3 2-16,-2 2 0 0,3 0 0 0,-3-3-4 16,-4 5-4-16,4-5-5 0,-4 7-6 15,0-2-3-15,1-3-7 0,3 5 0 0,-4 1-8 16,-3-3 4-16,0 3-10 0,6 8 0 15,-6-3 1-15,4 3-3 0,-4 0-1 0,0 6-1 16,0-4-2-16,0 5-1 0,3-4-2 16,-6 7 3-16,3-2-2 0,0-1-4 15,0 3 0-15,0 1-3 0,0-1-2 0,3 2-37 16,-3 2-31-16,0 0-39 0,3 2-37 16,1-2-56-16,3 0-212 0,-4 3-124 15,3-2-36-15</inkml:trace>
  <inkml:trace contextRef="#ctx0" brushRef="#br2" timeOffset="-70296.35">9766 13312 646 0,'-6'3'4'0,"-1"4"12"0,4-4-10 0,-5-1-10 16,5 1 6-16,3 0 1 0,-3 1 3 0,6-1 3 0,0-3-6 0,8 1 1 0,2 5 1 0,4-6-4 16,6 3 5-16,4-3-1 0,3 5 0 15,0-5 2-15,3 3 0 0,0-3-1 0,0 1 13 16,2-1 1-16,1 0-5 0,-3 0 8 15,4 0 12-15,-4 0-8 0,0 0 0 16,-3 0-7-16,4-1-2 0,-8 1 0 0,4-3 6 16,-6 3-1-16,-5 0 2 0,2 0 13 15,-1 0 9-15,-4 0 7 0,-2-5 6 16,-1 5 1-16,1-3-3 0,-4 3-6 0,-4-7-2 16,0 1 0-16,2 2-4 15,-5-4 6-15,0 2 2 0,1 2 0 0,-1-3 1 0,-3-1 3 16,0 1-5-16,0 0-6 15,0-1 1-15,0-1-6 0,-3 2-2 0,3 0-2 16,-7 2-5-16,7-2-1 0,-3 0-3 16,0 1-5-16,-2 1-5 0,5-1 0 0,-3 5-2 15,3-2-3-15,-3-1 0 0,3 1-3 16,0 0 0-16,-3 1-5 0,3-1 1 16,0-3-3-16,0 6 1 0,0-4-5 0,0 4 2 15,0 0-1-15,0 0 2 0,6 0-2 16,5 0 3-16,-5 3 2 0,4-3-2 0,-4 1-1 15,8 5-2-15,-1-6-1 0,-2 3 0 0,-1-1 2 16,3 1-3-16,0 1 4 0,0-1-2 16,1 0 2-16,-1 4 0 0,0-7-1 15,1 3-1-15,-1-1 0 0,-3 1 2 0,0 0-4 16,0-2-1-16,-3 2 3 0,3 0 0 16,-4-2-5-16,1 5 4 0,-1-3 0 0,2-3-3 15,-5 5 1-15,3-2-2 0,-2 1 2 16,-4 6 0-16,-4-5 0 0,4 2 0 15,-3 6 3-15,-3-5 2 16,-2 2 0-16,2 0 0 0,-1 2-3 0,1-2-1 0,0 2 4 16,-2 1-5-16,-2-2 1 0,4-3 4 15,-4 6-1-15,0-4 0 0,0 5-3 0,0-8 3 16,0 3-2-16,0-2 5 0,3-1-4 16,-3 3 3-16,3-2 4 0,1-4 6 15,-1 2 26-15,1 1 19 0,2-4 12 0,1 2 10 16,-4-5 12-16,1 3 0 0,2-2-1 15,4-1-6-15,-10-4-16 0,6-10-7 0,-2 3-12 16,3-10-38-16,-4-4-33 16,-3-4-58-16,3-4-51 0,4-2-37 0,-3 3-28 15,-4-8-62-15,7 5-211 0,3 2-181 0,0 2-145 16</inkml:trace>
  <inkml:trace contextRef="#ctx0" brushRef="#br2" timeOffset="-63043.91">12466 13655 1717 0,'-3'0'-95'0,"3"0"15"0,-7 0 14 0,3 0 13 0,4 0 13 0,0 0 10 0,-6 0 10 0,6 0 7 0,-3 0 0 0,3-5 7 0,0 5 4 15,3-9 1-15,0 8 1 0,0-6 1 0,1 4-1 16,3-5 6-16,-4-2-1 0,4 3-8 15,-4-1 9-15,7-2-3 0,-6 3 15 16,-1-1 4-16,0 1 7 0,4 0 2 0,-4-1 0 16,0-1 0-16,1 5 3 0,-1-3 2 15,1 2-9-15,-1 2-2 0,0-4-2 0,-3 1-3 16,4 2-4-16,-1 4-6 0,-3-5 3 16,0 2-5-16,3 3-2 0,-3 0 0 15,0 0-1-15,7 3-2 0,-4 2 0 16,-3-1 4-16,0 9-5 0,3-2 3 0,-3 3-1 15,4-2 0-15,-1 4 5 0,-3 0-8 16,4 2 5-16,-4-2-1 0,3 0-1 0,0 5 1 16,-3-3-4-16,3-1 0 0,1 1 5 15,-1-3-1-15,-3-5 4 0,3 5-7 16,-3-4 1-16,0 3 1 0,4-4 1 0,-4-1-6 16,0 1 5-16,0-3-2 0,0 7 4 15,0-10 1-15,0 3 0 0,0-1 0 0,3 2 1 16,-3-4 13-16,0 2 5 0,-3-5 1 15,3 5-4-15,0-4-2 0,-4 4-1 16,-2-6 1-16,2 0-5 0,-5 3 2 16,2-2-2-16,-3 5-3 0,-3-6 0 0,-1 1-4 15,-2 5 2-15,-2-6 0 0,6 8 0 16,-6-8 4-16,6 3 5 0,-2-2 4 0,4 5 1 16,0-6-2-16,1 1 3 0,-2-1-4 15,5 6 1-15,2-6-2 0,1 0-4 0,3 0 0 16,0 0-2-16,16-6-1 0,1 5-1 15,-1 1-4-15,8-6 2 0,3 5-3 16,3-2 1-16,-3 3-8 0,3-8-21 0,-7 8-28 16,3 0-37-16,-6 0-20 0,4 0-29 15,-5 0-12-15,-2 0-117 0,1 0-292 16,-9 2-56-16</inkml:trace>
  <inkml:trace contextRef="#ctx0" brushRef="#br2" timeOffset="-61571.97">12370 13715 1432 0,'3'0'-67'0,"0"0"12"0,-3 1 21 0,0-1 19 0,0 0 10 0,4 6 16 0,-4-6 14 0,3 0 8 16,-3 0 14-16,0 0-5 0,0 2-2 0,0-2-1 16,0 0-5-16,-10 0-2 0,4 6 0 15,-5-6-3-15,1 0-2 0,-4-6 4 16,1 6-3-16,1 0 6 0,-2 0 1 15,1-2 1-15,-4 2 2 0,4 0-4 0,-1-7 3 16,-2 7 0-16,-1-7-1 0,0 4 0 16,0-5-3-16,-2 2-3 0,-5-1-1 0,4 3 2 15,-4-11-3-15,-2 5-5 0,0-5-2 16,-4 0 1-16,0 2-2 0,0-2-1 16,0 1 0-16,3-3-1 0,-3 6 0 0,6-4 1 15,1 5 1-15,0-4-1 0,3 3 1 16,0-3 2-16,0 6-3 0,3-3 1 0,1-3-2 15,-4 3 1-15,2 1-4 0,2-2 0 16,2 2-3-16,2 0-2 0,2 2 1 0,-4 1-2 16,4 0-2-16,1-1 0 0,-2 5-3 15,4-4 0-15,1 1-3 0,-5 2-2 16,5-1 1-16,-1 2 0 0,4 3 1 16,-3-6-1-16,-2 2-5 0,5 1 3 0,0 3-1 15,0-1-3-15,-4-2 1 0,4 3-2 16,3 0 1-16,-3 4 0 0,0 3 1 0,3-1 3 15,0 2-1-15,0 3-1 16,3 3 2-16,-3-7-2 0,3 6 2 0,0-1 2 16,0 1-3-16,4-1 1 0,-4 6-2 15,5-8 2-15,-2 5 1 0,0-4 1 0,-2 3 0 16,2-4 2-16,2 5-1 0,-5-11-1 16,3 9 2-16,-3-5-2 0,1-1 2 0,-4-3 3 15,3 5-3-15,3-4 5 0,-1-1 0 16,-5 2 1-16,3-5 10 0,0-1 4 0,0 0 0 15,-3 0 0-15,3-7-4 0,-3 3 2 16,4-10-3-16,-4 6-3 0,0-3-1 16,0-3-1-16,0-3-1 0,0 6-5 0,0-4 1 15,0 5 2-15,0-5-5 0,0 5 1 16,0-5 0-16,0 5-1 0,0 2-2 16,0-5 0-16,0 9 1 0,3-10-5 15,-3 7 1-15,3 3-2 0,5-4-3 0,-2-5-2 16,4 9 1-16,4-4-4 0,5-5 1 15,5 6 0-15,-1-4 1 0,0 4 0 0,4 0 0 16,-1 2 1-16,4-5 0 0,-6 3 2 16,3 2 1-16,-4-4 0 0,0 5 2 0,0 0 0 15,-2-2 1-15,-5 1-1 16,1-1 5-16,-4 5-4 0,1-5 1 0,-1 5-4 0,-4-2 2 16,2 3-2-16,-4-3 2 0,-1 6-1 15,-3 1 1-15,-6 3 1 0,-3 7 0 16,-7 3 0-16,-8 8-22 0,-2 3-37 0,-4 5-26 15,0 6-43-15,-3-2-18 0,-3 1-50 16,0-1-170-16,-1 9-188 0,-2-4-59 16</inkml:trace>
  <inkml:trace contextRef="#ctx0" brushRef="#br2" timeOffset="-41983.95">15703 11955 567 0,'0'-8'28'0,"-3"1"-15"0,-4 0 10 0,0 0-9 0,-3-3-4 0,0 3 1 0,-7 3-2 0,1-6 2 15,-4 5 0-15,0-2-4 0,-3-1 5 16,-4-1-4-16,0 5 0 0,1 1 1 0,-4 2 0 16,-4 1-2-16,4 0-1 0,-3 1 3 15,0 5-3-15,-4 4 2 0,0-1-3 16,0 4 6-16,1-1-1 0,-4 5-1 0,-1 4 1 16,5 2 1-16,-1-2 3 0,1 4-6 15,3 4 5-15,3-4 3 0,0 5-6 16,6-3 1-16,1 1 9 0,3-3-9 15,0 4-2-15,3-1 5 0,1 1 6 16,6 2-8-16,-4-1-2 0,4 1-3 0,4 1 2 16,-2 0 4-16,2 1-7 0,3 2 11 15,0 0-2-15,3-1 0 0,0 2 3 0,-4-1-1 16,8 0 1-16,2-3 0 0,-3 1-3 16,5-1 1-16,-2-3 1 0,1 5-1 0,2-7-3 15,2 1 9-15,-1 0 0 0,2-3 3 16,2 0 4-16,3 0-1 0,3-6 2 0,0 1-3 15,3-1 4-15,0-1-5 0,1 0-1 16,6-4 0-16,-3 3-3 0,0-9 0 16,3 6-6-16,0-3 4 0,3 0-1 0,-3-4-2 15,3 0 0-15,0-1-2 0,1-1 3 16,-4 1 1-16,3-5-3 0,0 5 2 0,0-6 4 16,1 1-4-16,-1-1 5 15,0 0 2-15,0 0-1 0,1-1-4 0,-4-2 0 0,4 0 0 16,-5 2-1-16,1-5 2 0,0 1 4 15,0-1 0-15,-3 2 4 0,0-3 2 16,3-1 3-16,-4-2 5 0,1-2 1 16,0 2-2-16,0-5 1 0,3-2 1 0,-4 0-1 15,-3-2 1-15,4-1-2 0,0 1-1 16,-4-6 3-16,0 0 1 0,1 0 0 0,-4-6-1 16,-1 4 3-16,-2-1 5 0,1-4-4 15,-2 1 1-15,-7-1 2 0,5 0-1 16,-4-4-3-16,1-1-3 0,-5 2-4 0,1-2 1 15,-4-1-4-15,0 1-5 0,0-1 2 16,0 3-4-16,-3-1-1 0,-3 0-2 16,0 1-3-16,-7-1-3 0,1 2-1 0,-5-7-8 15,-13 7 3-15,0-1 0 0,-6 3-6 16,-4-1-5-16,-9 5-7 0,-1 6-13 0,-7-3-26 16,-2 8-26-16,-17 0-23 0,6 9-22 15,-3 0-28-15,-3 5-30 0,-7 6-7 16,-16-3-61-16,2 5-198 0,4-1-157 0,16-1-96 15</inkml:trace>
  <inkml:trace contextRef="#ctx0" brushRef="#br2" timeOffset="-15992.41">7660 7760 613 0,'6'-3'61'0,"1"1"-34"0,-4 2-7 0,3-2-5 0,-1 2 9 0,-2-3-5 0,-3 3 0 0,9-3 4 0,-9 3-6 16,4-3 4-16,-1 3 5 0,-3 0-7 0,0-4-1 15,0-1 0-15,0 2 1 0,-3-1-3 16,-1 1 2-16,1 0 0 0,0-1 3 0,-8 1-8 15,2-2-4-15,-4 2 5 0,-1-1-1 16,-5 4-8-16,-2-3-2 0,-2 0 3 16,-4-1 0-16,-3 1-6 0,0-1 2 15,4 3 5-15,-4-2-10 0,0 1 8 0,-3-3-6 16,3 2 6-16,0 0-2 16,3 2-1-16,-3-2-2 0,0-1 4 0,3 3 1 0,0-2-15 15,0 1 9-15,4 0 6 0,-3 2-5 16,2-3 1-16,1 0-3 0,-1 0 1 0,5 3-2 15,-8-1 7-15,7-2-4 0,-4-1-2 16,5 3 3-16,-5 1 2 0,1-3-7 16,3 1-4-16,-3 2 7 0,2-2 4 0,-2 2-3 15,7 0-4-15,-8-3 7 0,4 3-5 16,0 0 0-16,0 0 2 0,0 0-3 0,-3 0 3 16,3 0 2-16,-4 3-8 15,5-3 5-15,-5 0 5 0,1 2-8 0,2 0 3 0,2 1 0 16,-5-2 6-16,4-1-1 0,1 4-2 15,-5-1-1-15,4-2-3 0,-3-1 2 16,0 3-2-16,-1 0 0 0,0 0 1 16,-2-1 7-16,0 0-3 0,2 1-6 0,-2-2 0 15,2 3 2-15,-3 0 4 0,5-4 4 16,-2 3-8-16,4 0 2 0,-7 0 5 0,4-1-7 16,3 0 0-16,-4 1 3 0,5-2-6 15,-5-1 2-15,7 4 4 0,-2-4 3 0,2 3-4 16,4-3 4-16,-4 1-3 0,7-1 2 15,-4 3-6-15,5-3 5 0,-1 0-2 16,2 0 5-16,-1 3 3 0,2-3 1 0,4 0-10 16,-3 0 0-16,-2 0 7 0,2 0-7 15,2 0 5-15,-2 0-10 0,3 3 7 0,3-3-3 16,-8 0-5-16,5 0 4 0,-3-3 2 16,2 3 5-16,1 3-3 0,3-3-5 0,-6 0-9 15,6 2-15-15,0-2-22 0,-8 0-67 16,5 2-212-16,3-2 157 0</inkml:trace>
  <inkml:trace contextRef="#ctx0" brushRef="#br2" timeOffset="-9039.9">5843 7743 849 0,'0'0'-23'0,"0"0"5"16,-6-3 7-16,1 3 1 0,-1 0 4 0,6 0 2 0,-10 0-3 0,4-4 8 0,-2 4 0 0,-1 0-5 0,-1 0 7 0,-1-1 0 15,-2 1 0-15,1 1-2 0,-6-1 7 16,1 0-1-16,1 0-7 0,-1 0 5 0,-6 0-6 16,3 4 3-16,0-1-4 0,-3-3 4 15,0 4 1-15,-4-1 0 0,3 0 1 16,-3-1-4-16,1 3 1 0,0-4 1 0,-1 3 5 16,0 0-2-16,-3 2 1 0,-3-1 3 15,3 0-1-15,0 0 4 0,0 2 2 16,0-1-2-16,-3-2-5 0,-1 0 0 0,1 4 1 15,-3 1-3-15,1-2 1 0,-1 1-3 16,-1-1 4-16,1 0-5 0,-1 1 7 0,-3-1-2 16,-3 3 0-16,-4 1-1 0,-6-1-4 15,0-2 3-15,-4 3 5 0,3 2-2 0,-6-1-1 16,7-2-2-16,0 2 4 0,-1-1 3 16,-3-1 1-16,8 1-8 0,-5 3 7 0,1-4-7 15,7 0 3-15,-8 2-4 0,4 1 8 16,4-4-5-16,-2 2 4 0,-4 2 2 15,5-5-1-15,0 6-4 0,-3-4-3 16,4 0-4-16,-1 2 2 0,-4 1 0 16,5-4 2-16,-4 4 0 0,-3-1-2 0,3 4 1 0,-4-1-1 15,5 0-3-15,-1-4 6 0,-4 6-1 16,5-3 0-16,1 4-4 0,-2-3 1 16,4 2 0-16,-4-2 1 0,3 3 8 15,-3-1-9-15,4 1-2 0,-5 0 5 0,4-1-7 16,-2-2 10-16,-5 4-12 0,8-1 11 15,-4 0-3-15,-1 2-2 0,2-1-1 0,-1-1-1 16,-1 2 9-16,2-1-5 0,-5 2 9 16,5 0-13-16,-5-2-3 0,7 1 9 0,-2-1-3 15,-2-1 2-15,5 0 0 0,-1 2-2 16,4-2-4-16,-4 0 3 0,11-4 6 0,-1 1-12 16,4-2 4-16,3-1 7 0,0 1-8 15,3-4 0-15,3 4 3 0,1-5 6 16,0 3-14-16,3-2 6 0,-4 3 7 0,4-2-16 15,1 1 10-15,-5-3-1 0,4 3 4 16,-3-1-1-16,3 0 0 0,-1 2 2 0,-1 1-4 16,2 2-1-16,-4-2 3 0,0 2-3 15,5-3 9-15,-1 1-5 0,-1-1-6 16,2 2 2-16,-5 3 4 0,1-3-1 0,0 4-2 16,-4 1 4-16,1-1 2 0,-1 5 0 15,-3-3-9-15,-7 5-4 0,4 0 9 16,-3 2 0-16,1 1 6 0,-1 5-3 0,3-4-7 15,-4 4 7-15,7-1 1 0,0 3-1 16,0-2 5-16,3-1-10 0,4 3 11 0,3-6-8 16,3 10 5-16,1-7-1 0,2 3-7 15,5 1 15-15,-1 1-7 0,7 1-4 0,-5-1 6 16,8 2 1-16,0 1-2 0,0 1 3 16,8 2-2-16,-2 1-2 0,1 1 4 15,5 3-4-15,-1-2 4 0,2 3 4 0,1-2-5 16,2 0 1-16,1 2-6 0,-1-5-2 15,1 1 2-15,0-1 5 0,0 2-6 0,-1 0 5 16,1-2-1-16,-1 1 1 0,-2-2-2 16,-1 1-3-16,4 2 12 0,-4-2-7 15,-2 2 5-15,1-1 1 0,1-1 3 0,1-1-3 16,-1 2 0-16,4-2-1 0,-1-3-4 16,2 2 7-16,-1 1-5 0,2 0-1 0,1-2-5 15,0 1 3-15,7 2 1 0,3 6-3 16,0-2 2-16,0 2-2 0,0-3 0 15,-4-4-3-15,4 7 2 0,-3-8 0 0,3 3-2 16,-6-3 2-16,3 1 1 0,-2-3-1 16,5-1 2-16,-3 4-5 0,0-4 5 0,0 3-2 15,0 0-2-15,-4-2 2 16,0-3 0-16,0 2 0 0,1 3 2 0,-5-5 1 16,2 2 3-16,-1 2-1 0,-4-4 2 0,-2-2 2 15,-4-2 0-15,4-1 3 0,-5 1-3 16,1-1-1-16,1-1-2 0,-5-2 1 0,4 0 0 15,-4 2-1-15,1-6-1 0,3 5-2 16,-3-2-3-16,2 1 2 0,-1 2 0 0,2 1-3 16,-1-2-4-16,-2 1 4 0,3 1-1 15,-3 0 1-15,3-4-3 0,-3 5-1 16,-1-1 1-16,4 0 2 0,-3 1-4 16,-1-4 1-16,5 9 0 0,-5-8-1 0,-3 5 0 15,4 0 5-15,3 1-3 0,-6-3 0 16,2 6-1-16,1-4-1 0,-1 5 0 0,2-5 1 15,-2 5-3-15,-3-5 2 0,4 5 2 16,3-5-3-16,-3 5-1 0,-1-5-1 0,1 5 4 16,2-5 1-16,-1-3 5 0,1 1-5 15,1-5-2-15,1-2 3 0,-2 5 0 16,1-6 1-16,4 0-2 0,2 0 3 0,5-6-1 16,-4 5-1-16,2-2 2 0,-2 3 1 15,2-6-2-15,2 4-1 0,-1-4 0 0,3 5 0 16,-3-6 1-16,4 4 1 0,-1-5-1 15,-3 1-2-15,0 1 1 0,7 2 0 16,-5-2 1-16,2-2 0 0,3 7 1 0,0-6-1 16,3-4-1-16,3 4 3 0,3 0-1 0,5 4 0 15,2-5 0-15,0 1-2 0,4 0 1 16,-1 4 1-16,1-5-3 0,-4-5 1 16,4 9 3-16,0-10-6 0,0 7 4 15,-1 3 0-15,4-4 1 0,-4 1 0 0,8 0-3 16,-7-2 2-16,2 7 1 0,2-5 0 15,2 0 2-15,0-2-1 0,1 1 4 0,2 0-3 16,1-1 1-16,7 0 4 0,-4-1-2 16,0-4 1-16,3 6 0 0,3-9-2 0,-2 9 3 15,-1-9-3-15,0 9 0 0,-3-9 2 16,0 9-1-16,0-9-4 0,1 9 1 16,-1-10 0-16,0 0-1 0,0 4-2 0,3-4 6 15,0-6-3-15,0 5-2 0,4-6-2 16,-1 0 2-16,1 0 1 0,4-6-1 0,2 5-1 15,-4-6-1-15,2-2-3 0,-4 7 2 16,-1-5 0-16,1-3 0 0,-4 2-3 16,3 1 2-16,-6-3 1 0,4 2-1 15,-4-5-1-15,0 3 2 0,0 1-2 0,3-1 1 16,-3-5 1-16,3 5 0 0,11-5 1 16,-1-1-4-16,-9 7 2 0,-1-7-1 0,3 7 3 15,-5-7-4-15,2 1 2 0,-3 5-2 0,3 1-1 16,-3-7 1-16,3 7 3 0,-3 2-2 15,4-4 0-15,-4 4 1 0,3 0 2 16,-3-4-3-16,3-2 1 0,1 12 1 0,3-10-1 16,-4 4 2-16,4 0-2 0,-4-4 2 15,4 5-2-15,-1-1 1 0,4 6-2 0,-3-10-1 16,3 5 2-16,0 5 1 16,0-6 0-16,-3 4-2 0,0-5 1 0,-1 8 0 15,-3 0 1-15,-2-6 0 0,-5 6 0 0,1 0-1 16,10 6 1-16,-11-6-1 0,0 2 3 15,4 7-1-15,5-8-2 0,-2 6 1 16,-3-1 0-16,-1 5-2 0,1-4 0 16,0 0 2-16,0 4 0 0,0 3 1 0,4-3 1 15,-8-4-1-15,4 8-2 0,-3-5 6 0,3 5-4 16,-3-5 3-16,0 8-2 0,-4-4 1 16,0-3-2-16,1 3-1 0,-2-2 3 15,-1 1-1-15,2 5 4 0,1-3-3 0,-1-4 0 16,3 6 6-16,-2-3-7 0,3-2-2 15,0 3 1-15,-2 1 8 0,5 2-6 0,4-10-1 16,-4 9 1-16,7-9-1 0,-3 9-2 16,12-9 3-16,-10 6 2 0,18-4-1 0,0-3 3 15,-2 4-8-15,2-4 2 0,3 1 2 16,3-7-3-16,-3 8 2 0,3-8 0 0,-1 5-2 16,1-5 1-16,0 6-2 0,-3-6 4 15,6 5-6-15,-6-3 9 16,-11-2-7-16,4 5 1 0,-2-6 7 0,1 1-12 0,-2 6 4 15,3-7-3-15,3 0 3 0,-2 1 0 16,-2-1-4-16,14 0 2 0,-9 0 2 16,9 0-1-16,-3-1-4 0,4 1 2 0,-1-7 0 15,-3 6 0-15,0-5 3 0,0 5-1 16,-4-9-2-16,-2 2 2 0,-15 1 0 0,5-3-2 16,-7-4 3-16,-1 2 1 0,-2-1-2 15,-1 1 2-15,0-1-1 0,-3 1-3 16,0-2-1-16,0-4 2 0,-3 0 3 0,0 4-3 15,3-3-2-15,-3 0 0 0,-5 8 2 16,5-9 1-16,-6 4-4 0,-2-3 4 0,-5 9-2 16,-4-9 2-16,-1 9 1 0,-1-3 4 15,-2-2-3-15,1 1-4 0,-10 5 2 0,3-3-2 16,-4-5 1-16,1 8 3 0,-4-4-4 16,0-2 0-16,1 1 2 0,-5 5 0 15,5-9 4-15,-7 7-5 0,2-7 1 0,-2 7-4 16,-4-7 4-16,5 7 2 0,-6 2-1 15,6-10 4-15,-9 9-5 0,2-3 5 0,-1 4-2 16,-1-3-1-16,-2-5 1 16,3 8-2-16,-3-4 2 0,-1-2 1 0,1 1-2 15,3 5-4-15,-3-11 0 0,-1 5 3 0,1 1 3 16,0-2-3-16,0-4 1 0,2 0-11 16,-2 4 10-16,0-4 1 0,0 0 2 15,-1-5-5-15,1 7-1 0,-1-2-1 0,1 0 5 16,0-5-5-16,-4 7 11 0,4-2-7 15,-4 0-4-15,0 1 2 0,5 2-1 0,-5-3 1 16,0 4-3-16,0-3 1 0,0 6 1 16,1-4 0-16,-1-3 0 0,0 4-6 0,1-3 6 15,0 6-3-15,-1-4 3 0,0-3 1 16,0 1-2-16,0-4 0 0,1 3 0 16,-1-1-4-16,3 5 4 0,2-4-2 0,-2 0 0 15,4 1 1-15,-4 2 0 0,2-3 1 16,1 1-1-16,1 2 1 0,4-1-4 15,-4 1 5-15,-1 3-2 0,5-5-2 0,-1 2 4 16,1 5-8-16,-1-5 8 0,1-1 1 16,2 7 1-16,-2-9-2 0,-1 5-2 15,4 1 0-15,-1-2 0 0,1 3-1 0,-1-3 1 16,1-3 0-16,0 6 2 0,0-3 5 16,-1 3-5-16,1-4-1 0,2 5-3 15,-2-5 3-15,-4 5 2 0,4-4-1 0,4 3 0 16,-8-3-2-16,4 6-1 0,2-3 7 15,-2 1-4-15,3 3-1 0,-3-7-3 16,3 6 2-16,-1-3 2 0,2 1-1 0,-1 3-1 16,3-7-3-16,-3 7 4 0,0-2 5 0,3 0-4 15,-3 1 0-15,1-3-3 0,1 4 2 16,-5-3 2-16,4 2 1 0,-5 1-2 16,1-3-2-16,2 2 3 0,-1-2-2 0,2 3 2 15,-7-7 0-15,7 6-8 0,-4-3 8 16,-2 1 1-16,2 0-4 0,1-1 6 0,-4 3-3 15,1 0 0-15,-1-2 9 0,0 3-13 16,1-4 3-16,-1 4-2 0,-3-3 2 16,0 2-5-16,0-2 5 0,1 0-2 0,-2-1 2 15,1 3 3-15,-4-3-7 0,5-2 5 16,-5 4-1-16,1-4 0 0,-1 3 0 0,-1-2 1 16,1-1-1-16,0 1 4 15,-2-1-3-15,-1 1-2 0,0-3-1 0,0 2 4 0,-3 1 2 16,5-1-6-16,-5-2 4 0,0 2-6 15,0 1 5-15,0-2 1 0,0-3-3 16,3 3 0-16,-3-1 0 0,0 3 0 16,0-4 1-16,0 4 0 0,0-1 0 0,0 1-2 15,-3-2 0-15,3-3 5 0,-5 6-3 16,5-3 0-16,-3 0-2 0,3 2 3 16,-3-1 0-16,0 1 0 0,-4-3 0 0,4 2-3 15,-3 1 4-15,1-1 3 0,-1 1-6 0,-1-1 2 16,1 1 1-16,0-1-4 0,-2 3 7 15,-2-2-6-15,1-1 1 0,2 2 0 16,-3 0-3-16,-3-3 1 0,2 6 4 0,-2-5-6 16,0 1 0-16,3 1 4 0,-3-2 0 15,-1 1 2-15,1-1 0 0,0 4-4 0,-1-1 2 16,-2-3 3-16,-1 2-5 16,0 3 5-16,1-3-1 0,-2 1-4 0,-1 0 2 0,2 3 2 15,-2-4 1-15,-2 2 0 0,1-1-4 16,1 0-1-16,-5 0 2 0,4-1-2 15,0 2-4-15,-3-1 3 0,2 0 5 16,5-4-2-16,-4 6-2 0,3-3 2 0,-3 1-2 16,3-2 4-16,1 2-2 0,-1-3 1 15,1 1-5-15,-1-1 3 0,1 1 0 0,2-1 1 16,1 1-1-16,-1-1-2 0,1 1 1 16,-1-3 0-16,1 2 2 0,-1 1 0 0,1-1-1 15,1 1 2-15,-2-1-4 0,4 1 1 16,-4-1 0-16,4-2 2 0,-3 2 0 0,3-1-3 15,-3 2 2-15,3-1 3 0,0-2-3 16,-3 0 4-16,2 1-6 0,-2-3 1 16,0 3 5-16,3-1 2 0,-3-3-6 0,-5 1-4 15,6-2 4-15,-2 5 1 0,-2-3-2 16,3-2 0-16,-1 2 3 0,-2 1-2 0,2-2 2 16,-2 1 6-16,2-1-10 0,-2 0 1 15,2 1 0-15,-2-4 4 0,-2 7-2 0,2-6-2 16,-1 3 0-16,-3-4 1 15,0-1 0-15,3 2 4 0,-3-3-3 0,1 2-3 16,-2 0 3-16,2 0-1 0,-1 2 2 16,-1-2-1-16,2 2-5 0,2 1 5 0,1 1 2 15,-8-4-3-15,7 3 0 0,1 1-3 16,-1 1 10-16,1-2-5 0,-2 0-2 0,1 4 0 16,1-4 7-16,-1 2-9 0,1 1 15 15,-1 1-16-15,1-1 2 0,-1 0 3 0,0 2-2 16,-3-2-3-16,4 0 0 0,-1 2 5 15,-4 1-2-15,2-2-1 0,2 1 0 16,-7 2 3-16,5-3-2 0,-4 3-2 0,2-3 2 16,-1 3 2-16,-2 1-3 0,0-2 1 15,-2-1 3-15,2 4-5 0,-2-1 3 16,3-4-2-16,-4 6 2 0,0-3 1 16,0-2-4-16,0 3 1 0,5 1 2 0,-5-1 0 15,4 0-2-15,-1-1 3 0,0-1-2 16,2 2 0-16,-2 0 1 0,4-2 0 0,1-1-3 15,1 2-2-15,2 3 7 0,-1-5 0 16,4 2-5-16,-1 1 3 0,1 2-6 0,3 0 4 16,0-1 2-16,0 1-2 0,0 1 4 15,3-3-3-15,-2 1 0 0,-1-1 4 0,2 0-4 16,2-1 1-16,0 1 0 16,-4 1-1-16,2-1 0 0,2-4 0 0,0 3-2 15,-1 1 0-15,0-2 3 0,0-1 3 0,4 2-4 16,0-1 1-16,-4-1-4 15,4 1 3-15,0 2-2 0,0-3 4 0,-2 1-1 16,2-1-4-16,0 4 3 0,0-4 4 0,3 1-5 16,-3 2 2-16,-1 0 2 0,1-1-5 15,0-1 0-15,3-1 3 0,0-1-3 0,-3 2 3 16,3-1-3-16,0-2 0 0,0 0 3 16,0-1-1-16,-5 4-1 0,5-3 0 0,5 1 1 15,-5-3 0-15,0 3 3 0,0 2-3 16,0-4 0-16,0 4 1 0,0-1 0 15,0-2 1-15,0 3-3 0,3-1 1 0,-3-1-3 16,0 2 4-16,0-5 2 0,0 3-2 16,0-1-2-16,0 0 1 0,0 1 1 0,-3-3 4 15,6 3-6-15,-3-1 1 0,0 0-3 16,-3 1 1-16,3-3 5 0,0 6-2 0,0-4 0 16,0 2 0-16,0 1-2 0,0-1 7 15,-5 1-6-15,5-1 1 0,0-2-5 16,0 3 5-16,0-1-2 0,0 1 8 0,0-4-9 15,-3 2-1-15,3 2 1 0,0-5 2 16,0 6-1-16,3-4-1 0,-3 0 0 0,0-1 1 16,0 4 0-1,0-2 2-15,5 1 0 0,-5-2 0 0,3 1-3 0,-3 0 3 16,0 2 5-16,0-3-8 0,3 2 3 16,-3-2-1-16,0 1-2 0,-3-3 1 0,3 3 1 15,0-1 0-15,-3 0 1 0,3-2-1 16,0-1-1-16,-5 3 0 0,5-2-1 0,-3 2 1 15,0-3 0-15,3 1 2 0,-3-1-1 16,3 1 7-16,-4-1-6 0,1-1-4 0,0-2 2 16,0 4-1-16,0-3 1 0,-5 3 2 15,5-1-3-15,3 3 2 0,-3-5 0 0,-1 2 2 16,4 1-4-16,-3 2 2 0,3-3-2 16,-3 1-2-16,3-1 1 0,0 0 4 15,0-1 0-15,0 1-2 0,0 1 2 0,0 2 0 16,-3-3-2-16,3 1 0 0,0 2 5 15,0-3-4-15,0 1 1 0,0 2 2 0,-3-3-2 16,-2 4-2-16,-1-4-1 0,3 0 0 16,-1 4 5-16,-2-4-3 0,0 0 0 15,-2 4-4-15,5-3 5 0,-4 1 0 0,1-1 2 16,-4 0-1-16,3 3-3 0,-3-4 1 16,0 4 3-16,3-4-3 0,1 3 0 15,-7-2-2-15,6-1 3 0,-3 3 3 0,-3-2-3 16,3-1-2-16,-1 0-1 0,-2-1 3 15,3 1 2-15,0 1-3 0,-3-1 0 0,2 1 0 16,-1-1-2-16,2 3 8 0,-1-2-8 16,-2-1 2-16,4 3 0 0,-2 0 1 15,-2 1-1-15,7 1-1 0,-5-2 2 16,1 1-2-16,-4 3 3 0,8-3-2 0,-4 3 1 16,1 1 0-16,1-1-1 0,-2-1-2 0,4 2 1 15,-5-2 0-15,5 2 3 0,-4-4-5 16,1 4 5-16,-2 2-4 0,-2-5 2 0,3 2-1 15,0 2-1-15,-3-1 2 0,2 0-1 16,-2 0 1-16,-4-2-2 0,1 1 1 0,-4-2 1 16,0 4 1-16,0-4 3 15,-1 2-6-15,-1 0 3 0,-2 1-2 0,1-2 0 16,-7-1-1-16,3 1-3 0,0-1 4 0,0 3 2 16,2-2-3-16,1 1 1 0,0 1-2 15,1-2 4-15,0 2-2 0,0 0 3 16,-1 0-3-16,0-1 2 0,5 3-2 0,-1 0 7 15,4-1-2-15,-1 1-4 0,-1 4-3 16,6 0 4-16,-6-5-2 0,9 5-1 0,-1-1 3 16,-4 2-3-16,4-1 1 0,1-2-2 15,1 3 4-15,-1-1-2 0,-1 0 0 16,4 3 0-16,-5-4 0 0,1 3 0 0,4-1-1 16,-5 0 3-16,5-1 0 0,-1 1-2 15,-3-1 0-15,3 3 1 0,-3-2 2 0,4 1-5 16,-4 2 0-16,3-2 3 0,-3-1 0 15,0 0 6-15,0 3-7 0,0-3 1 16,0 3-2-16,0-1 3 0,-3 1-2 0,3-3-2 16,-4 3 2-16,1-4 1 0,-4 3 2 15,1 1-2-15,-1 0 1 0,1 0-1 0,-1-3 0 16,-4 3 0-16,5 0 2 0,-1 0 0 16,-2 0-4-16,2 0 2 0,-3 0-3 15,0 0 2-15,0 0 1 0,0 3 5 0,0-3-9 16,0 0 2-16,0 1 2 15,0 3 2-15,-1-4-2 0,2 3-2 0,-1-2 0 16,-1 2 1-16,5 0 2 0,-4-3-1 16,1 3-2-16,-2-1 4 0,4 0-2 0,-2 1 2 15,2-2-3-15,1-1 4 0,-2 4-5 0,2-1 1 16,-1-2 3-16,4-1-1 0,-4 3 1 16,0 0-5-16,1 0 3 0,-1-1 1 15,1 0-1-15,-5 1 2 0,5-3-3 0,-4 5 0 16,3-5 1-16,-3 3 2 0,0-2 1 15,4 2-2-15,-5 0 0 0,4 0-3 16,-2-1 2-16,-1 0 3 0,-4-2 2 0,5 3-5 16,-5-2-1-16,4 3 1 0,-3-1 3 0,-4-2-5 15,4-1 3-15,-4 3-1 0,0 0 1 16,0 0-1-16,-3-1 2 0,0 0-4 16,5 1 3-16,-5-2 0 0,0 3 0 0,3-4 0 15,-3 3 3-15,0 1-6 0,3-4 3 16,3 3 0-16,5 0-1 0,-1-1-1 15,-4-2 1-15,8 2 1 0,-4 1 1 0,-1-3 4 16,5 1-6-16,-1 3-2 0,4-4-1 16,-4 3 3-16,1-3-1 0,2 1 5 0,1 2-3 15,-1 0-2-15,1 0 1 0,-1-1 2 16,1 0 2-16,1 1-4 0,-2-2 0 16,1 3 1-16,2-1 1 0,-2-2 1 15,3 2-2-15,-3 0 0 0,0 2-2 0,-1-3 2 16,-2 2 2-16,2 0 0 0,-2-1-4 0,2 1 2 15,-2-1 0-15,-2 0 1 0,-1-1-1 16,2 0-1-16,-2 2 0 0,2 3 2 16,-4-3-1-16,-1-1-1 0,-2 2 2 15,0 0-1-15,1-4 0 0,-4 6 0 0,4-6 0 16,0 5 2-16,-1-3-2 0,1 1 1 16,-3-1 0-16,-1 2-1 0,0-2 2 15,1 1 0-15,2 2 0 0,-3-4-2 0,0 0 1 0,-3 2-1 16,5 0 2-16,-2-1-1 0,0 1-2 15,3-1 7-15,-6-3-7 0,7 5-1 16,-3-3 1-16,-1-2 1 0,4 3 7 16,-1-2-5-16,0 3 0 0,5-1-4 0,-1-3 1 15,-4 1 2-15,5 2-3 0,-2-3 0 16,-2 0 0-16,4 3 2 0,-5-1 1 0,4-2-1 16,0 3 0-16,0-3 1 0,-4 2-1 15,5-2 0-15,-5 3 2 16,4-3-3-16,0 0 0 0,-3 1 0 0,0-1 0 0,-1 0-1 15,0 0 4-15,2 4-1 0,-2-4 0 16,1 0 0-16,-1-4 0 0,5 8 1 0,-5-1-1 16,1-3 0-16,3 0-2 0,-3 0-1 15,2 0 3-15,-2 1 0 0,3-1 0 0,-3 0-1 16,2 0-1-16,2 0 1 0,-1 3 1 16,-4-6 2-16,8 6-3 0,-1-3 0 0,-2 0 2 15,-2-3-5-15,1 6 4 0,1-6-2 16,-2 3 1-16,1-1 0 0,-3 1-2 0,0 0 2 15,2 0 0-15,-2 0 0 0,0-3 0 16,3 3-1-16,-1 0 2 0,2 0 1 16,-1 0-1-16,-1-4 0 0,2 4 0 15,-1-1 1-15,-1 1-3 0,2-3 1 0,-1 6-1 16,-1-6 2-16,2 1-1 0,-1 2 2 16,0-3-1-16,0 1 0 0,0-1 1 0,0 0-1 15,0 2 0-15,0-2-1 0,0-1 0 16,0 3-1-16,-1-2-2 0,2 1 1 0,-1-3-1 15,4 2 5-15,-5-1 0 0,4 1-3 16,-2-2 1-16,2 2 1 0,-4 1-2 16,5-3 0-16,-1 2 1 0,4-1-1 0,-4 1 1 15,4-2-2-15,0 2 1 0,-1-1 1 16,1 1 0-16,3-3 0 0,-3 5-2 0,3-2 4 16,0-1-2-16,0 0 1 0,3 2 0 15,-3 0 5-15,0-1-6 0,0 0-2 16,4 0 2-16,-5 2-2 0,2-2 0 0,2-1 3 15,0 3-2-15,-3-4 1 0,0 3 0 16,1-4-2-16,1 3 0 0,-1 2 2 16,-1-6-1-16,2 6 0 0,-1-2 2 0,-1 1 0 15,4-3 1-15,-5 2 0 0,4 0-2 16,-2 2-3-16,1-2 1 0,2-1 2 0,-1 3-2 16,-2-2 3-16,6 1-2 0,-8 0 2 15,4-1-1-15,1-3-3 0,0 6 5 0,-5-1-4 16,4-2 2-16,-2-1 0 0,2 3-1 15,-3-2 1-15,0-1 2 0,0 4-5 0,0-3-2 16,0 0-1-16,-4 3-21 0,1-3-33 16,0 2-37-16,-4 1-36 0,4-3-30 0,-4-1-37 15,1 0-160-15,-4 2-109 0,-1-6-91 16,2-3-62-16</inkml:trace>
  <inkml:trace contextRef="#ctx0" brushRef="#br2" timeOffset="30428.24">17709 6772 315 0,'-3'3'70'0,"0"-3"-25"0,3 0-9 0,-6 0-10 0,6 0-3 0,-5-3-2 0,5 3-2 0,0 0-5 16,0 0 0-16,0 0 4 0,0 0-6 0,0 0 2 16,0 0-3-16,11-3 1 0,2 1-3 15,4 0 9-15,7-3-7 16,9 2 0-16,10 0 4 0,7-1 1 0,10-2-3 0,3-2 11 16,7 4-1-16,3 0-5 0,4 1-2 15,0-3 3-15,16 4 1 0,0 0-4 16,5-2 0-16,1 3-1 0,8-2-2 15,33-1 0-15,-23 1 7 0,-11 0-3 0,0 0-5 16,2-1 6-16,28-1-1 0,-23-1 9 16,-19 2 7-16,-17 1-3 0,-1-2-3 15,-9-1-2-15,-11 5 0 0,-2 1 5 16,-11-3 2-16,-2 0 4 0,-8 3 7 0,0 0-10 0,-3-1 1 16,-7-2 1-16,0 3-1 0,-2 0 1 15,-2 0-6-15,-2-3 1 0,0 3-6 16,-4 0-2-16,0 0-1 0,1 0-2 0,-1-3-3 15,-2 3-4-15,-2-2-20 0,1 2-35 16,1-2-38-16,-5-2-27 0,0-3-126 0,1 0-173 16,-1 0 81-16</inkml:trace>
  <inkml:trace contextRef="#ctx0" brushRef="#br2" timeOffset="30828.28">19863 6692 1085 0,'-10'2'-31'0,"3"-2"8"0,0 3 4 0,4 0 2 0,-3-3 8 0,2 3-4 0,1-3 1 0,-4 1 1 16,3 2 2-16,1-3 2 0,0 4 1 16,0 0-1-16,3 0-1 0,-3 5 3 15,3-1 1-15,0 6 2 0,-4-3-1 0,8 3 4 16,-4-3 5-16,0 6 1 0,-4-1 3 16,4 0 9-16,4 2 3 0,-8-2 0 15,8 5 6-15,-8-1-9 0,1-1 2 0,0 2-2 16,-1-2-4-16,4 4 2 0,-7-5-5 15,4 1-1-15,-3 2 0 0,2-4-2 16,-2 2 0-16,3-2 8 0,-2-1-11 0,2 0-3 16,-3-4-3-16,3 1-24 0,3-1-15 15,0-2-22-15,-4-6-81 0,8 2-170 16,-1-6 171-16</inkml:trace>
  <inkml:trace contextRef="#ctx0" brushRef="#br2" timeOffset="31349.87">20106 6750 808 0,'-3'-8'-8'0,"0"2"20"16,0 2 4-16,-2 0 6 0,2 1 9 0,-3 0-1 16,6-2 2-16,-4 3-5 0,1-2-2 15,0 3-6-15,3-2 4 0,0 3-8 16,-6-3 1-16,6 3 6 0,0 0-14 0,-5 7-2 15,2-1 11-15,0 2-11 0,3 2 3 16,-3-3 6-16,-1 4-10 0,4-3 9 0,0 3-14 16,0-1 0-16,0 0 4 0,4-2-1 15,-4 2-1-15,3-3-4 0,-3 1 1 16,3-4 5-16,0 3 0 0,5-1 0 16,-5 2 3-16,3-5-1 0,4 1-6 0,-2-1 4 15,1-2 2-15,1-2-7 0,1 2 5 16,-2-2 2-16,1-2-4 0,0 0 5 0,4 2 5 15,-5-5-5-15,2 1 12 0,-1-1 3 16,-4 2 3-16,4-3 15 0,-3 1 4 16,3 2 6-16,-4-4 5 0,1 4 5 0,0-5 0 15,-4 5 1-15,4-4 0 0,-4 4 1 0,0-2 2 16,1-1-1-16,-1 3 0 0,0 0-4 16,1 0-6-16,-1-2-2 0,1 3-6 15,-4 1-5-15,3 0-5 0,-3-2-6 0,3 3-4 16,-3 1-2-16,0-3-5 15,0 3-4-15,0 0-1 0,3 10 0 0,-3 1-1 16,0 1 1-16,0 1-2 0,4 3 0 16,-4 1 0-16,3 4 0 0,-3 4-1 0,3-3-1 15,1 3-6-15,-1 3-51 0,1 0-35 16,2 4-42-16,4-2-66 0,-3 2-169 16,0 0-218-16,-1-1-79 0</inkml:trace>
  <inkml:trace contextRef="#ctx0" brushRef="#br2" timeOffset="39325.34">26816 17042 259 0,'-10'-5'83'0,"-3"-2"-44"0,3 0-9 0,-4-1 0 0,8-1-7 0,-11 2-5 0,4-2 0 0,3 0-4 0,-4-5 2 0,1 3-2 0,-1 3 6 0,5-3-1 0,-4-2-3 16,-1 1 4-16,1-1-4 0,2 4 1 16,2-7-1-16,-4 7 2 0,2-1-9 0,-2-3 2 15,7 1 6-15,-15-1 1 0,12-5-4 16,-15 9-1-16,4-7-2 0,-7-2 2 16,1 4 0-16,-7 2-4 0,-1-1-2 0,-6-5-2 15,-3 9 6-15,-4-7 0 16,1 4-8-16,-11-1 3 0,3 1 2 0,1-1-4 15,-11 4-1-15,9-1 5 0,-5 3-3 0,3-1 2 16,-10-1-4-16,4 9-2 0,-1-7 6 16,5 7-9-16,-15 0 4 0,1 6 0 15,-8-5 1-15,-9 8-2 0,-3-7-1 0,0 5 4 16,3 6-3-16,3-8 1 0,-2 9 1 16,5-3-3-16,0 2-1 0,8-1 4 15,9 1-1-15,0-1 1 0,10 2-4 16,2 3 6-16,4 0-6 0,1-1-3 0,0 2 4 15,7 6 1-15,3 1-1 0,0 0 0 16,-1 1 2-16,8-1-2 0,0 7 2 16,3 2 5-16,0 0-5 0,3 2-1 0,4-4 2 15,0 11-1-15,3-5-3 0,0 1 9 16,3-2-8-16,-3 1 6 0,7-1-5 16,3-1 2-16,-4-1-1 0,5 1 2 15,-5 0-2-15,4-4 3 0,-3 14 0 0,2-10-5 16,-1 7 6-16,5-7-2 0,1 2-9 15,-2-1 7-15,5 1 3 0,0 1-1 16,3-2 0-16,0 3-1 0,3 1 4 0,3-4-3 16,2 2 5-16,5 4-6 0,4 0 10 15,-4 0-6-15,7-1 3 0,3 1 2 16,3-3-4-16,5-2 3 0,2 1-3 0,0-3-4 16,11 3 8-16,-8-6-2 0,12 3 1 15,-2 0-7-15,1-4 5 0,5 0-4 0,5-1 1 16,3-1 8-16,0-2-6 0,0 0 6 15,7-3-8-15,-4 0 7 0,4-3-8 16,0-3 3-16,3 2-2 0,-10-7 2 16,13 1-3-16,4 1 2 0,-10-4 3 15,9 1-3-15,7-6-1 0,-10-2-1 0,5 1 7 16,-2-5-5-16,-6-1 1 0,7 0 1 0,-3-1-1 16,2-5-3-16,-3 1 2 0,10-2 4 15,-13 0 0-15,14-4 5 0,-18 1-1 16,15-3 10-16,-5 1-9 0,-2-5 8 15,-1-1 2-15,-7 0 6 0,1-4-4 0,0 0 1 16,0-3 2-16,-4 0-4 0,-3 0-1 16,-3-6-1-16,-1 2-1 0,-3-2-2 0,-6 4-1 15,6-4-2-15,-6 6 1 0,-7-4 4 16,4 1 1-16,-8-1 2 0,1-2 3 16,-4 2 1-16,7-4-1 0,-10 1-3 15,3-3 2-15,1-1-1 0,-5-1 1 0,-2-1-1 16,3 1 0-16,-6-1-3 0,-1-1-1 15,1-1 1-15,-5 1-4 0,5 0 1 16,-15-1-2-16,12 0-2 0,-15 2 0 0,5 9-4 16,-5-10 4-16,1 6-4 0,-14-5-1 15,4 1-1-15,-4-5 1 0,-3-2-4 16,-6-1-1-16,-1 1 1 0,-7-5-4 16,-3-1 0-16,5 6-1 0,-8 1 0 0,0-4 1 15,-8-1 0-15,5 4-1 16,0-5-2-16,-10 10 0 0,0-4 1 0,-1 0-2 0,-2 6-1 15,-11-1 2-15,0 4 1 0,0 0-3 16,-3 2-1-16,-3 6 1 0,0-5 1 16,-7 6-1-16,7 6-3 0,-8-5 3 15,-2 5-3-15,10-5 6 0,-10 8-1 0,2-1-1 16,8 0 0-16,-7-2 0 0,-10 6 0 16,7-5 1-16,-8 11-3 0,12 0 1 0,-4-4-1 15,-1 4-2-15,1 7 4 0,-3-1 1 16,-2 1-5-16,-2 0 4 0,-6 1-2 15,-4 6 1-15,3 10-3 0,-3-9 0 0,7 10 1 16,-4 6 4-16,-16 2-3 0,16-1 1 16,11 0 1-16,6 7-1 0,-20 11 0 15,16-5 2-15,11-2-2 0,-17 14 0 16,16-6 2-16,-9 13-4 0,7 0 2 0,15-7 3 16,5-1-2-16,6-5 2 0,0-1-4 15,3 7 4-15,1-5-1 0,2-1 14 0,-2-1 0 16,9 3-3-16,4-4 0 0,-4 1 0 15,6 1-2-15,5-1-2 0,2 2-1 16,1-1-16-16,7 5-31 0,3 1-31 0,9 0-28 16,10 9-41-16,5 1-72 0,2 5-205 15,20 19-119-15,8-2-37 0</inkml:trace>
  <inkml:trace contextRef="#ctx0" brushRef="#br2" timeOffset="40867.9">27003 17623 1447 0,'3'14'-46'0,"-3"-3"3"0,3 1 3 15,1-2 7-15,-1-6 5 0,0 11 4 0,8-5 15 0,-8 3 8 0,13-1 4 0,1 1 9 0,10-1-2 0,13-1 8 16,3-4-5-16,7-1 4 0,13-5 7 0,10-2 5 16,25-5 0-16,25-6-1 0,7-8 3 15,9-1-5-15,5-1-3 0,0-6 3 16,6-5 0-16,-4 0-4 0,4-10-1 0,-3 0 0 15,9-2 0-15,-2-7 1 0,-1-1 4 16,0-4 5-16,1-3-3 0,-4-4 4 16,3-2 3-16,4-9 8 0,-4-9-5 15,7 1 5-15,-13-16-4 0,3 5 0 0,-14-12 1 16,35-20 3-16,-45 9 0 0,4 3-1 16,-7-4-2-16,-6-7-3 0,13-26 1 15,-13-10-4-15,-17 15-1 0,3-22-4 0,-23 11-2 16,7-26-3-16,-21 30-1 0,-2-11-2 0,-11-3-3 15,1-2 0-15,-18-12-7 0,1-2 4 16,-17 0-2-16,-7-3 3 0,-10 1-3 16,-6-2-4-16,-17-1 0 0,-10-2-2 15,-13-35 0-15,-24 5 0 0,-7 8-3 16,-5 6 4-16,-18 2-2 0,-3 7-4 0,-13 4 1 16,-10-3-2-16,-21 2 1 0,0-1-3 15,-12 5 0-15,-14 0-3 0,3 2 2 0,-12 2 1 16,2 7-4-16,-10 4 5 0,1-4-3 15,-4 1 1-15,-17-7-4 0,0 2 1 0,-10-4-2 16,7 9 4-16,-3 3 0 0,7 12-3 16,-15 5-1-16,12 7 3 0,2 1-4 15,-7 0 0-15,1 0 2 0,6 0 2 16,11 1-1-16,-8 5-4 0,14 9 11 0,7 7 0 16,3 10-2-16,37 24 0 0,6 6-4 15,4 6-4-15,6 7 7 0,10 3-2 0,11 7 1 16,10 5 0-16,6 2-3 0,12 8 1 15,18 12 2-15,14 6-2 0,9 7 2 0,7 3-2 16,4 1 0-16,-1 3 0 0,7 4 2 16,-1 2-4-16,5 2 3 0,-1-4-4 15,1 3 4-15,5 3-1 0,-2 1 1 0,4 1 0 16,1-1 1-16,-1 0-5 0,2 2 7 16,1-1-3-16,-1 2-1 0,-3-1 2 15,3 2 0-15,4-3-2 0,0 5 3 16,-4-2 0-16,3 0 1 0,1 2-3 0,-4-2 2 15,4 3 0-15,0-3 1 0,3 1-4 16,-7 2 3-16,4-3 1 0,3 3-6 0,-4-2 6 16,4 2 0-16,-3 5-4 0,3 3 4 15,-3-1 1-15,3 0 0 0,0 4 0 0,0-3 0 16,0 1-2-16,0 3 2 0,0-2-1 16,0 1 2-16,0-3-1 0,0 3 0 15,0-1-1-15,0 0 3 0,3 1-3 0,-3-3 1 16,0 3 0-16,0-1-1 0,0 0 4 15,0 1-2-15,0-4 0 0,0 0 1 0,0 1-3 16,3-1 3-16,-3-3-1 0,0 2-1 16,0 2 3-16,0-5 0 0,0 1 0 15,4-1 9-15,-4-2 5 0,0-1 2 16,0 0-4-16,0 0-1 0,0 0-2 0,0 0-3 16,-7-8 0-16,7 0 1 0,0-1-4 15,0 2-1-15,-3 0 0 0,3-4 0 0,0 4 1 16,0-2 1-16,0 0 1 15,3 1 1-15,-3 0 2 0,3-1 0 0,-3 2 1 0,0 3 0 16,0-4-2-16,0 6-2 16,4-3-1-16,-4-1-3 0,0 5 0 0,3-2-3 15,1 3 0-15,-4 0 3 0,16 7-3 16,1 3 2-16,10 2 1 0,6 1-47 0,10 2-30 16,14 3-61-16,6-3-52 0,11 5-213 15,-8-8-257-15,-2-6-151 0</inkml:trace>
  <inkml:trace contextRef="#ctx0" brushRef="#br3" timeOffset="78596.14">14196 11497 1001 0,'-17'-17'55'0,"4"2"-1"0,3 5 3 0,3-2 1 0,-3 2-3 0,4-1-3 0,-1 4-10 0,4-3 0 0,-1 2-4 0,1 4 7 16,3-5-2-16,3 1-1 0,4 7 3 16,3-2 5-16,0 3 5 0,7 3 4 0,-1 2 0 15,8 5-6-15,2 5-2 0,4 2-1 0,4 6-7 16,-4 4 1-16,6 2-4 0,-3 3-2 15,5 0 0-15,-8 0-3 0,-1 4 3 0,-2-7-5 16,3 4-1-16,-7-6 1 0,1 1 0 16,-5-3-3-16,-2 1 0 0,4-1-1 15,-5-1-4-15,-2-4 3 0,-4 0-2 16,-1-5-1-16,5 0-3 0,-7-2-3 0,-1-1 0 16,0-2-1-16,-1 0 1 0,-2-3 0 0,0-3-2 15,-6 3-3-15,-5-7-1 0,2-3-2 16,-4-2-2-16,-7-4-1 0,1 1 0 15,-1-3-1-15,1-2-4 0,-5-1 2 0,4 2-3 16,1-1 2-16,-1 1-1 0,4-5 6 16,0 9-5-16,-1-5 1 0,1 5-4 0,6-3 4 15,-3 5 0-15,1-2 1 0,2 1-1 16,0 2 2-16,-3 0-4 0,4 0 4 16,2-1-2-16,1 2-3 0,-4 0 4 0,7 4 0 15,0 0 0-15,0 0-1 0,10 8 0 16,-3-2 5-16,-1 1 1 0,4 4 1 0,4-3 1 15,-1 2 4-15,4 4-1 0,-4-3 3 16,4 0-2-16,-1-1 3 0,-2 1-3 0,-1-3 0 16,4 2 0-16,-7 1-1 0,7-1-3 15,-4-2 1-15,1 2 3 0,-1-3-2 0,-1 4-2 16,-1-4 1-16,-1-2-1 16,-4 1 4-16,5 1 2 0,-5-3-2 0,4 0 6 0,-4 0 1 15,-2 1 4-15,3-4-3 0,-4 3 3 16,4 0 1-16,-1-4 0 0,-3 3 4 15,1-3-1-15,0 0-5 0,2 0-3 16,-6-4-1-16,4-3-5 0,-4-3 2 0,3-5-17 16,-6-3-27-16,-1-7-36 0,-6-11-46 15,3-3-46-15,-6-7-48 0,7-7-22 0,-5 2-176 16,2-12-69-16,5 11 47 0,8-4-121 16,5 3-43-16</inkml:trace>
  <inkml:trace contextRef="#ctx0" brushRef="#br3" timeOffset="91004.59">18936 6669 1577 0,'4'-4'-83'15,"-1"-1"16"-15,0 2 8 0,0 0 16 0,0 2 10 0,-3-2 8 0,5 0 12 0,-5 3 3 0,-5-3 0 0,5 3-6 0,0 0 15 0,0 0 1 16,-9 6 0-16,-1-2-3 0,-1 2-4 15,-2 3-2-15,-4 4 6 0,-5 2-2 0,-2 3 5 16,-3 3 0-16,-3 3-3 0,-3 1 4 16,3-3 3-16,-3 3-2 0,3-3-8 0,0-1 9 15,3 1-1-15,-3-2-2 0,3-1 3 16,5-1 0-16,1 0-3 0,1-5 4 16,4 2-1-16,-1-4-1 0,4 0 6 15,-1-1 5-15,4-2 7 0,4-1 0 0,-5 0 2 16,5-1 16-16,-1-1 6 0,1-1 2 15,2-4-4-15,1 3 0 0,-1-8-8 0,4 5 1 16,4-10-2-16,-4 3-4 16,3-3 5-16,1-2-5 0,-1 1 4 0,3-2-1 15,-2 3 0-15,-1-2-4 0,0 5 1 0,-3-3-2 16,4 2-1-16,-4 4-4 0,0-2-4 0,0 3-2 16,0 3-1-16,-7 9-3 0,4-2 1 15,-4 0 0-15,1 4-3 16,-1-3 0-16,0 6-2 0,0-4 0 0,1 2 0 0,-1-2 5 15,0-2-5-15,1 2 4 0,2-3 2 16,-2 1 7-16,3-4 6 0,-1 5 8 0,1-5 2 16,3-1 1-16,0 2 0 15,0-3-4-15,0 0-3 0,0-2-5 0,7 0-3 16,-1 0-6-16,4-2-11 0,4 0-35 16,-5-2-34-16,8 4-35 0,3-1-25 0,0 1-12 15,4-3-54-15,-5 3-135 0,5 0-178 16,-1 0-8-16</inkml:trace>
  <inkml:trace contextRef="#ctx0" brushRef="#br3" timeOffset="95545.25">16336 8512 435 0,'7'3'131'0,"-4"0"-71"0,4-3-7 0,-4 1-6 0,0 2-7 0,-3 0-5 0,0-2-1 0,0 5-3 0,-3-1 5 16,3 1-7-16,-3-2 11 0,-4 4-10 0,4 2 8 16,-4 0-3-16,0 0-4 0,1 2 4 15,-1 1 4-15,-3 2-6 0,0 0-9 0,0 2-2 16,1 1 5-16,-2 1-10 0,5-1 1 15,-1 2 5-15,1-2-6 0,-2-3-3 0,5 0-2 16,0-2-2-16,3-1 3 16,-3 1-6-16,6-1 0 0,0-2 1 0,3-3-3 15,2-3 5-15,2 2-3 0,2-3 4 16,2-3-1-16,2 0-2 0,-2-3-3 0,6-3 0 16,-3 2 6-16,0-3-1 0,-1-3 8 15,1-1 7-15,-1 2 13 0,-2-1-1 0,-1-3 2 16,4-2 0-16,-7 3 3 0,3-4 2 15,1 4 3-15,-5-2 2 0,1-3 0 0,1 3-4 16,-2-1 0-16,-2 3-2 0,4-1 3 16,-5 3-3-16,0-1-1 0,-2 3-3 15,2-3-4-15,-3 4-2 0,5 1-3 16,-8 5-3-16,3 1-4 0,0 4 1 0,0 6 1 16,-6 5-1-16,3 3-2 0,-6 4 1 0,3 3 0 15,-5 6-6-15,-2 2 2 0,-2 1-2 16,1 0-2-16,1 2-2 0,1 2-21 15,-2-5-43-15,1 9-44 0,1-5-42 16,-2-2-36-16,-2 7-191 0,-1-2-243 0,-2 6-107 16</inkml:trace>
  <inkml:trace contextRef="#ctx0" brushRef="#br3" timeOffset="97552.32">18666 8457 1452 0,'7'12'-138'0,"-7"-6"13"0,0-1 33 0,0 0 37 0,3 0 3 0,-3-1 7 0,0 3 6 0,0 2 6 16,0-4 9-16,0 2 3 0,0 1 13 16,0 2-1-16,-3 0 2 0,3-3 6 0,-7 4 7 15,4-3 0-15,0 3 0 0,-1-1 4 16,1 0 0-16,0-2-3 0,-5-1-4 15,8 1 8-15,-3-3 2 0,3 3 4 0,-3-4 4 16,0 0 8-16,0 2 3 0,3-1 8 16,0-2 15-16,0 0 4 0,-4-2-2 15,4-1 1-15,0 0-5 0,-3-7 0 16,3 2-1-16,0-1-8 0,-3-2 0 0,3-3-7 16,0-2 5-16,3 1-5 0,0-1 4 15,1-5-6-15,-1-1 0 0,0-3-2 0,3-1-4 16,2 1-2-16,2 0-1 0,-1-2 1 15,-2 5-5-15,3 1-4 0,3-2-1 0,-2 5-4 16,-5 0-5-16,4 2 2 0,0 4 0 16,0 0-4-16,0 2-3 0,0 6 3 0,0-5-1 15,0 6 1-15,3 0-5 0,-5 0 1 16,1 3-1-16,1 0 0 0,-4-2 1 0,2 5-6 16,-5-1 6-16,3 0-6 0,-6 0 3 15,4-1-5-15,-4 3-1 16,-4 2 1-16,1-4-1 0,0 2-2 0,-3 1-2 0,1-1 0 15,-4-1 2-15,5 1 1 0,1-2 2 16,-3 0-5-16,3 0 7 0,-1-1-3 16,0 2 3-16,-2-5 0 0,6 5 2 0,-4-3-5 15,1 2 2-15,0-2 1 0,0-2 0 16,3 5 0-16,3-5 3 0,-3 8-4 16,3-4 0-16,0 2 5 0,1 1 3 0,6 2-3 15,-3-3 1-15,-1 1-2 0,4 2 2 16,1-3 0-16,-2 1 1 0,1 2-2 0,1-3-7 15,-2 1-40-15,4-1-36 0,1-1-14 16,-1-2-38-16,-2-1-119 0,-2-2-161 0,4-1 75 16</inkml:trace>
  <inkml:trace contextRef="#ctx0" brushRef="#br3" timeOffset="97954.45">19319 8376 1114 0,'0'-4'-27'0,"0"0"5"0,0-2 7 0,-6 4-4 0,-1-1 8 0,-2 3 1 0,-5 0-2 0,1 3 1 0,-4-1 0 15,1 1 5-15,-2 1 4 0,6-1-3 16,-2 1 0-16,4 0 1 0,-4-2 0 0,4 3 4 16,1-2 0-16,-2 0 0 0,5-2-1 15,-1 2 6-15,1 0-1 0,2-2 1 0,1 3-6 16,-4-2 5-16,4 3 2 0,3 1-7 15,3-2 13-15,-3 4-1 0,3-3-2 16,1 3 3-16,-1-1-4 0,1 0-5 16,5 1 1-16,-2-1 7 0,3 3 1 0,0-2 12 15,3 2 4-15,4 0 6 0,-7-1-3 16,7-2 2-16,-4 4-3 0,-2-4-5 0,1-1 0 16,-2 1-7-16,-2 1 5 0,1-4 0 15,-2 2-3-15,-1-1 0 0,2 0 5 0,-5 0-4 16,-3 2-2-16,0 1 0 0,-3 2 0 15,-5-3 1-15,-2 1-6 0,4-1 2 16,-5 0-7-16,2 0-2 0,-1-1-11 0,-4 2-25 16,4-4-37-16,1 2-12 0,-8-5-47 15,4-1-150-15,-4 4-58 0,-3-4 151 16</inkml:trace>
  <inkml:trace contextRef="#ctx0" brushRef="#br3" timeOffset="102131.08">21969 7357 899 0,'0'-3'-7'0,"0"2"33"0,0 1-5 0,0 0 17 0,0 0 8 0,3-3 9 0,-3 3-9 15,0 0-1-15,0 0-6 0,0 0-4 16,0 0-4-16,-6 10-2 0,3-3-4 15,-1 1 1-15,-2 2-4 0,0 2-2 0,-2 2-5 16,2 3 3-16,2-1 0 0,-2 1-4 16,0 1 1-16,6 3 0 0,-8-2-2 15,5-2 0-15,0 0-3 0,-1-1 4 0,1 0-3 16,3-1-4-16,-3 0 8 0,0-5-7 16,3 1 3-16,0 0-4 0,0-1 0 0,0 1 7 15,0-4 1-15,0 0 9 0,0-3 14 16,3 3 7-16,0-3 14 0,0 2 1 0,4-4 5 15,0-2 1-15,0 2 3 0,-1-2 0 16,4-2 2-16,-4 2-4 0,5-5-5 16,-5-1-4-16,1-2-8 0,-1 0-4 15,5-2-5-15,-5-3-8 0,1-2 1 0,-1 0-6 16,2-3-12-16,-5 3-18 0,0 1-24 16,1-7-23-16,-1 4-30 0,-3 2-29 0,0-3-25 15,-3 3-16-15,3 1-20 0,-4-3-88 16,-2 6-310-16,-2-3-67 0</inkml:trace>
  <inkml:trace contextRef="#ctx0" brushRef="#br3" timeOffset="102938.91">22480 7386 1426 0,'0'0'-70'0,"0"-1"18"0,0 1 14 0,0 0 8 0,0 0 12 0,3-3 7 0,-3 3 11 0,0 0 2 15,0 0 3-15,0 0-2 0,0 0-2 16,-17 10 6-16,10-5-1 0,-2 2 5 0,-4 4-5 16,2-4 0-16,-2 6-6 0,-4-1-2 15,4 1 6-15,-1-1 1 0,1 2 0 0,4 4-1 16,-2-3 0-16,1 1-2 0,1-1 1 15,1-4-1-15,5 3 0 0,-4-3-2 0,4 3 0 16,0-3-5-16,0 0 11 16,0-1 8-16,3-2-11 0,-4 2-5 0,4-3 8 15,0 1-3-15,0-1 4 0,0-1 12 16,4-2 12-16,2-1 8 0,-3-2 4 0,7-1 8 16,1-1 0-16,-2-2-2 0,4-1-5 15,1-5 1-15,2 1-6 0,-2 0-3 0,-1-1-2 16,4-3-6-16,-7 2-1 0,4-1-3 0,-5 0-5 15,1-3-9-15,0 6-21 0,-3-5-20 16,-4 1-23-16,4-1-24 0,-7 1-22 16,3 1-17-16,-3-2-65 0,3 1-271 15,0 2 39-15</inkml:trace>
  <inkml:trace contextRef="#ctx0" brushRef="#br3" timeOffset="103339.28">22829 7385 1170 0,'8'1'-53'0,"-5"-1"19"0,3 4 17 0,-6 0 11 15,0 5 2-15,0-2 7 0,-3 2 2 16,0 1 2-16,-5 3-5 0,2 2 10 0,-4 0-5 16,4-1-5-16,-2 4 9 0,5-3-2 15,-3 1-4-15,2-1 3 0,1 0-1 16,3-1-4-16,-3 1-1 0,3-2-2 0,0-1 4 15,0 1 0-15,3-2-5 0,-3 1 10 16,0-6-3-16,3 5 3 0,4-5 7 16,-1 1 13-16,2-6 5 0,2 3 2 0,-1-4 4 15,2 0 1-15,2-4-4 0,0 3 3 16,1-4-5-16,-5 0 2 0,5-2-6 0,-4-1-3 16,3 1-2-16,-6-3-2 0,3 2-5 15,-4-2-2-15,1 0-3 0,0-2-1 0,-7 1-7 16,3 1-8-16,-3 0-4 15,4-1-8-15,-4 0-1 0,-4 1 2 0,-2-1-7 16,2 1 1-16,-3 1-12 0,4-1 3 16,-3 2-10-16,2-2-11 0,-2 3-1 0,2-1-13 15,1 2-8-15,-1-1-5 0,4 3-12 16,0-2-39-16,0 2-208 0,4-1 151 0</inkml:trace>
  <inkml:trace contextRef="#ctx0" brushRef="#br3" timeOffset="103674.27">23103 7407 855 0,'9'0'-19'16,"2"0"8"-16,-1 0 13 0,-7 0 2 0,3 0-2 16,2 0 0-16,-5 0 4 0,3 0-3 15,-2 0 3-15,-1 3 1 0,-3 2-1 0,0-1-4 16,0 2 7-16,-3 1 0 0,3 1-9 16,0 2 8-16,-4 0-7 0,4 2 8 15,-3-2 0-15,3 2-1 0,0 4 1 0,0-4-7 16,3 1 5-16,-3-4-7 0,0 4 2 15,4-3-1-15,-1 2 6 0,-3-1-5 16,3-1 5-16,0-3 1 0,2 1 2 0,-5-1 2 16,3 1 11-16,0-3 10 0,4 3 13 15,-1-4 11-15,0-1 6 0,2 0 6 16,-2-3-3-16,4 0-1 0,-4-3 0 16,5 0-8-16,2-1-3 0,-7-3-5 0,2 1-3 15,2-2-3-15,-4 1-7 0,-3-4-13 16,0-1-13-16,-3-1-19 0,-3 1-15 0,0-2-22 15,-3 1-16-15,-4-2-20 0,-1 1-8 16,-2 3-25-16,-1 1-84 0,5-1-197 16,-1 4 93-16</inkml:trace>
  <inkml:trace contextRef="#ctx0" brushRef="#br3" timeOffset="104173.54">23512 7382 1067 0,'5'0'-22'0,"-2"-3"17"0,-3 3 6 0,3 0 8 0,0-1 4 0,-3 1 5 0,0 0 7 15,0 0 1-15,0 0-2 0,7 0-1 16,-7 0-2-16,3 0-3 0,-3 0 0 0,3 1-3 15,-3-1-2-15,0 0-6 0,0 3 1 16,0 0-2-16,0 4 3 0,0 1 3 0,3 2 0 16,-3 2 2-16,0 2 12 0,0 3-1 15,0-1 1-15,0 0 0 0,0-1 2 16,0 2-4-16,0-2 0 0,0 0-1 0,-3 3-1 16,3-4 0-16,0-1-1 0,0 2 1 15,-3-3-1-15,3 1-1 0,0-2-3 16,0-1-2-16,0-2 2 0,0 3 1 15,0-5 0-15,0 1 6 0,0 1 5 0,0-1 2 16,3-2 0-16,-3 0 2 0,0 0-1 16,0-1 3-16,-3 2-1 0,3-1 0 15,0-3 0-15,-3 1-2 0,3 2 1 0,3-2-3 16,-3-3 5-16,-3 4-7 0,3-4 1 16,0 3-2-16,0-3-3 0,0 3 0 0,0-3-6 15,0 2 4-15,0-2-3 0,3 2-4 16,-3 1-3-16,0-3 0 0,-3 1-1 0,3-1-11 15,0 0-42-15,0 0-49 0,0 0-42 16,0 0-35-16,0 0-98 0,0 0-324 0,0 0-91 16</inkml:trace>
  <inkml:trace contextRef="#ctx0" brushRef="#br3" timeOffset="104875.4">23876 7465 1529 0,'3'-4'-67'0,"-3"0"21"0,0 1 13 0,3 2 7 0,-6-2 10 0,6-3 19 0,-3 6 1 0,0-2-5 0,0 0 0 16,-3-2 4-16,3 4-3 0,0 0 0 0,0 0-9 15,-6 6 12-15,-1 2 0 0,4-4-3 16,-3 7-4-16,2-4 0 0,-3 6 2 0,-3-4-3 16,7 4 4-16,0-3-4 0,0 2 1 15,-1 1 9-15,0-2-7 0,4 1 6 16,-3-2-5-16,3 0 7 0,0-3 1 0,3 4-11 16,1-4 2-16,0-2 4 0,-1 2 7 15,3-1-2-15,-3-2-2 0,4 0 14 0,-4 0 1 16,5-1 7-16,-2-2 6 0,0-1 1 15,1-1-4-15,-1-2-1 0,2-5-2 16,-5 4-1-16,3-5-6 0,-2 0-5 16,2-1-1-16,2 0 2 0,-5-1-6 0,0 1 0 15,0-2-10-15,0 5-7 0,-3-3-6 16,4-1-7-16,-4 4-13 0,3 0-6 0,0 2-9 16,-3-2-15-16,3 1-15 0,2 1-19 15,-5-1-76-15,6 2-207 0,4 1 108 16</inkml:trace>
  <inkml:trace contextRef="#ctx0" brushRef="#br3" timeOffset="105033.52">24342 7494 1001 0,'8'0'-10'0,"-2"3"17"0,1-3 14 16,-1 0 5-16,2 3 15 0,-5-3-5 0,3 0-5 15,-2 3-4-15,2-3-4 0,-3 0 1 16,-3 0-8-16,7 0-25 0,-3 1-34 15,6-1-27-15,-7 0-86 0,6 0-173 16,2 3 157-16</inkml:trace>
  <inkml:trace contextRef="#ctx0" brushRef="#br3" timeOffset="105165.5">24649 7540 937 0,'8'0'7'0,"-5"2"10"15,0-2 0-15,3 2-3 0,-2 1 5 16,-1-3 6-16,-3 0-11 0,14 3-5 15,-8-3-20-15,7-3-20 0,1 3-31 0,2-3-79 16,5 3-136-16,-1-4 204 0</inkml:trace>
  <inkml:trace contextRef="#ctx0" brushRef="#br3" timeOffset="105397.98">25789 7486 841 0,'11'0'49'16,"-2"4"10"-16,1-8 6 0,1 8 12 0,-8-4 6 16,3 0-7-16,1 0-7 0,-4 0-10 15,-3 0-8-15,8 0-12 0,-2 0-27 0,-3 2-31 16,-3-2-52-16,0 0-67 0,-9 2-164 15,-5-2-21-15,1 3 160 0</inkml:trace>
  <inkml:trace contextRef="#ctx0" brushRef="#br3" timeOffset="106103.24">21637 7686 845 0,'-8'0'-26'0,"-2"4"10"0,7-4 3 0,-3 0 5 0,-2 0 2 0,5 0 5 0,0 3 5 15,0-2-2-15,3-1 0 0,0 0 4 0,3 6-3 16,3-3 5-16,2 1 1 16,1-1-2-16,4-2-7 0,1 6 8 0,2-3-2 15,2-1-3-15,5 0 14 0,4 1 3 16,6-1 2-16,10 2-1 0,11-1-2 0,9 5 0 16,24-5 0-16,6 4-4 0,7-5-6 15,33 7 8-15,7-3-1 0,3-2-2 0,-6-2-1 16,7 1 3-16,-5-1-3 0,5 0 1 15,-17-6-9-15,20 3 8 0,3-3-2 16,2-4 0-16,-5-1-4 0,0-2 2 16,-7-1-3-16,-4 0 0 0,-6 1-3 0,-19 0 0 15,-21 2 5-15,-3-3-4 0,-5 5 7 16,5-2-5-16,-24 1 1 0,1-1 0 0,-4 4 11 16,-10-2 4-16,-4 2 3 0,-5-3 6 15,-5 6 6-15,-2-4 5 0,-8 0 5 0,1 2-1 16,-1 3-1-16,-2-3-2 0,-7 2-2 15,-1 1-5-15,1-3-6 0,2-1-3 16,-5 3-3-16,-1 1 1 0,1-3-2 0,-1 3-6 16,-2-2-2-16,-2 0-1 0,1 2-15 15,-4-3-26-15,2 3-26 0,2 0-23 16,-7 0-21-16,-3 0-37 0,0 0-90 0,0 0-188 16,-24 3 78-16</inkml:trace>
  <inkml:trace contextRef="#ctx0" brushRef="#br3" timeOffset="106500.53">23759 7830 1116 0,'-10'0'-8'0,"4"0"20"0,-1 0 12 0,4 0 13 0,-7 0 3 0,6 0 4 0,1-2 0 0,-3 4 4 0,2-2-6 0,4 0-1 0,-6 0-7 15,6 0-1-15,-4 2-2 0,-3-2-6 16,4 0-5-16,3 0-4 0,-3 3 0 0,0-2-1 16,3 3-1-16,-4-1 0 0,4 1-3 15,-3 4 1-15,3-2 0 0,0 2 3 0,3 3-4 16,-3-1 4-16,0 0 0 0,0 0 2 15,4 2-1-15,-4-2 1 0,3 1 0 0,-3-2 2 16,0 4 4-16,3-6-6 0,-3 3-3 16,0 1 3-16,3-3-3 0,-3 1 0 15,0 0-3-15,3 2-1 0,-3-1 0 16,0-3 2-16,4-3-3 0,-4 5-15 0,0-1-25 16,4-4-43-16,-4 0-21 0,3 2-18 15,-3-3-41-15,0-3-105 0,0 0-168 0,0 0 64 16</inkml:trace>
  <inkml:trace contextRef="#ctx0" brushRef="#br3" timeOffset="107050.89">23860 7893 1160 0,'6'-8'-11'0,"1"1"18"0,-4 1 20 16,3 2 11-16,-1-3 2 0,-2 3 0 15,0 2 4-15,0 0-2 0,0-4-7 0,1 3 3 16,-1 2-6-16,-3-2-7 0,0 3 0 15,0 0-2-15,3 7 0 0,-3-1-2 0,0-4-2 16,0 4 1-16,3 1-2 0,-3 3 1 16,5-6-4-16,-5 4 1 0,3-1-4 15,0-1-2-15,-3-2-1 0,3 0 3 0,-3 3-2 16,3-3 1-16,-3 2-2 0,4-4-2 16,-4 3 2-16,3-4 0 0,0 3 3 15,-3-1-1-15,0-2 3 0,0 2 1 0,0-3 2 16,8 3 6-16,-8-3 0 0,6 0 1 15,-3 0 3-15,4 0 0 0,-1-3 3 16,5 0 4-16,-5 2-4 0,4-6 2 16,1 3-3-16,-2 0 2 0,1-2-2 0,0 2 0 15,0-4 2-15,0 3 0 0,0 0 0 16,-3-1 3-16,3 2-1 0,-4-1 0 0,1 2 0 16,0-1 5-16,0-2-1 0,-1 3 4 15,-3-1-1-15,4 0 2 0,-4 0-1 0,1 2-1 16,3 0-2-16,-7-1 1 0,3 3-4 15,0-3-1-15,0 0 1 0,1 2-10 0,-4 1-3 16,0 0 0-16,0 0-4 0,0 10-2 16,0-2-1-16,0 9 5 15,-4-2 2-15,4 2 0 0,-3 3 0 0,3 0 0 0,-3-1 1 16,3 2-1-16,0-4-5 0,-3 1 1 16,3 0 5-16,0-4 1 0,-4 1-6 0,4-2-2 15,0-1 4-15,0-2-3 0,0-2-6 16,-3 2 2-16,3 0 1 0,0-2-33 15,0-1-50-15,0-2-66 0,0-3-78 16,-4 1-100-16,4-3-180 0,0 0 45 0,0 0-134 16,-3-9-81-16</inkml:trace>
  <inkml:trace contextRef="#ctx0" brushRef="#br3" timeOffset="111255.26">20643 8207 1477 0,'10'-2'-75'0,"0"-2"12"0,-4 4 20 0,4-1 14 0,1-2 12 0,-2-1 14 0,1 4 6 0,1-3 17 0,-2 3 0 0,1-4 10 15,1 4 3-15,-5-1 2 0,1-2-2 0,2 3-1 16,-1-2 2-16,-2-2-3 0,-3 4 0 16,1 0 2-16,-4 0-6 0,9 4 2 15,-9-4 2-15,5 2-2 0,-2 1 4 0,0 2 3 16,-3-2 3-16,0 1 5 0,3-1 5 15,-3 4 3-15,0-4 4 0,0 2 0 0,0-1 3 16,0 3 1-16,-3 4 5 0,-3-1-2 16,1 3 0-16,-1-1 0 0,-1 3 1 0,-5 3 0 15,-2-1 0-15,-2 5 0 0,-2 2-3 16,-2-2 2-16,1 0-2 0,-2 1-1 0,1-1-4 16,-3 1 4-16,0-3-5 0,-1 2 1 15,1 0-1-15,-3 2-4 0,2-5 2 16,-2 4-9-16,-1-3 3 0,-3 1 0 0,0 0-3 15,0 1-3-15,0 2-4 0,-7 1-3 16,-3 0-5-16,4 0 1 0,-2-3-3 16,-1 3 2-16,-1-3-3 0,-4 3 3 15,4-2 3-15,1-1-10 0,-2 1-1 0,1-2-4 16,1 3 0-16,-1-2 5 16,-1-1 5-16,2 1-5 0,-1-2-8 0,2-4 4 0,5 2 0 15,-7 6-1-15,4-10-6 0,-1 5 2 16,1-2-13-16,-2-3-13 0,-1 1 5 15,-1 0 3-15,4-2 0 0,-5 2-2 16,4-4-1-16,-5 6 6 0,1-5-7 0,1 1 5 0,4-1 3 16,-4 1-4-16,-1-1 1 0,2 1 4 15,-1-5-4-15,-1 9 3 0,-2-5 0 0,4 1 1 16,-2 1-2-16,-2 4-2 0,3-6-2 16,-7 6 8-16,4-5 0 0,7 1-3 15,-8-2-2-15,1 6-1 0,-1-5 6 16,4 2-7-16,0 0 3 0,0-2 3 15,0-1-1-15,4 1-2 0,-1-5 1 0,4 3-1 0,0-1-1 16,-2 0 0-16,10 1 3 16,-5-4-2-16,-1 3 5 0,5-2-8 0,-4-1 3 0,0 0-3 15,0 4 4-15,-4-4 6 16,4 0-7-16,0 1 5 0,0-1-7 0,0 1 0 16,3-1 0-16,-3 0 0 0,4 0 3 0,2-1 1 15,-2 2-1-15,3-4-7 0,-1 3 2 16,4-1 13-16,0 2-11 0,3-4 1 15,1 2 3-15,-1-1 2 0,4 0-9 0,-4 0 3 16,4 2 2-16,-1-3-1 0,-2 2-1 16,2 2 0-16,1-4 1 0,4 2 6 15,-5-1-8-15,1-1 5 0,2 2 2 0,1-3-9 16,1 1 1-16,1-1-4 0,2-2 6 0,-1 5-2 16,1-4 2-16,0-2-5 0,2 3 2 15,-3 0 2-15,4-3-9 0,-4 3 3 16,4-2 1-16,0-1 6 0,-1 3-3 0,1-3-4 15,-1 3 1-15,4-2 3 0,0-1-3 16,0 0-3-16,-6 0 3 0,6 0 0 0,0 0-1 16,0 0 0-16,3-7 0 0,0 3 1 15,4-2 2-15,-3-2 3 0,2 0-2 16,1-3 1-16,3-2-5 0,0-1 9 16,0-1 3-16,-1 0-7 0,5-3 5 0,-4 4-4 15,1-3 2-15,-2 3-1 0,4 2-2 16,-2-3 7-16,-2 5-4 0,1 0 7 0,-2 2-9 15,1 1 3-15,-2 0-6 0,-4-1 5 16,3 3-2-16,-1 1 4 0,-2 4 3 0,-3 0-5 16,-3 9 3-16,-2-4-2 0,2 5 3 15,-3 0 0-15,-1 2-1 0,1-2 2 16,-5 5-4-16,1 0 2 0,1-1-4 0,-2 3 6 16,-2-3-3-16,4 1 0 0,-2-2 3 15,1 2-1-15,4-3 2 0,-5-2-4 0,1 2 1 16,4-2 3-16,0-3-3 0,2 4 5 15,-3-4-5-15,4-1 2 0,-1 1 1 0,-2-2-1 16,3 2 5-16,-1-1 8 0,4-5 0 16,0 5 1-16,4-4 4 0,-1 4-2 15,0-3-2-15,4-2-1 0,3 5 4 0,0-5-7 16,6 5-3-16,1 2-5 0,7 2-45 16,3-5-59-16,-2 5-78 0,16 0-63 0,-8-3-111 15,13 4-151-15,2-3 40 0,12 0-179 16,-11-2-139-16</inkml:trace>
  <inkml:trace contextRef="#ctx0" brushRef="#br3" timeOffset="121525.41">16960 12722 275 0,'6'0'133'0,"4"3"-79"16,4-3-15-16,-1 0-5 0,1 0-8 0,-1-5-10 0,-1 1-3 0,6 3-1 0,-6-5 1 0,2-1-4 0,-4 5 3 15,4-7-8-15,-1 5 6 0,-3 0-3 0,0-2 4 16,0 1 2-16,-4-1 1 0,5 2-7 15,-5-3 3-15,-2 2-1 0,2 0 3 0,-3 0-2 16,1-1-5-16,2-1 1 0,-2 2-2 16,-4-1 1-16,3-1 2 0,-3 3 0 15,4-1 1-15,-1-4-4 0,0 5-1 0,-3-3-5 16,0-1 4-16,3 1-1 0,1 0 1 16,-4-1-2-16,0 3 2 0,3-3-4 0,-3 1 3 15,3 4 0-15,-6-4 2 0,6 2-15 16,1-1-27-16,-8-1-118 0,4 2-45 0,-3-2 69 15</inkml:trace>
  <inkml:trace contextRef="#ctx0" brushRef="#br3" timeOffset="122328.88">17039 12500 586 0,'0'8'5'0,"0"-1"3"0,0 3 3 0,-3-1 0 0,3 2-5 0,-3 2 4 0,3-5-6 0,-3 6 6 0,3-4-2 16,-4 0 4-16,4 2-2 0,0 1-5 15,4-1 4-15,-4-2 1 0,0 1 2 0,3-3 1 16,-3 3-4-16,3-4 3 0,0 4 0 0,0-4-5 15,5-1 5-15,-2-2-4 16,1 0-3-16,-1 0 6 0,5-4-5 0,-1 0-1 16,-1-4 1-16,5 3 3 0,-4-2 7 15,3-1 10-15,1-4-20 0,-5-1 5 0,8 2-3 16,-7-2 5-16,3-4 5 0,1 3-8 16,-1-1 7-16,1 0-8 0,-1-3 4 0,1 3 1 15,-5 1-3-15,1-2 1 0,1 1 8 16,-5 1 0-16,4 0-1 0,-4-1-4 15,2 3 4-15,-2-5-7 0,0 5 6 0,-2-2 2 16,2 3 0-16,-3-1-2 0,2 1 4 16,1-1 0-16,-3 2-5 0,0 2-1 15,1 0 2-15,-1-2-2 0,0 1-3 0,0-1-2 16,-3 5 6-16,5-5-10 0,-5 5 2 16,3 1-1-16,-3 0-3 0,6 4 3 0,-2 0-2 15,-1 5 0-15,0 3 1 0,0 1 0 16,0 2-5-16,5 3-3 0,-2 4 11 0,-2-2-4 15,2 5-1-15,0-3 6 0,2 3-2 16,-2 3-6-16,1-6 3 0,-4 3-2 16,3 0 0-16,-2 0 4 0,3 0 0 0,0-2-6 15,-4-2 3-15,0 3 0 0,3-5 2 16,-2-1 3-16,0-4 3 0,-1 3-10 0,0-3 8 16,1-6 5-16,-4 3 4 15,3 0 5-15,0-1 6 0,-3 0 3 0,3-5 0 0,1 2 0 16,-4-1 4-16,3 1-8 0,-3-2-1 15,0 1-4-15,0-5 1 0,0 5-9 16,4-5-1-16,-4 5-4 0,0-3-13 16,0-1-28-16,0 1-31 0,0-3-33 0,0 0-36 15,0 0-162-15,-11-14-161 0,5 7 41 16</inkml:trace>
  <inkml:trace contextRef="#ctx0" brushRef="#br3" timeOffset="138865.96">20609 11522 1143 0,'0'0'-56'0,"-6"0"19"0,6 0 10 0,0 0 10 0,-3-2 8 0,3 2 13 0,-4-2 0 0,4 2 5 0,0-3 16 0,0 3-6 15,0 0-1-15,-6-3 5 0,6 3-3 0,0 0 6 16,0 0 5-16,0 0-1 0,0 0-5 15,0 0 4-15,-8 0-8 0,8 0-1 0,0 0 0 16,0 0-6-16,-3 3 3 0,3 0-4 16,0-1 5-16,0 3-5 0,0 0 3 15,0 2 1-15,3 1-1 0,-3-2 3 0,4 5 2 16,0-1-1-16,-1 2 6 0,4-1 3 16,-4 2-1-16,7 1 4 0,0 4 1 15,3-3-1-15,0 0-2 0,4-1 0 0,0 3 3 16,-1 0 2-16,5-1-4 0,-2 0-2 15,1-1 2-15,10 0-6 0,-9-3 4 0,9 4-3 16,0-4 1-16,0-2 0 0,3 0-1 16,4 0 0-16,-4-5 1 0,10 2-4 15,-3-3 1-15,3 2-4 0,5-3 0 0,-2-2-3 16,4-1 3-16,-4 0-1 0,5-1-1 16,2-2 1-16,-7-3-2 0,5 2 1 0,-2 0-2 15,-2-4 0-15,-1-1 0 0,2 2 2 16,-2-1-1-16,-6-2-1 0,3 2-1 15,-3-5-1-15,1 2 3 0,-5-1 0 16,1 2 0-16,-4-5-2 0,0 1 4 0,0-4 0 16,-3 3 3-16,1-2 1 0,-5-4-1 15,1-1 0-15,-3 2-2 0,-1-5 0 0,-3 2 0 16,0 1-3-16,-1-3-1 0,-2-3-2 16,-4 3-2-16,1-2 0 0,-1 1-2 15,1 0 0-15,-4 1 1 0,-1 0-4 0,2 1 0 16,-4-1 1-16,2 6-3 0,-1-6 1 15,-2 1-4-15,1 3 5 0,-1 0-3 0,0-1 0 16,-2 0 0-16,3 0-1 0,0-3 0 16,-1 4-2-16,-3-1 3 0,4-2-2 15,0 5 1-15,0-4-1 0,-4 1-1 0,3 3-1 16,-3-2 2-16,5 0-2 0,-5 4 3 16,0 1-3-16,1-1 0 0,-1 3 2 0,-3-1-2 15,3 2 2-15,0 1 0 0,-3-1-3 16,4 4 2-16,-4-4-1 0,0 2 1 15,0 3-2-15,3-1 1 0,-3 1 0 0,4 1-2 16,-4 0 0-16,0 0-1 0,0 2 1 16,0-1 2-16,0 5-5 0,0-5 0 0,-4 3 0 15,1 3 3-15,-1-2-1 0,4 2 0 16,-9 5 0-16,-1-2-1 0,2 1 2 0,-1 2 1 16,-1-5-1-16,-1 5 2 0,2 2 0 15,-1-4 0-15,-1 3-2 0,2 1 0 16,-1 1 1-16,-1-2 0 0,2 0 1 0,-1 1 1 15,-1-1 2-15,2 1-1 0,2-4 0 16,1 2 0-16,-2-2 0 0,2 2-1 0,3-1 3 16,-1-3-1-16,-2 3-2 0,3-2 3 15,0 0 1-15,-2-3-1 0,5 0 1 16,0 0-3-16,0 0 3 0,0-9 3 0,5 5-6 16,-2-4-3-16,3 4 3 0,1-7-1 15,-1 4 1-15,2-6-1 0,-2 2-1 16,0 3 7-16,1-5-6 0,4 1-3 0,-2 1 1 15,-2-2-1-15,2 1 1 0,2-1 0 16,-4 1 2-16,2 2 0 0,-2 0-2 16,3-2-1-16,-3 5 4 0,2-4-3 15,-5 4 0-15,3-3-1 0,0 2 4 0,-1 1-2 16,0 0-2-16,-2 1 0 0,0 1-2 16,2-1 1-16,-2 2 0 0,-1 1 0 0,3-1 0 15,-2 1-3-15,3 3 4 0,-1 0-1 16,1 3 1-16,-1-3 0 0,4 4-2 0,-3-1 3 15,3 1-1-15,0 2 2 0,0-1-2 16,0 2 0-16,0 0 0 0,-3 1 4 0,3 1-4 16,0-2 2-16,0 0 2 0,0 4-1 15,0-4 0-15,-1 2-1 0,2 1 2 16,-1-3 0-16,-1 4-2 0,5-4 3 0,-4 4-1 16,-4-4-2-16,5 0 2 15,-5 0-2-15,4 1 4 0,-2-2-2 0,-5-2 1 0,3 2 1 16,1-1 0-16,-1-1 2 15,-3 2 6-15,2-3 3 0,-2-2 3 0,0 2-2 16,0 0 2-16,-3-2 2 0,4 3-2 16,-4-2 0-16,0-2-2 0,0 0-3 0,0 0-3 15,0 0-1-15,-21-2-4 0,5-2-8 16,-11 3-37-16,-6-2-43 0,-17 0-47 0,-4 2-47 16,-12-5-52-16,-7 1-187 0,-17-2-18 15,-4 0-102-15,4-6-40 0</inkml:trace>
  <inkml:trace contextRef="#ctx0" brushRef="#br3" timeOffset="152094.59">22673 8943 634 0,'6'0'39'0,"-2"0"0"0,3 0-10 0,-4 0-15 0,0-3 0 0,4 3-3 0,-7 0 0 0,3 0-5 0,-3 0-3 0,0 4-2 0,0-4 3 0,-7 6-2 16,4 1 4-16,-3 1 3 0,-5-1-4 15,5 3 5-15,-4 2-3 16,0 1 2-16,0-1-1 0,3 1 1 0,1 2-6 0,2-2 1 15,1-1 0-15,-1-2 2 0,4 2-3 16,0 1-3-16,0-2 9 0,4-3-4 16,-1 3 0-16,4-1 4 0,-1-2-3 0,1-1-2 15,0-1 2-15,3 1 7 0,0-6-2 16,4 5 5-16,-5-6 3 0,7 3 6 0,-2-3-1 16,2-3-1-16,1 1 8 0,1-3-6 15,-2-5 5-15,4 2 1 0,-4-2-3 0,1-2 2 16,-4 2-3-16,4-5 0 0,-7 2-5 15,4-2 1-15,-4 2 1 0,-4-5-11 16,1 4 1-16,-4-1-1 0,-3 3 0 0,4-4-8 16,-8 2-9-16,4 2-12 0,-7-1-16 15,4 1-15-15,-3-1-13 0,-1 1-19 0,-4 1-38 16,2 1-101-16,-1 0-71 0,-1-1 194 16</inkml:trace>
  <inkml:trace contextRef="#ctx0" brushRef="#br3" timeOffset="152679.71">23156 8794 741 0,'7'0'-20'0,"-1"0"7"16,-3 3 4-16,-6 1 2 0,0 5 1 15,-7-1 2-15,4-1 6 0,-8 5 2 0,1-2 0 16,-1 3-1-16,1 2 1 0,4-3-1 15,-2-2 2-15,1 0-1 0,4 1-1 16,-5-3 2-16,5 3-1 0,-1-1 4 16,4-2-5-16,0-1 1 0,-1-1 1 0,8-2-1 15,-1 0 3-15,3 0 0 0,1-2-6 16,4-2 5-16,1-2-2 0,1-2 8 0,-2 0 3 16,2 0 8-16,-2-2 3 0,1-1 3 15,-2-1 3-15,1-2-1 0,-5 3 4 16,7-4 13-16,-5 2-10 0,1-1 4 15,-2 0-2-15,-1 0 3 0,2-1 5 0,-2 2-4 16,-3 0-3-16,4 5 0 0,-4-3-6 0,0 2-1 16,4-4-9-16,-7 8-2 0,4-5-6 15,-1 5-4-15,0 1 1 0,-3 0-3 16,0 8 0-16,0 6 0 0,0 1 2 16,0-1 2-16,-3 10-3 0,0-5 1 0,3 4-5 15,-4-1 2-15,0 1 3 0,-2-2-2 16,3 4 4-16,-7-1 1 0,4-2-4 0,-5 0 5 15,1-1-5-15,4-1 3 0,-5 0 0 16,-2-3 1-16,4-2-1 0,-2-1-3 16,1-3 4-16,1-1 0 0,-5-2 0 15,4-3 0-15,-4-3 5 0,1-2 1 0,0-2 2 16,-1-3 2-16,5 0 1 0,-5-1-4 16,4-1 5-16,0-4-2 0,3 3 0 0,4-5-1 15,0 2-5-15,6-3-3 0,0-1-1 16,4 0-4-16,6-5-6 0,4 2-10 0,3 0-16 15,7 0-19-15,-1 2-24 0,4 0-29 16,7 4-26-16,-1-1-40 0,2 1-140 16,-5 2-173-16,4 0 21 0</inkml:trace>
  <inkml:trace contextRef="#ctx0" brushRef="#br3" timeOffset="156386.49">27479 9697 1239 0,'0'-4'-26'0,"0"-2"6"0,0 1 21 0,0-1 14 16,0 5 14-16,3-5 11 0,-3 2 5 0,0-1 6 0,0 2 0 0,8 1-5 0,-8-2-5 0,0 3-3 16,0 1-6-16,0 0 2 0,0 7 1 15,0 5 10-15,0 4 14 0,0 0 4 0,0 5 6 16,0 1-3-16,3 2-1 0,0-2 0 15,4-5 4-15,-4 2 9 0,-3-2 13 16,6-5 21-16,2-2-1 0,5-6-7 16,10-1-6-16,7-7-2 0,13-7-11 0,24-9-12 15,37-16-11-15,-1-5-5 0,17-7-6 16,0-4-5-16,13-3-5 0,4-3-23 0,6 4-36 16,-9 1-44-16,-1 13-53 0,-10 5-54 15,-3 14-47-15,-33 17-108 0,-17 11-149 0,-21 14-173 16,-8 5-142-16</inkml:trace>
  <inkml:trace contextRef="#ctx0" brushRef="#br3" timeOffset="162084.24">26273 9912 331 0,'0'-3'103'0,"0"3"-29"0,0-2-19 0,0 2-6 0,0 0-11 0,0 0 1 0,0 0-5 0,0 0 0 0,0-6 1 0,0 6 11 16,0 0-3-16,0-1-1 0,0 1-5 15,0-6 6-15,3 5-6 0,0-5-8 16,5 1 1-16,-5-1-10 0,10-1 0 0,-10-3 0 16,3 2 0-16,5 0 4 0,-1-3-9 15,-1 1 1-15,2-5 8 0,-1 2-6 16,3-1 2-16,-3-1-2 0,3-3 0 0,-2 3-3 16,2 1 3-16,0 1 4 0,-6-2-1 15,3 0 0-15,3 5-1 0,-10-4 3 0,4 6-3 16,0 0-2-16,-1-1-1 0,1 1-4 15,-4 0-1-15,4 3-4 0,-3-3-1 16,-1 5-5-16,0 2 4 0,0 1 0 16,-3 0 2-16,7 8-1 0,-7 1-3 0,3 0-1 15,-3 4 1-15,4-1 2 0,-4 4 1 16,0-1-5-16,7 0 2 0,-7 2 1 0,0 1-3 16,0 1 6-16,0-1-3 0,0 2-2 15,3-2-2-15,-3 0 3 0,0-1-2 0,0-2 0 16,0 0 2-16,0 0-1 0,0-1 2 15,0-1-6-15,0-1 1 0,0-1 8 16,0-1-6-16,0 0-1 0,0-3 6 0,0 1 2 16,0-1 8-16,0 1 6 0,0-1 3 15,0-1 2-15,0-2 3 0,0 0 2 16,-3 2-2-16,3-4 0 0,0 4-4 0,0-3-4 16,-11 1 0-16,8-1-3 0,-10-2 1 15,3 5 0-15,3-4 0 0,-6 1 4 16,-1 0 5-16,11 0 5 0,-10-2 2 0,3 2 4 15,3 0 4-15,0-3 1 0,4 1-2 16,3-1-7-16,0 0 0 0,20-8-9 0,3 2-12 16,11-5-30-16,12 4-49 0,14 0-55 15,7-5-64-15,3 2-168 0,10 0-251 16,-10-1-100-16</inkml:trace>
  <inkml:trace contextRef="#ctx0" brushRef="#br3" timeOffset="163032.32">25082 12000 1538 0,'0'0'-55'0,"0"-5"9"0,0 0 12 0,0-1 10 0,5-2 6 16,-2 2 2-16,0-5 1 0,3 2 1 0,1-7 3 0,4-2 6 0,-2 2-3 0,1-1 16 0,4-4-15 0,-4 4 8 0,6-2 3 15,-6 2-1-15,3 3 10 0,1 2-1 16,-4-4-1-16,-1 7-1 0,2-2 1 0,-4 1-1 16,-1 6-9-16,4-3 6 0,-6 6 6 15,2 2-4-15,1 3 5 0,-1 3 5 0,1 1-5 16,-4 2 5-16,4 2 2 0,0 5 1 15,-1 0 4-15,1 4-3 0,-4 2 5 16,4-2-1-16,-3 3 3 0,2 1-2 16,1-3-1-16,-4-1 1 0,4 1 2 0,-4-2-4 15,1 0-6-15,-1-3 3 0,-3-2-4 16,3-1 2-16,-3 0-2 0,0-3-1 0,0 3-4 16,3-3 3-16,-3 0-3 0,0-1 0 15,-3-2 1-15,6-1-2 0,-3 3 0 0,-3-2 3 16,3-3 2-16,0 3 1 0,3-4 3 15,-3 0-1-15,-3 2-1 0,3-1 0 0,-6-2-3 16,2 1-1-16,-3-4-5 0,1 3 0 16,-4 0 1-16,3-2-3 15,-6 3 0-15,3-2 1 0,0 1-1 0,3-3-2 16,-6 2-1-16,3 1 0 0,3 0 4 0,-3-3 1 16,4 1 2-16,-1 2 1 0,4-3 0 15,-1 3 0-15,4-3 0 0,0 0-7 16,20-3-8-16,4-1-23 0,9 1-44 0,13-2-64 15,8-4-80-15,9 2-207 0,17-2-91 16,4-4-16-16</inkml:trace>
  <inkml:trace contextRef="#ctx0" brushRef="#br3" timeOffset="163639.12">28416 11712 1373 0,'7'-7'-24'0,"-4"2"16"0,0 0 8 0,4 0 3 0,-4-1 2 0,-3 6 7 0,0 0-2 0,0 0 9 0,-13 3-2 0,10 3 4 16,-11 1 0-16,11 1 2 15,-10 2 3-15,6 2 2 0,4 1 3 0,-4-1-2 16,7 3 2-16,-7-1 4 0,7 2-1 0,7 0-1 16,-7 1-4-16,3-3 1 0,11 1-1 15,-1-2-2-15,4-1-1 0,-1 1 2 0,4-4 1 16,7-2-5-16,-3-1 3 0,-2-2 3 15,5 0 3-15,0-4 11 0,0-4 3 16,-7 0 1-16,7-3 2 0,-8-8-1 0,-2-1 2 16,-1-2-4-16,5-3-7 0,-15-8-5 15,1 5-4-15,-3-3-4 0,-15-4-5 16,-2-2-4-16,-1 4-6 0,-5 0-4 16,-1 4-9-16,-4 2-26 0,5 3-25 0,-11 10-30 15,0 4-34-15,-8 9-30 0,2 5-59 16,-7 5-152-16,3 4-179 0,-4 5-38 0</inkml:trace>
  <inkml:trace contextRef="#ctx0" brushRef="#br3" timeOffset="163990.21">28279 12191 1433 0,'0'11'-21'0,"0"-4"16"0,-3 0 27 0,3 2 18 16,0-4 15-16,0-1 22 0,-3 2 20 0,3-1 12 15,3-5-6-15,-3 0-9 0,14-11-7 16,5 2-11-16,11-7-8 0,14-3-8 0,19-5-4 16,10 3-6-16,8-4-7 0,25-4-6 15,-13 4-3-15,-6 9-3 0,-3-1-2 16,-2 0-5-16,-1 6-1 0,-21 1-3 15,0-1 0-15,-14 3-5 0,-2 2 0 16,-11 1-2-16,-3-1-3 0,-3 5 4 0,-11-6-1 16,-2 6-2-16,-1-2 0 0,-13 1-4 15,0 2 1-15,0-4-1 0,0 3-7 0,0 1-28 16,-3-3-39-16,3 3-63 0,-10 3-55 16,7-2-141-16,3 3-115 0,0-2-107 0,-8 1-49 15</inkml:trace>
  <inkml:trace contextRef="#ctx0" brushRef="#br3" timeOffset="173566.66">28146 12537 1216 0,'-20'-62'-84'0,"-7"14"-3"0,8 4-81 0,-8 8-131 0,-3 5 185 0</inkml:trace>
  <inkml:trace contextRef="#ctx0" brushRef="#br3" timeOffset="214700.53">18816 7132 317 0,'-3'4'29'0,"3"2"-18"0,-3-1-1 0,0 1 4 0,3-2-5 0,-4-1 2 0,0 4-6 16,1-5-1-16,0 4 3 0,-1-2 2 0,4 2-3 15,-3-5 7-15,0 5-8 0,3-4 1 16,-3 1 2-16,3 0-2 0,-4-3 1 0,4 0 0 16,0 0-8-16,7 3-1 0,-4-12-51 15,7 1-93-15,1 0 50 0</inkml:trace>
  <inkml:trace contextRef="#ctx0" brushRef="#br3" timeOffset="-212253.39">26586 10547 428 0,'-3'-3'16'0,"3"3"1"0,-4 0 6 0,4 0 1 0,0 0 3 0,0 0 6 0,-3-1-8 0,3 1 3 0,0 0 1 15,0 0-5-15,0 0 0 0,0 0 0 16,0 0-4-16,0 0-3 0,0 0-1 0,0 0-4 16,0 0-2-16,0-6 2 0,0 6-2 0,0 0-2 15,0 0-2-15,0 0 4 0,0 0-7 16,-6 7-1-16,-2-4 3 0,2 1 3 16,-1 4-2-16,1 1-1 0,-4-1 2 15,3 6 1-15,-6-3-1 0,3 6 2 0,-4-3-5 16,5 1 6-16,-2 0 10 0,1 3-2 15,4-4 3-15,-1 4 6 0,4 0-4 16,0-4-3-16,3 4 8 0,3-4-12 0,4 7 3 16,-1-3-1-16,7-3-5 0,1-1-2 15,2 1 7-15,4 1-8 0,4-7 1 0,3 1 4 16,-5 3-3-16,2-5 7 0,3-1-3 16,-4-3 4-16,4 0 2 0,0 0 2 15,-5-4-1-15,-1 0 4 0,-1 0 4 0,3-4-2 16,-6 0-1-16,-1-3 3 0,1-3-4 15,0 1 0-15,-4-1-4 0,0-4 0 16,-2 0-3-16,-5-4-8 0,4 0 6 16,-10 1-8-16,3-2 1 0,-3 1-2 0,0 1 2 15,-3-1-5-15,3 3 1 0,-10-2-4 16,0 2-5-16,0 0-19 0,-13 2-20 0,3 2-25 16,-10 3-15-16,0-3-24 0,-13 1-63 15,9 0-244-15,-6 3 78 0</inkml:trace>
  <inkml:trace contextRef="#ctx0" brushRef="#br3" timeOffset="-208250.27">28856 13291 563 0,'-20'11'94'0,"-3"-1"-43"0,3 0-5 0,6-5-11 0,1 1-12 0,0-5 5 0,6 5-3 0,-3 1 2 16,0-7 8-16,4 3-1 0,-2 2 4 0,5-5-5 15,3 0 0-15,0 0-4 0,0 0-4 16,11-14 3-16,-5 10-2 0,7-3-3 0,1-1 1 15,2-5-7-15,1 1 9 0,3-1-7 16,0 1 6-16,4-5-2 0,-8 3 6 16,1 0 2-16,-4 2 2 0,4 2 2 0,-4-4 1 15,-7 6 0-15,5 0-3 0,2-1-4 16,-10 2-5-16,8 3 2 0,-5 1-4 16,1 3 1-16,-4 3 0 0,0 4-4 0,-3 6 3 15,3 2-1-15,-3 4 2 0,0 5 2 16,-3 2 2-16,3 2-3 0,-3 1 1 0,3 5-5 15,0-1-1-15,-3 0 3 0,-4 1-3 16,4-4-3-16,3-2 3 0,-3-2-6 16,3-1-2-16,0 0 2 0,-8-1-1 15,8-2 3-15,-3-5-5 0,0-2 1 0,3 3-2 16,0-8 2-16,0 5-2 0,-7-5 6 16,4-1-4-16,-3 0 2 0,-5-2-2 15,1-6 0-15,4 5-3 0,-11-6 0 0,4 0 2 16,-4 2-3-16,1-2 3 0,-8 6-3 15,4-12 3-15,7 6 0 0,-4 6 1 0,4-12 2 16,0 6 2-16,-4 6 0 0,4-12 4 16,2 6 1-16,5 0-1 0,-1 6-2 15,7-6 0-15,0 0-4 0,24-6 1 0,-5 4-4 16,11 2-27-16,10-6-28 0,4 5-28 16,5-5-37-16,5 5-30 0,-10-8-29 0,2 1-129 15,-2 1-242-15,-14-3-43 0</inkml:trace>
  <inkml:trace contextRef="#ctx0" brushRef="#br3" timeOffset="-207606.33">24953 13233 1363 0,'-7'-3'-48'0,"-3"0"18"0,-3 1 10 0,3 2 2 0,-7 2 2 0,1 4 10 0,-5 1 4 0,2 5 9 15,-5 8 6-15,1 5 14 0,2 0-3 0,-1 8 3 16,8-5 1-16,-2 4 1 0,2 3 0 16,7-2-1-16,4-1-2 0,3-6 0 0,3 5-6 15,4-6-1-15,-1 0-1 0,8-7-2 16,7 0 3-16,-2-4-2 0,5-2-5 15,2 1-5-15,4-11 3 0,4 4 0 0,-1-6-4 16,0-6 2-16,-3-2-1 0,3-3 0 16,-3-7 4-16,-3-3 1 0,-6-4-2 0,-9-1-1 15,-2 1-7-15,-10-3 3 16,-6-1-2-16,-7 1-3 0,-8-2 2 0,-9 2-3 16,-3-3-4-16,-3 6-2 0,-8 6-15 0,7 5-24 15,-6 3-18-15,7 1-18 0,-2 7-37 16,-1 3-133-16,9 7-129 0,-4 7 107 15</inkml:trace>
  <inkml:trace contextRef="#ctx0" brushRef="#br3" timeOffset="-206433.18">26156 13749 995 0,'-13'0'-24'0,"-1"0"3"0,4 0 10 0,-3 0 5 0,6 0 10 0,-3-2 7 16,4 2-3-16,3 0 1 0,-1 0-1 15,4 0 4-15,0 0-7 0,0 0 6 0,13 0 2 16,4 0-8-16,6 0 10 0,18 0-15 16,-2 0-2-16,15-6 6 0,16 12-2 15,3-12 1-15,4 6-7 0,2 0 3 0,19 0 1 16,-5 6-5-16,4-6 6 0,-4 0-3 15,3 0-3-15,-15 0 3 0,12 0 1 0,-20 0 3 16,0 0-5-16,1 0 7 0,-14 0 0 16,-3 0-5-16,-8 0-4 0,-2 0 10 0,-7 0-5 15,0 0 12-15,-10 0 0 0,0-6-2 16,0 5-4-16,-3 1 7 0,-4-6 1 16,1 5-2-16,-11-2 4 0,4-5-7 15,-4 2-1-15,0 5-1 0,-6-6 1 0,3-2-4 16,-10 1 2-16,0 1-3 0,0 3-1 15,-7-4 10-15,-3-2-4 0,3 3 6 16,-6 2 1-16,7 2 4 0,-11-4 1 0,4 4 3 16,-1-1-6-16,1 1-1 15,10 3 7-15,-11-5 1 0,4 2-4 0,4 3 3 0,-2 0 0 16,8 0 3-16,-3 8-2 0,6-5 2 16,5 4-3-16,5 3-4 0,-4-1 5 0,12 4-2 15,-4 5-4-15,-1-9 2 0,1 7-6 16,6-7-3-16,-6 7 0 0,-4-1-2 0,-3-5 2 15,0 5-8-15,0-5 0 16,-10 5-17-16,-7-5-25 0,1 5-24 0,-11 2-18 16,-6-6-14-16,-10 3-58 0,3-2-271 15,-14 1 66-15</inkml:trace>
  <inkml:trace contextRef="#ctx0" brushRef="#br3" timeOffset="-205921.14">28406 14159 1192 0,'-10'6'15'0,"-3"-6"14"0,6 0 16 0,-3 0 2 0,7 0-5 0,3-7-2 0,6 4-5 0,4-3-4 0,7-2 0 15,10 7-7-15,9-9 0 0,15 2-6 16,-2 1 1-16,11-3-4 0,3 2-6 15,5 1 4-15,-2 0-2 0,1 4-2 0,-10-3-5 16,-8 4-3-16,-2-4-15 0,-1 6-6 16,-8-1-27-16,-2 1-21 0,-6 0-33 15,-3-6-105-15,-4 5-202 0,-6-2 82 0</inkml:trace>
  <inkml:trace contextRef="#ctx0" brushRef="#br4" timeOffset="-180966.27">21150 15009 841 0,'0'6'51'0,"-3"1"2"0,-1-5 1 0,-6 7 1 0,0-1-8 0,0 6-9 0,-7-3-5 0,0 6 2 0,-2-1-8 16,2 7 5-16,0 2-2 0,7-6 14 0,-3 5-7 15,6-5 6-15,1 6-3 0,2-1-3 16,0 1-3-16,4 4 1 0,4-1-5 0,0-3 0 15,-1 0-6-15,4 0-3 0,2 1-1 16,5-2 1-16,-4-2-4 0,3-4-1 0,4-7-3 16,-1 3-6-16,4-4 2 0,1-10-5 15,2 1 4-15,-3-2 0 0,6-2-4 16,-2-10 0-16,-5 4-3 0,5-7 0 0,-7 0 0 16,-4-5 5-16,-2-1-4 0,-2-3 1 15,-5 1-1-15,-1-2 3 0,-3 1-7 0,-3 0 3 16,-4 0-1-16,1-7 0 15,-2 7-2-15,-1 0 4 0,-9 0-2 0,9 1-4 16,-7 5 3-16,2 1 2 0,-2 4-1 16,-2-4 1-16,1 8-3 0,4-5 1 0,-3 8-3 15,6-4-1-15,0 4-1 0,0 0-8 16,0-4-13-16,0 5-1 0,3 5-9 0,4-6-5 16,-4 4-7-16,7-3 3 0,0 4 2 15,3-5-1-15,4 7 0 0,3-7 2 0,7 7 5 16,3-3 7-16,3-5-4 0,4 8 10 15,6-7 0-15,1 7 3 0,-1-6 2 16,3 5 7-16,-3-2-7 0,8-5 5 0,-4 8 8 16,-7-6-4-16,-4 5 3 0,5 1 16 15,-12 0-8-15,-2 0 8 0,-1 7-5 16,-5 1 11-16,-2 2 5 0,-5 8-5 0,-4-4 5 16,-4 11-5-16,-5 0 8 0,-2 8 2 0,5-4 6 15,-4 3-2 1,-4 1-7-16,8 1 11 0,-4-8-4 0,7 2-2 0,0-3-4 15,-1-4 2-15,4 4-3 0,0-9-3 16,4 0 0-16,-1-1 1 0,3-5-6 0,1-1 0 16,2 0-6-16,2-2 4 0,2-7-5 15,1 0 6-15,2-3-10 0,-2-1 7 0,2-5-2 16,4 1-3-16,-4 0-2 0,2-2 4 16,-2-5-7-16,-2-2 1 0,-2 6-6 0,-1-4 5 15,-1-2-1-15,-4 2-4 0,-3-2-5 16,-3 0 1-16,-3 2-2 0,0-3-4 15,-3 7 7-15,-4-10-7 0,-1 9 14 0,-5-5-11 16,2 2 6-16,-2 5-2 0,2-5-3 16,-2 5 5-16,2-4-3 0,1 6 6 0,4-1-7 15,-2 1 8-15,4 7 0 0,1-6 2 16,3 4-3-16,3-5-3 0,3 8 4 0,0-6-5 16,7 5 5-16,4 1-1 0,2-6-1 15,4 6 4-15,1-1-2 0,1 1 5 16,8 0-6-16,-6 0 4 0,3-3 0 0,-1 3 1 15,-3 0 0-15,-3 0 3 0,1 3-6 16,-5-3 4-16,1 7-1 0,-4 0-2 0,-2 4 5 16,-2-4 1-16,-6 11 2 0,1-4-3 15,-4 4-4-15,0 0 3 0,-7 7 5 16,4-9 0-16,0 8 2 0,-4 1-1 0,7-7 0 16,-4 6 2-16,4-6-2 0,4 4 0 15,0-11 5-15,2 6-8 0,0-2 3 16,1-5-5-16,4 5 5 0,-2-8-2 0,1 0 2 15,7-4-3-15,-4-3-7 0,4 1 3 0,-1-2 2 16,1-2 0-16,-4-1 1 0,1-5-8 16,-1 0 5-16,1-1-6 0,-4-4 2 15,2 6 3-15,-4-9-9 0,-2 9 6 0,-6-9-2 16,0 9-2-16,0-9 6 0,0 9-3 16,-3-2 0-16,0-5-5 0,-5 5-1 0,5-4 2 15,0 4-18-15,-3 2-9 0,2 0-9 16,4-1-9-16,0 7-3 0,0-5-10 15,0 1-26-15,4 5-30 0,-1 1-240 0,-3 0 125 16</inkml:trace>
  <inkml:trace contextRef="#ctx0" brushRef="#br4" timeOffset="-180836.87">22200 15234 943 0,'6'6'-11'0,"-3"-5"12"0,1-1 2 0,2 7-10 0,-6-7-5 0,11-8-2 0,-5 8-9 0,1-7-3 16,3 7-9-16,0-9-20 0,0 1-16 0,0 7-18 15,3-5-117-15,0 5 70 0</inkml:trace>
  <inkml:trace contextRef="#ctx0" brushRef="#br4" timeOffset="-180673.27">22453 15198 516 0,'9'0'-8'0,"2"0"23"16,-1 0 1-16,-1 0-3 0,2 0 1 0,-4 1-7 16,2-1 2-16,-2 0-2 0,3 6 3 15,0-6 3-15,0 3 1 0,0-3 0 0,3 1 7 16,-3 5-1-16,7-6 3 0,-4 8-3 15,4-8-4-15,0 1 4 0,-1 5-6 16,2-3-6-16,1-3-4 0,1 0-7 16,4 1-3-16,-2 5-24 0,-1-6-22 15,-1 0-31-15,-1 0-126 0,2 0 71 0</inkml:trace>
  <inkml:trace contextRef="#ctx0" brushRef="#br4" timeOffset="-180567.01">22963 15255 571 0,'16'3'26'0,"-2"-3"5"0,-1 4-2 15,-3-1 4-15,4-3-4 0,-8 1 8 16,4 6 1-16,-3-7-15 0,3 0 3 0,0 0-17 15,-1 0-7-15,2 0-11 0,-1 1-2 16,4-2-24-16,-2 1-27 0,6 0-38 0,-6 0-117 16,1 0 74-16</inkml:trace>
  <inkml:trace contextRef="#ctx0" brushRef="#br4" timeOffset="-180457.69">23333 15258 626 0,'7'0'29'0,"-1"0"-1"15,1 0 6-15,-1 0-13 0,-2 0 0 0,-4 0 1 16,10-3-15-16,-4 3-5 0,4-6-13 15,1 5-14-15,-2 1-19 0,1-8-35 16,4 8-136-16,-4-7 73 0</inkml:trace>
  <inkml:trace contextRef="#ctx0" brushRef="#br4" timeOffset="-179796.73">23972 14940 603 0,'8'0'33'0,"-2"-6"9"0,-2 5 13 0,-1 1-3 0,0 0 9 0,-3 0-4 0,6-3 1 0,-1 6 3 16,-5-2 0-16,0 5 0 0,-5 3 3 0,-1 1 2 15,3 5-2-15,-4 2 4 0,1 1-4 16,3 6 4-16,-2-8-5 0,2 7-4 15,3-4-3-15,0 5-4 0,8-6-4 0,-5 4-6 16,3-5-3-16,4 1-5 0,-4-3 2 16,8-4-7-16,-4 3-4 0,4-10 0 15,-4 3-7-15,6 0 1 0,1-7-1 0,3 0-3 16,-4-7 2-16,8 6-4 0,-4-9 0 16,0-4-4-16,0 6 1 0,-4-10 5 0,1 0-1 15,-1 4 0-15,-2-10-2 0,-1 5-1 16,-2-6-4-16,-11 1-7 0,0 5-11 15,-8-6-10-15,-1 0-14 0,-7 0-16 0,-8 0-8 16,-9-6-9-16,-4 6-11 0,-3 0-12 16,-3 6 1-16,-1 2-1 0,1 3-15 0,0 6-28 15,-4 8-69-15,4 0-210 16,-4 7 78-16</inkml:trace>
  <inkml:trace contextRef="#ctx0" brushRef="#br4" timeOffset="-179430.28">21046 15731 1148 0,'-43'9'-10'0,"6"-1"14"15,11-1 3-15,2-6 6 0,5 8 10 16,8-8-3-16,5 6 10 0,6-6-8 0,6-1-3 15,8 6 19-15,8-6-9 0,16-6 2 16,11 6-3-16,25-1-7 0,23-7 2 0,42-8-6 16,21 7 0-16,7 0-4 0,13-6-8 15,7 5 0-15,-4-6-15 0,4 0-7 16,-7-2-11-16,-7 2-12 0,-13-1-5 0,-13-7-5 16,-13 7 9-16,-15 0 5 0,-29 0 1 15,-13-1 10-15,-20 4 5 0,-11 6 6 16,-2-1 8-16,-4 0-3 0,-10 6 7 0,0-4 2 15,-10 1 4-15,-4-2-4 0,-6 7-8 16,-3-2-3-16,-4-1-7 0,-3 1-14 0,-7-3-3 16,-3 6-25-16,1 0-38 0,-8 0-197 15,4 0 187-15</inkml:trace>
  <inkml:trace contextRef="#ctx0" brushRef="#br4" timeOffset="-179154.45">22287 15687 885 0,'-8'3'33'0,"5"-2"-2"0,-4 7-5 0,1-1 9 16,-1 11-6-16,0-2 9 0,1 6 1 0,-1-3 8 15,-3 15 2-15,3-1 0 0,1 0 5 16,-1 3 0-16,4 3-2 0,0-3-6 0,3 3-6 16,-4 3 0-16,4-9-9 0,0 1-2 15,0-1-22-15,-3-8-32 0,3 0-32 16,3-6-26-16,-9-6-76 0,6-6-280 0,-4-4 52 16</inkml:trace>
  <inkml:trace contextRef="#ctx0" brushRef="#br4" timeOffset="-178785.45">22480 15706 1261 0,'-4'9'-5'0,"-2"6"6"0,-5-4 9 16,-2 13-1-16,-1-2 3 0,2 3-1 0,-1 0 5 15,2 3 7-15,1-6 3 0,7-3-4 16,-3 6-1-16,1-7 1 0,5 0-2 0,0-4-3 15,8-3 2-15,-2 3-10 16,1-8 2-16,7-3-6 0,2-3 1 0,4-3-5 16,-1-3-6-16,5-1 9 0,3-5-8 15,0-1 1-15,-1-5 1 0,1 2 4 0,-4 7-2 16,0-7 2-16,-2 7 0 0,-5 1 3 16,1-9 6-16,-1 10 9 0,-2 0 4 0,-1 2 2 15,-7-2 4-15,5 0-5 0,-1 1-1 16,-4 4 3-16,-3 4-3 0,5 5 4 0,-5 0-9 15,3 11-1-15,-2-2 0 0,2 9-3 16,-3 2 3-16,5 5-5 0,-5 0 0 16,4 4-6-16,-1 3-10 0,-3-5-34 0,0 6-19 15,5-8-16-15,-2-2-34 0,-6 1-93 16,4-6-279-16,-4-6 15 0</inkml:trace>
  <inkml:trace contextRef="#ctx0" brushRef="#br4" timeOffset="-165871.4">17956 15981 592 0,'13'-1'90'0,"1"-5"-29"0,-1 6-4 0,-3-1-19 0,3 1 8 0,1-6 3 0,-1 4-4 15,0 2 0-15,1 0-3 0,-1-3 3 16,-2-3-5-16,1 6 4 0,-2 0-6 0,1-1 3 16,-2 1-2-16,1-6-4 0,-2 6 0 15,1 0-2-15,-2-1-1 0,-4-5-3 16,3 6 3-16,2-2 2 0,-5 2-2 0,-3-3-1 16,3-3-2-16,-3-1-2 0,-3 6 2 15,0-7-12-15,-5-1 7 0,-1 2-6 0,-4-2-2 16,-4-1 3-16,-4-3-5 0,2 2-4 15,-8 3 1-15,0-3-1 0,-6-2 1 16,-3 4 1-16,-1-1-1 0,-3 3-2 0,-3-4 2 16,0 4-4-16,-5 0 3 0,1-1-2 15,1 5-1-15,-4-3 0 0,0 5 0 0,-3-5-3 16,2 6-1-16,-1 0 3 0,-2 6-4 16,-3-5 3-16,-3-1-2 0,-3 9 3 15,3 0-1-15,0-2-4 0,0 3-1 0,0-2 1 16,0 8-2-16,7-7-1 0,-7 7 5 15,10-1-3-15,-4-3 2 0,5 11 2 16,5-7-4-16,-2 8 0 0,5-5-1 0,5-1-1 16,6 2 3-16,-4-1 0 0,8 5-2 0,-1-5 0 15,4 6 3-15,0-1-1 0,-1 1-1 16,8 1-2-16,-4-1 4 0,2 0 0 16,5 6-2-16,1-5-2 0,1 8 1 0,1-7 0 15,4-2 2-15,3 0-1 0,-5 0 3 16,5 6 0-16,0-5-4 0,3-1 0 15,0 0 3-15,0 6-1 0,3-5-2 0,0-1 1 16,0 0 2-16,5 0 0 0,-2 0-1 16,4 6 0-16,4-3 1 0,-5-6-1 0,4 6 2 15,1-6-1-15,7 3 4 0,-2-6-5 16,8 6 1-16,0-7 2 0,-1 0 0 0,8 5-3 16,2-7 6-16,1-5-4 0,7 3 0 15,-2-3-2-15,1-4 1 0,8 6-2 16,-1-8 8-16,-1 1-5 0,5-5-2 0,3-1-2 15,0 0 3-15,6-7-2 0,-3 5 3 16,0-7-3-16,3 2 2 0,1-2-1 0,-4-1 0 16,-3-3 0-16,3 2 1 0,-5-3-2 15,-1 3 1-15,0-3-7 0,-5 2 4 0,1-1 4 16,-2 1-2-16,-6-1-1 0,-2 2 4 16,1-3-3-16,-1 3 0 0,-1-3 1 15,-2-4 2-15,3 6 1 0,-3-2 2 16,3-10-3-16,-4 6 3 0,2 4 3 0,-2-4-1 15,-3 0 0-15,1 2 2 0,2-7-1 16,-3 5 0-16,-3 0 4 0,0 2 0 0,-3-7 0 16,0 5 1-16,-3-7-5 0,-5 6 3 15,1-6-2-15,-7 0-5 0,-2 1 2 0,-8-1-7 16,-3-1-7-16,-6-5-6 0,-8-1-11 16,-2-5-9-16,-14-1-19 0,-8-6-35 0,-5 1-22 15,-30-22-85-15,-10 6-383 0,-4 2-79 16</inkml:trace>
  <inkml:trace contextRef="#ctx0" brushRef="#br4" timeOffset="-163997.33">21476 7269 1476 0,'0'-9'-84'0,"-3"2"17"16,-1 1 8-16,1-1 7 0,3-1 10 0,-6 1 9 0,2-1 4 0,4 1 9 0,-7 0 11 0,4-2-2 0,-4 1 9 0,1 1-4 15,-1 0 3-15,1 0 1 0,-5-4-3 16,-2 4 9-16,0 2 2 0,0-2-3 16,-1 0 9-16,-2 1-6 0,-2 1-4 0,-4-1 4 15,2 5-2-15,-7-2 4 0,3 0-4 16,-6 3-1-16,3 0-1 0,-2 0 7 0,-1 3-5 16,0 1-2-16,0 2-4 0,-3-1 10 15,-1 1 3-15,-3 1-10 0,1 0-2 16,-4 4 3-16,-1-3 6 0,5 3-4 15,-4 2-3-15,0-1-1 0,0 1 10 0,0 2-12 16,-6 2-1-16,2 1 11 0,1 0-8 16,-1 1 0-16,8-1 4 0,-1-4 0 15,4 7 0-15,-4-6-1 0,7 2-2 0,0 1-4 16,4-3 5-16,-1 2-5 0,3 4 0 0,-3-5 5 16,8 1 1-16,-1 1-8 0,4 0 0 15,-2-4 9-15,1 4 6 0,4 0-10 16,1 0 3-16,-2-1 0 0,1 1-5 0,2 0 3 15,5-1 2-15,-4 1-2 0,4-3 1 16,-5 2-9-16,8 3 12 0,-4-3-2 16,4 1-3-16,-4 2 7 0,4 0-4 15,3-3-4-15,0 1-2 0,0-1 7 0,0 4 0 16,0-6 4-16,3 3-4 0,1 3 3 0,-1 2-8 16,0-3 5-16,4 2-1 0,-1-1 1 15,2 1-6-15,-2-1 3 16,4 0 2-16,4-2-6 0,-5 5 6 0,4-5-1 0,1 2 3 15,-1-4-5-15,1 1 0 0,-1 1 10 16,1-3-7-16,2 4 4 0,-2-6 0 16,2 4 0-16,1 0 3 0,-1-4-7 0,1 4 6 15,2-4 0-15,-1 0 4 0,-2 1 4 16,1-2 9-16,3-1-3 0,0 1 4 16,3-1 0-16,-2-2 1 0,1 0 0 0,2-3-3 15,2 4 1-15,1-4 0 0,3 0-5 16,0 1 5-16,0-4-7 0,0 2-1 0,0-1-1 15,4-3-6-15,-1 3 1 0,0-2 4 16,0 0-3-16,1-2-2 0,2 2 2 16,-3-3-4-16,5 3 3 0,-2-3-4 0,4 0 0 15,-4-3 3-15,5 3 1 0,-4-3 0 16,-1 2-2-16,1-2 0 0,7-2 2 0,-5 0-2 16,4 0 0-16,-2-2 3 0,-5 1 1 15,1-1-3-15,-4-1 3 0,-3 1 0 0,0-1 7 16,0 2-1-16,0-1 4 15,-3-2-3-15,3 0 4 0,-3 1-1 0,0-3 0 16,-5 1 0-16,5 0 1 0,-3-2 2 16,-1 2 1-16,0 0 2 0,0-2 2 0,-2-1 0 15,-2 2 1-15,-2-3 5 0,3 2-1 16,-3-5 2-16,3 3 2 0,-7-5-1 16,7-5-3-16,-4-1 2 0,-2 3-1 0,-1-7 0 15,1 4 0-15,-4-3-6 0,-1-2 4 0,2 2-3 16,-4 6 1-16,-1-3-3 0,5 5 2 15,-5-2 0-15,-3 1-2 0,4 2-4 0,-4 1 0 16,0-2 3-16,0 2-7 0,-3 3-1 16,0-2-4-16,-3-4-2 0,0 2-1 15,-7-3-8-15,-4-3-3 0,-5-3-12 16,-5-4-28-16,-12-1-33 0,-11-5-34 0,-6 1-30 16,-7-1-34-16,0 2-28 0,-27-14-34 15,13 11-225-15,-12-4-153 0,9 8-107 16</inkml:trace>
  <inkml:trace contextRef="#ctx0" brushRef="#br4" timeOffset="-125753.38">12990 11784 1012 0,'0'6'23'0,"0"-4"10"0,0 3-20 0,-4-2 1 0,4-2-3 0,0 6-10 0,-3-6 4 0,3 2 8 0,0 0-7 0,-4-2-3 0,4 3-2 0,-3-2 4 16,0 2-5-16,3-4 1 0,-4 4-1 16,4-1-1-16,-3-2 1 0,3-1 0 15,0 0 6-15,0 3-5 0,0-3-2 0,-3 3-2 16,3-2 3-16,0-1 6 0,0 0-14 16,0 4-6-16,0-4-8 0,0 0-33 0,0 0-105 15,0 0-143-15,0 0 180 0</inkml:trace>
  <inkml:trace contextRef="#ctx0" brushRef="#br4" timeOffset="-99052.45">28570 15315 971 0,'30'1'-15'0,"0"6"6"15,-11-6-3-15,5 5 5 0,-4-12 2 0,7 6-16 0,-8-1-23 0,11-6-44 0,0 6-174 0,7-6 218 0</inkml:trace>
  <inkml:trace contextRef="#ctx0" brushRef="#br4" timeOffset="-87740.74">28203 4028 800 0,'-11'17'19'0,"-5"1"-18"0,-4 4 4 0,4 0 25 0,-11 6-4 0,3-1-2 0,1-3 1 0,0 5 10 0,3-2 5 0,3-4 5 16,-6-3 17-16,9-2 20 0,1-1 14 15,3-5 16-15,-3 1 9 0,6-4 8 0,1 2 2 16,-5-1 2-16,5-3-5 0,6-3-5 16,0 0-8-16,17-4-6 0,9-4-13 0,11-4-9 15,23-9-8-15,53-8-12 0,10-8-6 16,14-5-12-16,17-2-19 0,-4 5-37 16,-1-1-37-16,4 3-40 0,1 12-37 0,-17 3-43 15,-7 6-31-15,-40 5-109 0,-17 4-356 16,-26 8-157-16</inkml:trace>
  <inkml:trace contextRef="#ctx0" brushRef="#br4" timeOffset="-87424.93">28110 4460 1776 0,'-8'-10'-36'0,"8"0"14"16,0 2 7-16,0 1-5 0,-3 2 6 15,0 0 0-15,3 5 4 0,0 0 30 0,-16 6 20 16,5 2 11-16,-2 3 4 0,10-1-4 16,-11-3-1-16,11 3 0 0,-7-2-7 0,7-1 1 15,3 3 7-15,-7-2 28 0,14-1 17 16,6-3 5-16,17 0-8 0,17-2-7 15,29-8-17-15,61-2 3 0,20-10-41 16,9-7-41-16,21-6-49 0,7-2-26 0,-1-2-28 16,-10 6-21-16,4 0-33 0,-18 4-67 15,-11 7-421-15,-22 4-151 0</inkml:trace>
  <inkml:trace contextRef="#ctx0" brushRef="#br4" timeOffset="-78733.19">21856 1332 682 0,'-26'25'20'0,"5"-5"-8"0,-2-2 3 0,7-3-9 0,6-4-4 0,-1 3 9 0,5-3 0 0,-1 0-7 0,4-1 0 0,3 0 9 0,-3 1 6 0,6-3 5 16,7-2 7-16,-1-1-2 0,5 1 1 15,6-6 5-15,0 0-1 0,0-3-7 16,7 0 3-16,-4-2-8 0,4-2 7 0,-4 1-2 16,-2-1-1-16,-5-4 3 0,1 3-6 15,-4-3 6-15,-4-2-8 0,-1 1-5 16,-5-1 6-16,0 1-6 0,-6-1 0 0,0 1-4 16,-5-1-9-16,2 4 10 0,-1-1-7 15,4 0-10-15,-3 0 14 0,3 2-21 0,-2 1-8 16,10-1 6-16,1 2-5 0,7 2 5 15,4 1-1-15,7-1-3 0,9 1 1 0,7 1-1 16,6-3 7-16,7 1-4 0,1 3-4 16,3 1-1-16,0-3 9 0,-5 3-2 0,5 0 3 15,-7 0-2-15,-3 3-2 0,-11-3 7 16,1 5 3-16,-6 0-1 0,-9 3 2 16,-2 0 0-16,-7 9-2 0,-2 0-1 0,-5-1 1 15,-6 8 3-15,0-2 3 16,0 3-2-16,-3-3 2 0,3 2-1 0,-3 1-3 0,6-3 3 15,0 0 1-15,1-2-2 16,-1-1 5-16,8-1 4 0,-2-2-14 0,7-1 12 16,2-3-5-16,2-5-2 0,2-1 7 15,2-1-4-15,0-5 0 0,-1 0-2 0,0-5 6 16,0-2 0-16,1-4-2 0,-4 1-6 16,-7-5 0-16,0 1 3 0,-2-7 1 0,-5 4 3 15,1-3-6-15,-11 3-2 0,4-4 3 16,-3-1 2-16,-3 4-2 0,-5-2 3 0,5 2-6 15,-4 0 5-15,0 4-1 0,3 2-4 16,0 2 5-16,1-4 4 0,3 6-9 16,-1 0-5-16,4-2 0 0,7 4 3 0,3 2-3 15,3 1 3-15,7 1 4 0,10 2-4 16,6 0-1-16,8 5 1 0,2-2-1 0,5-2 2 16,6 2-1-16,6 5 0 15,-3-3 1-15,3 4 6 0,-3-2-5 0,-3 2-3 0,-11-1 1 16,-2 4 3-16,-4-5 0 0,-7 3 1 15,-3-2-4-15,-3 2 3 0,-7 1-3 16,-4 0 4-16,2 2-3 0,-12-1 4 16,4-2-5-16,-4 3 4 0,2-1 2 0,-5 1-6 15,3 2 5-15,1 0 4 0,-4-4-3 16,3 3-1-16,5 1-1 0,-1-1 8 0,4 2-2 16,5-4-1-16,1 3 1 0,4-2-2 15,-2-3-2-15,5-1 2 0,3-2 0 0,0 2 0 16,0-4-1-16,-3-1-5 0,3-1 5 15,-3 0 2-15,-3-6-3 0,-5 0-2 16,1 2 9-16,1-7 2 0,-5-1-6 0,-7 1-1 16,-1-3 2-16,-2-2 2 15,-6 1-2-15,-3-1 2 0,-3 1-2 0,-2-2-9 0,-1-3 4 16,-4 3 2-16,-1 2 2 0,1-1-1 16,2 2-4-16,1 3-2 0,4-3 5 0,6 1-8 15,0 3 1-15,13 2-4 0,1-4 2 16,13 2-5-16,6 3 1 0,10 1 0 0,7 1-1 15,3-1 7-15,4 1-9 16,9 2-2-16,2-5-4 0,1 5 6 0,-2 0 4 16,-7 0 2-16,-3 0-5 0,3 0 7 15,-11 0 2-15,5 1-5 0,-21-1 5 0,3 4 1 16,-2-4-3-16,-4 5-1 0,-10-3 4 16,-3 5 2-16,-4 4-1 0,-3-1-4 0,-7 5 2 15,1-2-1-15,-4 1 6 0,0-2-2 16,0 6-3-16,0-4 4 0,0 3-1 0,3-3 8 15,1 1-4-15,2 0-4 0,1-1 4 16,-1 3 1-16,8-3-6 0,-1 1 7 16,4-2 0-16,2-4-1 0,5 2 2 0,-1-6-7 15,11 0-2-15,-11-2 4 0,7-3-1 16,0 0-2-16,0-3 1 0,-3-2 0 0,0-4 0 16,-1 2 1-16,-3-2 2 0,-2-1-4 15,-5-3 4-15,1 2 2 0,-1 0 2 0,-5 1-3 16,-5-1-1-16,1 2 3 0,-4 0 2 15,-3 2-11-15,-3 0 1 0,-4 2 8 16,1 3 0-16,-5-2-3 0,1 0 3 16,1 4-4-16,-2-3-2 0,5 2-2 0,-1 1-3 15,4 0 4-15,3 0 4 0,3 4-6 0,4-4 8 16,3 4-8-16,3 0-2 0,11 1 5 16,-2-3 4-16,8-2-12 0,5 3 4 15,1 0-3-15,4-2-1 0,-7-2 1 16,11-2 6-16,-1-2-2 0,0-4 4 0,1 5-3 15,-11-6 2-15,3-1 0 0,-9 4-3 16,0 0 6-16,0 0-3 0,-8-1 2 0,-2 1-2 16,-4-1 0-16,-2 2 3 0,2-1-4 15,-10 3-1-15,-3-1 2 0,-3 0 5 0,-4 1-3 16,-3 8-7-16,-3-2 11 0,-8 3-5 16,2 5 1-16,2 0 5 0,-2 2-5 15,-2 6-2-15,4 0-3 0,4-1 8 0,-1 1 1 16,1 2-7-16,4 0-1 0,1 1 0 15,5 0 2-15,3-3 6 0,0-1-2 0,3 1-3 16,5-3 3-16,1-4-2 0,4 0-2 16,1-4 1-16,2-1-6 0,5-1 2 15,-4-5 0-15,5-4 6 0,2 0-5 0,-4-3 0 16,0-1 11-16,-3-5-16 0,0-1 5 16,-1-1 3-16,-6-3-2 0,4 1 1 0,-8-3 2 15,-3-3-4-15,4 5 0 0,-4 0 6 16,1 4-2-16,-1-1-2 0,1 3 4 0,-1-1-3 15,0 1 0-15,7 2 0 0,-3 3-2 16,3-4-4-16,6 4 4 0,4 1-5 16,4-1 5-16,6 2-12 0,0-1 9 0,3 2-9 15,4 0 2-15,2-2 2 0,2 1-3 16,-1-2 7-16,-7 4-6 0,0-1 0 16,4-2 3-16,-7-1-1 0,0 3-4 0,-3-3-7 15,3 3-9-15,0-1-9 0,0 0-22 16,-10 0-49-16,-1 2-131 0,2-4 239 0</inkml:trace>
  <inkml:trace contextRef="#ctx0" brushRef="#br4" timeOffset="-78395.9">27409 1360 709 0,'4'-3'10'0,"2"-2"3"0,-3 3 5 0,5-2 2 0,-8 4-5 0,3-1 10 16,-3-2-6-16,0 3 4 0,3-3 5 0,4 3 0 15,-7-1-2-15,3 1 7 0,-3 0-9 16,3-6 9-16,-3 6-7 0,3-2-3 0,-3 2-1 15,0 0-1-15,0 0-7 0,0 0-3 16,0 0 5-16,-3 9-4 0,3 4-7 0,-3 2 12 16,0 6-7-16,-4 4 2 15,7 0 1-15,-6 1-1 0,6 2 0 0,0 7 1 0,0-5 7 16,0 1-4-16,-8-2-1 16,8-1 5-16,0 2-3 0,8-5 5 0,-16 0 1 15,16-4-5-15,-8 0 0 0,0-3-3 16,0-1 5-16,-8-5-2 0,8 4 2 0,0-4-3 15,0 1 1-15,0-1 6 0,0-4 4 16,0 2-5-16,0-3 7 0,0 1-7 16,0-1 2-16,-3-1-2 0,3-5-3 0,0 5-4 15,0-6-7-15,0 0-36 0,0 0-34 0,0 0-20 16,0-13-34-16,-3 6-111 0,6-1-200 16,-3-2 65-16</inkml:trace>
  <inkml:trace contextRef="#ctx0" brushRef="#br4" timeOffset="-77587.86">28200 1435 1079 0,'0'-8'-40'0,"3"2"13"0,-3-1 8 0,0 6 5 0,0-5 0 0,3 4 5 0,-3-3 4 0,0 1 3 16,0 3 5-16,0 1-2 0,0 0-3 16,-3 7 11-16,6 4 4 0,-3 1 10 0,0 2 5 15,0 2-4-15,-3 0 2 0,3 2 8 16,0 0-1-16,0 2-3 0,3-2 10 15,-3 1-11-15,-3-1-2 0,6 0-2 0,-6-4 6 16,3 2-7-16,0-1-1 0,3-3-4 16,-6 1 4-16,6-1-3 0,-3-2-3 0,0 0 1 15,0 1 0-15,0-3-5 0,0 3 3 16,0-4-5-16,0 0 0 0,0 4-1 0,0-4-4 16,0 0-2-16,7 2 5 0,-7-1-9 15,0-4-8-15,0 4-22 0,3-3-19 16,-3 0-12-16,3 2-7 0,0-3-7 15,5 0-5-15,-2-2-27 0,4-2-64 16,4 3-141-16,-8-3 172 0</inkml:trace>
  <inkml:trace contextRef="#ctx0" brushRef="#br4" timeOffset="-77269.27">28643 1610 823 0,'17'-8'-14'0,"-11"1"8"0,1 0 8 15,-4 1 2-15,0 4 0 0,0-1-2 16,5-3 1-16,-8 6-4 0,0 0 3 0,0 0 1 15,0 0 5-15,-8 9-1 0,5-4 1 16,3 2-3-16,-3 1 6 0,3 2 0 16,-3-3 2-16,3 6-3 0,3-4 0 15,-3 4 11-15,3-1 3 0,8 1-2 0,-8-2 12 16,0 1-7-16,7-2 2 0,4 0 3 16,-8-3-14-16,7 1 6 0,1 2 2 0,-1-9-12 15,0 5 6-15,4-6 1 0,-4 0 2 16,4 0 1-16,-4-6 9 0,1 2 3 15,-1-6-6-15,1-1 0 0,-5 3-5 16,1-9 0-16,4 6-2 0,-11-3 3 0,0 0-5 16,-3-1-5-16,0-2 1 0,-6-1-6 0,-5 0-12 15,-2 0-1-15,-3 4-20 0,-1-1-13 16,0 5-22-16,1-1-31 0,2 4-52 16,4 0-273-16,4 7 78 0</inkml:trace>
  <inkml:trace contextRef="#ctx0" brushRef="#br4" timeOffset="-76954.26">29370 1642 1110 0,'13'0'-31'16,"-7"-3"10"-16,5 3 6 0,-8 0 0 16,7-1 3-16,-7 1 1 0,-3 1 2 15,3 2 5-15,-3 1 1 0,0 0 6 0,0 3-7 16,0-1 4-16,0 1-3 0,0 0 10 15,0 1-5-15,0-1 11 0,3 1 5 0,5 2 3 16,-2-3-2-16,4 1 12 0,4-1-8 16,-1-1-2-16,-7-2-5 0,8 4 4 15,-1-6-9-15,1 1 3 0,-1-1-1 0,0 1-2 16,-3-3 0-16,0 0 5 0,3-5-5 16,-9 2 6-16,6-4-4 0,-4-3 1 0,4 0 1 15,-10-1-2-15,0-1-3 0,0-1-12 16,0-1-12-16,-10 2-18 0,4-1-4 0,-1 2-11 15,0 2-20-15,-6-1-24 16,3 0-84-16,3 5-125 0,-6 0 183 0</inkml:trace>
  <inkml:trace contextRef="#ctx0" brushRef="#br4" timeOffset="-76525.5">30260 1570 769 0,'3'-3'-13'0,"0"0"13"0,7 3 3 0,-10-1 5 0,3 1 6 0,-3 0 4 0,11-3 0 0,-11 3 4 0,3-3-2 0,-3 3 0 16,10 3 0-16,-10-3 0 0,3 4-5 0,-3 3 10 15,0 2-3-15,0 0 5 0,3 4 7 16,-3-1 4-16,7 4-2 0,-7-1-2 16,3 0-3-16,-3 0-1 0,0-1-5 15,0 2-3-15,0-1 4 0,4 0 2 0,-4 0 1 16,3-1 1-16,-3-1-3 0,0-1 2 15,7-1-6-15,-7-1 6 0,0 0-1 0,0 0 1 16,0-2-1-16,0-1 2 0,0 0-6 16,0 1-1-16,3-4-1 0,-3 2-2 15,0-5-3-15,3 3-13 0,4-2-45 0,-7-2-30 16,3-2-35-16,1-3-95 0,-1 2-236 16,4-1 53-16</inkml:trace>
  <inkml:trace contextRef="#ctx0" brushRef="#br4" timeOffset="-75959.07">30976 2125 1122 0,'7'-4'-35'0,"-7"3"18"0,0 1 7 16,-10 0 10-16,-4-3 15 0,1 3 7 0,-4 0 11 0,-2 0 8 0,-11 0 5 0,0 0 5 0,-11 0 1 0,-5 0 6 0,-8 0-4 15,-12 0 0-15,-15 0 2 0,-15 0-3 16,-14 0-8-16,-46-3 1 0,-15 3-7 0,-12-1-3 16,-10-2 1-16,-11 3 3 0,8-3-6 15,-8 6 2-15,11-3 1 0,10 3-2 0,6-2-2 16,7 2 1-16,14 1-3 0,12 0-2 16,30-2-5-16,15 1-4 0,2-3-1 15,4-3-5-15,-4 3-6 0,7-6-1 0,0 5-11 16,-3-5-11-16,3-1-25 0,0 2-33 15,-10-1-33-15,3-1-41 0,-37 0-160 16,22 2-206-16,-32-2-17 0</inkml:trace>
  <inkml:trace contextRef="#ctx0" brushRef="#br4" timeOffset="-73882.52">31489 1932 1368 0,'-3'0'-55'0,"-7"-2"15"0,7 2 12 0,-7 0 6 0,10 0 9 0,-7-3 5 0,0 3-7 0,4-2 13 16,3-2-2-16,0 4-1 0,-10 0 8 16,10-1-1-16,0 1 12 0,0 0 1 15,0 0-3-15,0 0-3 0,13 0 0 16,1 0 9-16,12 0-15 0,4 0 4 0,11 1 0 16,11 3 2-16,19 1 4 0,8 3-11 15,15-1 0-15,-4 0 4 0,3 1 4 0,8-1-6 16,-5 1 0-16,4-3 6 0,-10 3-1 15,0-4 1-15,-10 0-7 0,-10 0 3 0,-3-2 0 16,-21 3 0-16,1-5 9 0,-7 3 7 16,-10-3-6-16,-10-3 5 0,4 1-5 15,-21-1-5-15,-3-4-1 0,-17 1-2 0,-10-1-8 16,-19-4 6-16,-11 3-4 0,-9-3-3 16,-21-2 4-16,-10 4 4 0,4 0-2 0,-41 1-2 15,21 0-1-15,17 3-3 16,-2 0 4-16,22 2-3 0,3 0 1 0,16 2-7 0,7-2 2 15,7 3 3-15,13 0-7 0,0 0 3 16,13 3 4-16,4-2-5 0,16 2 1 16,10 1 8-16,4 0-7 0,13 1 10 15,13 0-4-15,14 2-8 0,3 1 2 0,0-1-9 16,13 3-7-16,-2-2-18 0,-8-1-29 16,10 0-28-16,-13-1-108 0,-3-5-154 15,-11 3 129-15</inkml:trace>
  <inkml:trace contextRef="#ctx0" brushRef="#br4" timeOffset="-73660.03">32276 1755 994 0,'-13'-5'-20'0,"13"0"5"0,-7-1 6 0,0 5 7 0,4-5-1 0,0 4 0 0,-4-1 2 0,4 3-1 0,-4 3-3 0,0 2 4 15,4 2-1-15,-7 8 1 0,4 3 7 0,-8 2-3 16,14 5 2-16,-10 5 1 0,7 2 0 16,0-4-3-16,-5 7-7 0,8-5-6 15,0 0-21-15,0-5-35 0,8 0-91 0,-5-5-78 16,7 0 79-16</inkml:trace>
  <inkml:trace contextRef="#ctx0" brushRef="#br4" timeOffset="-73471.54">32603 1882 713 0,'13'-25'17'0,"-3"7"9"16,-3 4 3-16,-7 2-9 0,3 4 3 15,4 3-6-15,-7 1 6 0,0 4-1 0,0 0 2 16,-7 18-8-16,4-2-5 0,-4 0 6 16,-3 8 4-16,0-2-6 0,7 0 2 15,-4 9-14-15,-3-1 8 0,10-3-8 0,0 3-3 16,0-2-28-16,10 1-35 0,-3-5-98 15,9 1-103-15,8-3 216 0</inkml:trace>
  <inkml:trace contextRef="#ctx0" brushRef="#br4" timeOffset="-73289.58">33299 1871 808 0,'14'-21'24'15,"2"1"4"-15,-13 7 2 0,8 3-3 0,-8-1-3 16,4 4-1-16,-1 7 5 0,-6 0-2 15,0 11-10-15,0-1 0 0,-3 7 7 16,0 2-7-16,-4 6-6 0,4 0 4 16,3 0-6-16,-3 6 1 0,3-3-36 0,3 2-21 15,-3-5-42-15,3 0-85 0,10-5-94 16,1 0 212-16</inkml:trace>
  <inkml:trace contextRef="#ctx0" brushRef="#br4" timeOffset="-73053.1">33546 2117 797 0,'3'-15'17'0,"-3"2"10"0,0 1 2 16,3 2 4-16,5 0-1 0,-5-1-7 0,0 4-2 16,-3 0-7-16,0 5 1 0,0 2 1 15,0 8-4-15,0-1 8 0,0 5-4 16,0 2 1-16,0 4-7 0,-3 3 10 16,0-1-11-16,3 2-1 0,-8 1 4 0,5-2-5 15,3 3-7-15,0-2 13 0,0-1-11 16,-3-2 2-16,3 1 0 0,-7-2-1 0,7-3-5 15,0 0 4-15,-3-1-2 0,3-1-1 16,0-2 5-16,0-3-17 0,-3 3-11 0,3-4-16 16,0 0-9-16,0-1-22 0,-3-4-58 15,-5-2-187-15,8 0 170 0</inkml:trace>
  <inkml:trace contextRef="#ctx0" brushRef="#br4" timeOffset="-69933.62">30783 1480 850 0,'7'-3'-9'0,"-7"1"3"0,3-2 0 0,-3 3-1 0,0 1-1 0,-3-6 6 0,-4 5 0 15,3-2 6-15,4 0-1 0,0 3 3 0,-10-2-1 16,4-1 0-16,-1 3-2 0,0 3-2 16,-3-1 3-16,-3 4 11 0,3 1-13 0,-13 5-1 15,-4 6 1-15,4 2 5 0,-7-1 1 16,-7 9-10-16,7 0 2 0,-3 2 3 16,3-3 2-16,3-2-4 0,7 3 2 0,-3-3 0 15,3 0 1-15,6 0-2 0,-2-3 7 16,2-3-5-16,1 2 1 0,10-3 1 0,-7-1 4 15,6-5-5-15,4 4 4 0,0-7 2 16,7 4 7-16,0-5-1 0,9-1 9 0,-2-4 2 16,2 2 8-16,1-5-5 0,7-4 11 15,-5 3-3-15,8-6 8 0,-7-4-4 16,7 1 4-16,-8 0-2 0,5-5 0 16,-4-2-5-16,4-1 1 0,-8 0 0 15,1-4-3-15,-4 1-2 0,1 5-3 0,-1-7-3 16,-7 4-4-16,5-5-7 0,-11 2 0 0,0 0-6 15,0 2-7-15,0 2-15 16,0-4-15-16,-4 7-21 0,-6-3-30 0,10 4-14 16,-3 1-15-16,-4-2-45 0,1 5-282 0,6-1 61 15</inkml:trace>
  <inkml:trace contextRef="#ctx0" brushRef="#br4" timeOffset="-69358.25">30513 2020 1131 0,'-11'0'-41'0,"8"0"16"0,3 0 2 0,0 0 9 0,-3 0 11 0,-4 0-3 0,7 0 4 0,0 0 4 0,0 0 0 0,0 0-4 0,13 1 6 16,1 3 1-16,10-2-3 0,6 1 7 15,0-1-9-15,16 1 8 16,4 1 0-16,3 2 1 0,7-1-5 0,0 0 9 16,3 0-9-16,5-1 5 0,-19 2-3 15,8-5 1-15,-10 5-3 0,-1-3 5 0,-3-1-1 16,-5 1-2-16,-5-3 15 0,-3 3-8 16,-3-3-2-16,-11 0 6 0,4 0-12 0,0-3-17 15,-10-2-18-15,0 0-26 0,0 0-18 16,-10-5-91-16,-7 2-129 0,1-5 188 0</inkml:trace>
  <inkml:trace contextRef="#ctx0" brushRef="#br4" timeOffset="-68675.58">30263 1385 759 0,'3'-8'-11'0,"-3"1"9"0,7 1 2 0,-7 2 2 0,3-1 5 0,-3 2 0 0,0-3-4 0,0 5 0 0,0-2-3 0,0 3 4 16,0 0 1-16,0 0 7 0,3 15 5 16,-3-5 0-16,0 8 1 0,-3 2 5 0,3 5-3 15,0 2 1-15,0 1-5 0,0 0 3 16,0 1-2-16,-3 4 3 0,3 2-4 0,0-3-1 15,-7-3 6-15,7 2-5 0,-3-3 3 16,0-1-6-16,3-2-1 0,0-2 2 16,0-3-2-16,-8 0 2 0,8-5 2 15,0 0-7-15,-3-1 17 0,3-1 15 0,0-2-1 16,0-3 9-16,0 3 10 0,-3-1 5 16,3-6 0-16,0 2-3 0,0-6-9 15,0 0-3-15,0-10-8 0,0-2-4 0,0-1-4 16,0-8-3-16,-3 0-5 0,3-4 1 15,3-5-3-15,-3-2-8 0,0-4 3 0,3-2-3 16,0 1 0-16,5 2-3 0,-5 3-2 16,7 2 1-16,-7 2-3 0,-3 3-3 15,3 5-1-15,-3-2 0 0,7 4-3 0,-7 6-5 16,4-1 5-16,-4 6 1 0,0 4-1 16,0 6-4-16,0 4 7 0,0 3-4 15,3 5 3-15,-3 3 1 0,3 4-2 0,-3 1 0 16,7 2 0-16,-4 0-1 15,-3 2 1-15,0 1-2 0,0 0 3 0,3-2-2 16,-3 2-1-16,7 0-2 0,-7-3-42 0,3 0-25 16,1 0-31-16,6 0-28 0,-10-3-72 15,13 0-300-15,-3 2-6 0</inkml:trace>
  <inkml:trace contextRef="#ctx0" brushRef="#br4" timeOffset="-67930.21">32636 2510 1283 0,'-7'-3'-57'0,"-6"0"14"0,0-1 16 0,-4 0 5 0,4 0 8 0,-1 1 15 0,1 2 5 0,-1-2 9 0,11 0-1 15,-10 0-4-15,10 1 5 0,0 0 3 0,3-2-2 16,6 4-4-16,7-1-1 15,14-2 3-15,13 3-1 0,7-3 5 0,6 2-7 16,17-2-1-16,0-3-1 0,4 4 3 16,-1 0-1-16,0-3-1 0,1-1 3 0,-8 5-3 15,4-8-4-15,-10 5 4 0,-13 0-1 16,-1 0 4-16,-2 0 7 0,-14 1 7 16,-1-3-3-16,-2 4-1 0,-10-4-6 0,-7 5-3 15,-20 1-3-15,-7-3 3 0,-23 6-7 16,-10-3-2-16,-23 1 0 0,-14 7 2 0,-3-5-5 15,4 4 3-15,12-4-4 0,11 1-3 16,6 0 9-16,11-2 2 0,2 0-5 0,4 1 2 16,17-3 1-16,-1 6 0 0,18-5 0 15,9 2 3-15,14 0 1 0,13 2 2 16,24-3-3-16,-5 3 2 0,25 1-1 16,-1-2 1-16,4-1 2 0,9 4-1 15,-12-2-2-15,2-2-2 0,-6 0 4 16,-13 1-6-16,-7-1 2 0,-7-3 6 0,-2 0 6 0,-8 1-1 15,-3-1 3-15,0 0-1 0,-3 0-4 16,-8 0 0-16,-2 0-3 0,6 0-3 16,-9 0 0-16,-1 0-3 0,4 0-3 15,-4 0 3-15,-2 0-2 0</inkml:trace>
  <inkml:trace contextRef="#ctx0" brushRef="#br4" timeOffset="-65800.7">32339 2920 946 0,'10'-3'13'0,"-7"3"16"0,8 0 3 0,-8-3-3 0,7 2 4 0,-7-5-1 0,0 3-4 16,5-1-1-16,-2-1-1 0,-6-1-1 16,0 5 2-16,3-5-1 0,4 1 0 0,-4-1 5 15,-3 2-7-15,11 0-2 0,-8-2-2 16,-3-1 2-16,3 2 2 0,0-1-3 0,4-1 3 15,-4 2 12-15,0-2-5 0,8-3-2 16,-11 2 6-16,3 1 0 0,4 0-3 0,-4-2 5 16,-3 1-1-16,3 1-3 0,-3 0 2 15,3 0-3-15,5 2 2 0,-5-1-3 16,-3 2 3-16,0-2-2 0,3 2 1 0,-3-1-4 16,7 2 0-16,-7-1-7 0,3 1 3 15,-3 0-3-15,3 0-4 0,-3 1-2 16,0 0-2-16,0 2 0 0,0-4 3 15,0 3-10-15,0 1 2 0,0 0-1 0,0-6-4 16,0 6 2-16,0 0-2 0,0 0 0 16,0 0-1-16,0 0 0 0,0 11-1 0,-3-4 1 15,3 3-2-15,-10 2 3 0,7 1 2 16,3 2-5-16,-3 5 1 0,-8-1 0 16,8 5 2-16,-7-5 1 0,7 6-7 0,-8 0 7 15,8 3-1-15,-7 1 1 0,4 0-3 16,3-4 2-16,-8-4-1 0,11 3 0 0,-10-2-2 15,7-1 2-15,0-2-2 0,0-1 1 16,-5-4 1-16,5-1 3 0,3-1-2 16,-3 1-3-16,3-1 0 0,-7-5 2 0,7 4 0 15,-3-1 1-15,3-2 0 0,0-1-4 16,-3 0 5-16,3-1-1 0,-3 1 1 16,3-2 1-16,0 1 3 0,-8-5 0 0,8 5 4 15,0-1 0-15,0-3-1 0,0 0 0 16,0 1-4-16,-3 0 3 0,3 0 1 0,0-3-1 15,0 4-1-15,0-1 3 0,0-2-3 16,0 3-1-16,0-4 2 0,0 0-5 16,0 4 4-16,0-4-7 0,-3 3 4 15,3-3-3-15,3 3-1 0,-3-3-1 0,0 0 0 16,0 3-2-16,0-3 3 0,0 0-4 16,-3 1 3-16,3-1-3 0,0 0 2 0,0 3 2 15,0-3-1-15,0 0-3 0,0 0 2 16,0 0 0-16,-7 3-1 0,7-3 1 0,0 0 0 15,0 1-2-15,0-1 3 0,0 0 1 16,0 0-4-16,0 0 2 0,0 0 4 16,0 0-5-16,0 0 1 0,0 4 0 0,0-4-1 15,0 0 0-15,0 0 0 0,0 0-1 16,0 0 2-16,0 0-1 0,0 0 1 0,0 0-4 16,0 0 4-16,0 0 2 15,0 0-2-15,0 0-1 0,0 0 1 0,0 0 1 0,0 0-1 16,0 0 1-16,0 0-1 15,0 0-1-15,0 0-2 0,0 0 1 0,0 0 0 16,0 0 3-16,0 0-3 0,0 0 0 16,0 0 6-16,0 0-4 0,0 0-2 0,0 0 0 15,0 0 5-15,0 0-3 0,0 0-1 16,0 0 0-16,0 0 2 0,0 0-2 0,0 0 1 16,-3 0 0-16,3 0-1 0,-13 0 0 15,9 2 0-15,4-2 0 0,-10 0 3 16,7 0-4-16,3 0 2 0,-10 2-2 0,7 1 2 15,-1-6 0-15,4 3-3 16,-13 3 1-16,3-3 4 0,7 0-2 0,-4 0 1 0,-3 0 1 16,-3 0-1-16,10 3-3 0,-11-3 1 15,11 0 1-15,-7 0 0 0,10 0 2 16,-7 0-3-16,-3 0 1 0,10 0-1 16,0 0 0-16,-13 3 0 0,10-3 1 0,-5-3 0 15,8 3 3-15,0 0-4 0,-6 0 0 16,6 0 0-16,-3 0 2 0,3 0-2 0,-10 0-1 15,10 0 4-15,0 0-4 0,-3-3 0 16,3 3 1-16,0 0 4 0,0 0-3 0,0 0 0 16,0 0 1-16,-8 0 1 0,8 0-3 15,0 0 2-15,0 0-1 0,0 0 1 16,0 0 0-16,0 0-2 0,0 0 3 16,-3 3 0-16,3-3 0 0,0 3-1 0,0-3 2 15,0 0 4-15,0 0 0 0,0 0 4 16,0 0-2-16,0 0 3 0,0 0-1 15,14 1 5-15,-1 2 2 0,4-3-1 0,13 0-2 16,16-3 1-16,11 3-3 0,16-1 2 16,28-5-52-16,25-6-92 0,4-1-127 0,6-6-210 15,-2 1-209-15,-4-2-170 0</inkml:trace>
  <inkml:trace contextRef="#ctx0" brushRef="#br4" timeOffset="-64590.06">29579 2688 1701 0,'0'0'-84'16,"-10"0"16"-16,10 0 8 0,-6 0 12 0,6 0 14 0,0 0 4 0,-7-3 8 0,7 3 13 0,-3 0-1 0,3 0 1 0,0 0 9 0,0 0-1 0,16 3 12 16,-2-6-5-16,9 3 0 0,-6 0 8 15,13-3-5-15,0 0-8 0,3 1-2 16,7 0-18-16,-7-2-18 0,0 3-29 0,5-5-47 15,-8 5-110-15,0-8-88 0,-4 1 172 16</inkml:trace>
  <inkml:trace contextRef="#ctx0" brushRef="#br4" timeOffset="-64357.3">29939 2450 801 0,'-6'-5'-19'0,"-1"-1"9"0,1 2 8 16,2 1 2-16,-3-2 1 0,4 3 5 15,0-2-4-15,-7 0 4 0,7 4 3 16,3 0-4-16,0 0-1 0,-14 8 5 0,14 2 10 16,-3 1 5-16,-7 6 2 0,7-1 0 15,3 7 1-15,-11-4-4 0,8 5-5 0,3 1 1 16,0-3-1-16,0 0-2 0,0 3 1 16,0-1 3-16,6-5-3 15,2 3-5-15,-5-1-1 0,7-4-16 0,-7 1-28 0,0-3-25 16,4-2-68-16,-3 1-175 0,-1-6 183 0</inkml:trace>
  <inkml:trace contextRef="#ctx0" brushRef="#br4" timeOffset="-63913.82">30986 2429 862 0,'0'-2'3'0,"3"-4"8"15,-3 5 3-15,0-2 6 0,0 0 13 16,0 3 5-16,3-1-5 0,-3-2-3 16,0 3-1-16,0 0-3 0,0 0-1 0,0 0-7 15,0 0 0-15,0 0-2 0,0 0 2 16,0 11 0-16,-3-3-5 0,3 2 0 0,-3 1 2 15,3 2-6-15,-3 1 1 0,-4 1-2 16,4 3 0-16,3-1 2 0,-3 2-1 16,3 2 1-16,-8 0 0 0,2-2-1 0,6 1 0 15,0-2 2-15,-3-3-4 0,-4 2 2 16,4-5 4-16,3 3-2 0,0-2 4 16,-3-1-1-16,-5-2 7 0,8 1 6 15,0-4 4-15,-3 0 0 0,0 0 3 16,3-1 2-16,0 2-5 0,0-4 6 0,0 2-1 15,0-1-5-15,0-1 0 0,-3 2-4 0,3-3-3 16,0 1 2-16,0-1-3 0,0-2-6 16,-7 3-1-16,7-2-23 0,0-2-38 15,0 0-51-15,0 0-77 0,-3-7-181 0,0 1-64 16,-5 2 71-16</inkml:trace>
  <inkml:trace contextRef="#ctx0" brushRef="#br4" timeOffset="-63331.22">27946 2957 1150 0,'-86'-5'-17'0,"12"-1"14"0,7 2 9 0,14 1 10 0,0-1 5 0,9 1-7 0,1-2 4 0,10 3 7 0,3-2-8 0,10 8 3 0,-1-4-3 15,18 0 2-15,14 4 12 0,5 5 2 16,28-5 4-16,19 6-4 0,30 1 2 0,64 1-8 16,20 1 1-16,16-1-3 0,13-2-2 15,15 0-3-15,8 2-3 0,5-6 2 16,13-5-3-16,-1 5-3 0,1-9 2 16,-11 3-4-16,1-3-1 0,-24-1-1 0,-6 1-3 15,-17-2-2-15,-16 5-3 0,-14-6 1 16,-40 5-15-16,-30-2-15 0,-14 0-6 0,-16 2-28 15,-6-2-31-15,-18-5-47 0,-12 6-156 16,-11-3-62-16,-10 2 128 0</inkml:trace>
  <inkml:trace contextRef="#ctx0" brushRef="#br4" timeOffset="-62717.61">30423 3325 993 0,'0'-4'-12'0,"13"3"3"0,-10 1 9 0,-3 0-5 0,3 1 3 0,5 5 3 0,-5-1 1 0,-3 2 5 0,0 0 14 0,-3 4-8 16,3 2 1-16,0 2 2 0,0 0-2 0,-8-1 8 15,8 4 16-15,0 0-10 0,0-4 1 16,-3 4-2-16,3 0 2 0,0-4-4 16,0 1-4-16,0 1 4 0,0-1-6 15,0-4 1-15,0 3-3 0,0-3-7 0,0 3 4 16,0-3-20-16,0 0-40 0,0-1-47 15,0-2-127-15,0-1-125 0,0-1 142 0</inkml:trace>
  <inkml:trace contextRef="#ctx0" brushRef="#br4" timeOffset="-62472.22">30869 3420 1028 0,'11'-10'31'0,"-8"4"1"0,3-2 3 0,1 4 5 0,-4 0 2 15,0-2 2-15,5 3-6 0,-5 1-2 16,-3 2-1-16,0 0 2 0,-3 12 9 0,3-1 2 16,-11 2 8-16,8 6 8 0,-7-1 0 15,7 3-1-15,-8 3-2 0,8-2-3 16,-7 0-2-16,4 2-9 0,3-2-2 0,-5-5-2 16,5 2-5-16,0-1-3 0,-4-5-10 15,1 2-21-15,6-3-37 0,0 1-39 16,-3-1-36-16,-5-2-38 0,5-3-110 0,3-1-267 15,-3-1-26-15</inkml:trace>
  <inkml:trace contextRef="#ctx0" brushRef="#br4" timeOffset="-62149.04">29400 3842 1465 0,'-27'11'-4'0,"10"-7"8"0,1 2 9 0,2-2-1 0,4 0 7 16,7 3-1-16,3-3 35 0,6 4 21 15,15-2 6-15,12 5-1 0,24-1-3 0,22 2-3 16,51 1-8-16,17 2-4 0,6-2-6 0,18-1-5 16,-5 2-8-16,0 0-3 0,5-4-4 15,-18 2-3-15,-6-2-2 0,-14-2-3 16,-30-1-2-16,-16-4-2 0,-24 2 0 15,-6-3-1-15,-10 1 10 0,-4-2 10 0,-3 3 5 16,-10-1 1-16,0-3-4 0,-10 0-3 16,-4 0-4-16,1-3-6 0,-7-1-9 0,1 3-24 15,-8-2-50-15,-3-1-46 0,-3 1-59 16,-11-4-62-16,1 4-165 0,-4-2-270 16,-6-2-151-16</inkml:trace>
  <inkml:trace contextRef="#ctx0" brushRef="#br4" timeOffset="-44801.18">15253 8525 818 0,'0'0'43'0,"0"0"-11"0,0 0 3 0,3-6-1 0,-3 6-11 0,0 0-5 16,0 0-4-16,0 0-5 0,0 0 2 0,0 0 2 15,0 0-11-15,0 0 0 0,0 0 3 16,0 0 4-16,0 0 0 0,0 0-3 0,3 7-1 16,-3-1-8-16,0-1 10 0,0 2-3 15,-3 4 2-15,3 2 0 0,0-1-5 0,-3 2 6 16,-1 4-6-16,1 2 6 0,0 3 7 15,-4 2-4-15,4-4 3 0,-4 4-4 16,4 4 0-16,3-4-1 0,-4 0 1 16,1 0-2-16,3 0 6 0,-3 0-2 0,3-4-5 15,0 3 8-15,0-5-1 0,0 2 1 0,3-6-4 16,-3 2 8-16,0-2-15 0,3-2 6 16,-3-1 3-16,0-2-2 0,4 3-5 15,-4-4 9-15,3 2 3 0,-3-4-2 0,0 0 1 16,4 0-1-16,-4 2 5 0,0-4-4 0,0-1-6 15,-4 2-1-15,4-5-3 0,0-1-5 16,0 4-20-16,0-4-15 0,0 0-7 16,-7-8-20-16,4 1-68 0,0 2-128 0,0-4-63 15,-1 1 165-15</inkml:trace>
  <inkml:trace contextRef="#ctx0" brushRef="#br4" timeOffset="-43624.42">15709 8530 864 0,'0'0'-9'0,"4"-4"4"0,-4 3 7 0,0-2-4 0,0 3 9 0,3-3-1 0,-3 2 2 0,0 1-6 0,0 0-5 0,-3-6 10 16,3 6-3-16,0-2 0 0,0 2 2 16,-4-3 1-16,1 1-6 0,3 2 4 0,-6 0-2 15,-1-4-4-15,0 4 1 0,0 0-1 16,1 0 3-16,-1 4-1 0,0-4 1 0,-3 2-2 15,1 1-4-15,-2-1 8 0,1 1-4 16,1-3 5-16,2 3 0 0,0-2-4 16,-3 2-1-16,4 0-2 0,2-3 3 0,-2 1 0 15,-2 3-1-15,2-2 6 0,3 1-8 16,0 2 0-16,-4-1 2 0,4 2-2 0,-1 1-2 16,0 1 8-16,-2 2-2 0,3 0 3 15,-4 2-3-15,1-2 2 0,3 2-2 0,-5 1 0 16,2-1 3-16,3 1-2 15,-4-1 3-15,4-1 1 0,0 2-7 0,-2-1 4 16,2 1-4-16,0-1 0 0,0 1 6 16,0-1-4-16,3 1 5 0,-4-5-2 0,1 6 0 15,3-4 3-15,-3-3-4 0,3 4 1 16,0-4 0-16,0 0-1 0,-3 1-5 0,3-4 6 16,0 3 5-16,0-1-4 0,-5-1 0 15,5 1-1-15,5-2 4 0,-5-1-4 16,-5 2 2-16,10-3 1 0,-5 1-2 0,0-1 1 15,0 1-6-15,0-3 10 0,6 0-2 0,-3 0-11 16,1-3 6-16,2 1-2 0,0-1-5 16,5 1 6-16,-4-3 1 15,2-2-6-15,2 1 9 0,-1 1-8 0,2-2 6 16,2 0-3-16,-4 1 3 0,4-1-3 0,-4-1-2 16,3 4 2-16,0-4-3 0,0-1 2 0,-3 5 4 15,4 0-7-15,-4-4 11 0,3 3-7 16,-3 0 1-16,0 2 0 0,0-1 4 15,0 1-9-15,0-2 2 0,-3 2-5 16,3 1 13-16,-4 2-6 0,4-4 4 0,-2 8-2 16,-2-4 4-16,-3 2-5 0,4 1 0 15,-1-1 1-15,2 4-2 0,-5-2 1 16,3 0 8-16,-3 5-14 0,1-1 8 0,-1 0 0 0,3 3-1 16,-1-4 0-16,-2 4 5 0,0-4-7 15,-3 3-2-15,3 0 5 0,0 1 2 16,-3-4-1-16,0 3-4 0,0-1 3 15,-3 2-3-15,3-1 5 0,-6 1 9 0,3 0-7 16,-5 2 2-16,2-1 1 0,-4 1-1 16,4-1 0-16,-5 1 1 0,1-3-1 0,1 2 2 15,-2-2 5-15,1 1 5 0,1-4 1 16,-2 3-11-16,1-2 11 0,4-4-4 0,-5 4 1 16,5-3-1-16,-1 0-1 0,1-1-1 15,-1 2 2-15,3-1 0 0,-2 0-2 0,-1-3-3 16,4 1 7-16,0 0-5 0,-1 1-3 15,1-4-1-15,-1 3 1 0,1-2 0 16,3-1-6-16,-3 4 1 0,3-4 0 0,-4 2 0 16,4-2 0-16,-3 0-4 0,3 0-1 15,-3 3-2-15,3-3 2 0,-3 0-4 0,3 0-10 16,-4 2-18-16,4-2-16 0,0 0-16 16,0 0-3-16,0 0-22 0,0 3-54 0,0-3-121 15,0 0-119-15,0 0 109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17:35:32.4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5263 1096 437 0,'-3'6'72'0,"-4"-1"-22"0,3-2-16 0,1 0-10 0,0-2-2 0,-1 2-9 0,1 0 3 0,3-3-1 0,0 0-5 0,0 0 9 0,0 0 3 0,17-7 0 15,-7 4 5-15,-4-2 0 16,1 2 0-16,4-3 1 0,-2 2-1 0,4 0 0 15,1-4-8-15,2-1 3 0,1 2-5 16,4 0-5-16,-2-4 0 0,5 4-2 0,2-2-2 16,1 0 1-16,-4 1 0 0,11-3 4 15,-4 4 0-15,3-6-3 0,0 2 4 16,4 0 5-16,3-3 7 0,-1 6-2 0,5-5-1 16,-1 2-2-16,8-1-9 0,-5 2 8 15,7-2-13-15,1-1 5 0,6 3-1 16,0-2 0-16,7 2 8 0,-1 0-11 0,4-2 5 15,10-1-6-15,4-2 3 0,-2 0-4 16,5 0 6-16,0-1 2 0,3 2-5 0,-3-1 3 16,3-3 4-16,-4 3-4 0,-2 1-3 15,-1-3 1-15,-2 1-2 0,-5 3 1 0,-10 1 5 16,-2-1-5-16,-1 2 4 0,0 0-3 16,-3 1-3-16,0-4-2 0,-3 7 2 15,3-2 3-15,-3 0-2 0,3 2-1 0,0-1 1 16,7 4 1-16,-1-2-3 0,1 2 3 15,7 0-2-15,-2 1-2 0,6-2 5 16,1 2-4-16,5 3 1 0,6-2 2 0,3-2-6 16,-14 3 4-16,2 1-1 0,2 0 3 15,-3 0 4-15,16 0 4 0,-2 0-2 0,-1 0-2 16,0 0-1-16,5 0-3 0,-2-3 1 16,4 0 1-16,3 3-1 0,4-1 0 0,36-2-1 15,1-1 3-15,-4 3-6 0,0-2 2 16,0 1 0-16,-20-3-3 0,-14 2 5 15,35-1-4-15,-25 1 1 0,-16-1-2 16,0 3-3-16,-3-2-2 0,-1 1 4 0,1-2 1 16,-17 4-1-16,13-1-1 0,-2 1-1 15,-11 0 1-15,-1 0-1 0,11 5 4 0,-12-3-5 16,-2 1 2-16,11 5 0 0,-11-7 1 0,7 6 1 16,1 3-4-16,3-2 3 0,-4 3-1 15,0-5 0-15,1 5 1 0,2-3 2 16,-3 2 0-16,4 1-1 0,-3-1 2 0,3 4 2 15,-5-4-2-15,-1-1-3 0,-12 2 2 16,-2-1 0-16,-1-3 2 0,-2 3-4 16,-8-2 3-16,-2-4-2 0,-7 3-4 0,-4-1 2 15,-3-2 0-15,-10 3 1 0,3-6 1 16,-6 2 1-16,-3 0 0 0,-1-2-5 0,-7 3 5 16,5-2-1-16,-5-2-2 0,-2 0 4 15,-1 3-2-15,0-1 2 0,-3-4 17 0,0-1-2 16,-3-3-4-16,0-1 0 0,-7-2-6 15,0-4-1-15,-7-2-1 0,-7 1 0 16,1-4-2-16,-7 3-2 0,-7-2-2 16,0 0 2-16,-3 2-4 0,11 4 1 0,-5-3-3 15,7 4 1-15,1 2-1 0,-1 0-4 16,4-1 4-16,4 2-6 0,1 3 2 0,2-1 0 16,6 2 0-16,0 3 4 0,9 0-2 15,2 3 4-15,-1-2-4 0,7 6 1 16,-4-3 3-16,4 0 1 0,-4 5-3 0,1-1-3 15,-1-4 0-15,-1 4 1 0,-1-2 2 16,-1 5 3-16,-1-1 2 0,-1 2-3 16,-5 1-1-16,0-1-3 0,1 4-20 0,-1-4-31 15,-3 2-33-15,0 0-16 0,0 1-26 16,0-5-63-16,0 1-351 0,0 3-44 0</inkml:trace>
  <inkml:trace contextRef="#ctx0" brushRef="#br0" timeOffset="315.24">14893 500 1426 0,'10'-11'-36'0,"0"2"13"0,-7 4 23 0,0 0 0 0,4 2 7 0,-3 3-1 0,-8-3-5 0,4 3-1 0,-7 11 2 0,1 2-2 15,-1-1-2-15,-3 2 6 0,3 3 0 16,1 2-1-16,-1-2 6 0,1 1-12 15,2-3 2-15,4-1 2 0,0 3 6 0,4-2 1 16,2 2 2-16,4-3-5 0,0-2 4 16,3 1 3-16,1-2 2 0,-1-4 7 0,0-2 11 15,1 0 10-15,-1 0 9 0,4-2 4 16,-4-6 1-16,1 0 3 0,-5-4-5 0,1-4-8 16,-7 2-3-16,2-7-7 0,-5-2-6 15,-5 4-3-15,2-5-11 0,-10 1-26 0,4-2-31 16,-9 1-30-16,6 5-27 0,-6 2-26 15,2-4-99-15,2 8-275 0,1 4-4 0</inkml:trace>
  <inkml:trace contextRef="#ctx0" brushRef="#br0" timeOffset="781.36">15300 556 1287 0,'-4'7'-62'15,"-6"-6"17"-15,7 6 19 0,-4-3 13 16,1 1 0-16,-5-4 1 0,8 6 15 16,-4-3-10-16,4-1 4 0,0-2 3 0,6 3-2 15,7-2 2-15,4 1 11 0,2-3 7 16,11 0 0-16,3 0 4 0,3 0-8 16,0 0 8-16,8-3-2 0,-5 3-6 0,1-2 8 15,-1-2-9-15,1 3 2 0,-4-2 1 16,1 0-3-16,-1 2 2 0,-2-2-3 0,-6 3 2 15,-1-4-2-15,-4 3 1 0,1 1 5 16,-5-3 11-16,1 3 1 0,-1-2 3 0,-5-2 8 16,2 3 0-16,-4-5-4 0,-6 2-2 15,1-4-5-15,-8 1-1 0,1-3-5 0,-3 0 3 16,-1-1-7-16,1 3 0 0,-2-2 0 16,2 3 1-16,0-1-2 0,-1 2-4 15,4 1-1-15,-5-1 1 0,5-2-4 0,3 4-4 16,-3 2 0-16,6-3-2 0,0 5 3 15,5 0-2-15,5 1-1 0,1 3-3 0,-1-2-1 16,-1 2 3-16,2 3-1 0,-1 0 1 16,1-2-5-16,-4 0 3 0,-1 3-3 15,-1-1 0-15,-2 3 4 0,-6 2 2 0,0 2 0 16,-6 5-13-16,-5-5-27 0,-2 3-21 16,-1 2-29-16,5-2-16 0,-1 1-32 15,-4-3-113-15,8-1-203 0,3 2 42 0</inkml:trace>
  <inkml:trace contextRef="#ctx0" brushRef="#br0" timeOffset="2099.3">16076 796 1163 0,'7'4'-44'0,"3"-4"16"0,-3 0 24 0,-1 2 7 16,4-2-1-16,-3-2 7 0,0-2-3 0,2 3-1 0,-2-5 7 0,4-1-4 0,1-4 14 15,1 3-4-15,-2-9 10 0,2 1 7 16,1-4 3-16,-1-5 3 0,1-5-2 15,-1 2 6-15,-1-3 0 0,2 6 3 0,-4-1-6 16,0 2-1-16,0 5-1 0,0-2-4 16,0 4-1-16,-3-1-4 0,0 7-4 15,-4-3-3-15,3 6-5 0,1-3-8 0,-3 4 3 16,2 4-1-16,-2 6-6 0,2 4 4 16,1 5-2-16,-1 4 0 0,1 0-2 0,-3 8 2 15,2-5 4-15,1 6-3 0,-4-1-2 16,4-2 1-16,-4-1-3 0,4 0 1 15,-4 2-17-15,4-6-26 0,-4 1-17 16,0-1-21-16,4-5-3 0,-3 1-5 0,-1-1-1 16,-3-1-2-16,3-4 5 0,-3-1 1 15,-3-5 7-15,3-1 8 0,0 0 8 0,-14-9 3 16,4 4 19-16,1 0 2 0,-5-5 3 16,-2 2-3-16,-5-2 6 0,2 3 8 15,-5-1-3-15,1 1 2 0,2 0 5 0,5 1-2 16,7 4 2-16,-2-3 1 0,5 5 6 15,6 0 0-15,0 0 0 0,20 2 1 0,-4 1 4 16,1-3 0-16,6 2-1 16,0-2 1-16,4 0-1 0,-3 0 8 0,2-2 2 0,-6 2 8 15,3-3 14-15,-2 3-4 0,-5 0 22 16,1 0-2-16,-1 0 9 0,1-2 4 16,-4 2 0-16,-2 2-3 0,-5-2-8 0,1 0-5 15,-7 5 4-15,-4 1-10 0,1-2-5 16,-3 4-3-16,-2-1-1 15,2 0-8-15,3 0-2 0,-1 2 1 0,1-1-3 0,0-4-2 16,6 4 3-16,-3-1-5 0,7 0 3 16,-4-1-4-16,8-5-11 0,-5 3-4 15,4-2-3-15,4-4-2 0,-5 2-7 16,4-5 6-16,1-1-1 0,-4-1-1 0,3-5 13 16,-3-3-2-16,3-5 2 0,1-5 10 15,-4-5 14-15,-4-4 11 0,1 2 14 16,0-2 7-16,0 0 12 0,-4 8 4 0,0 1 4 15,0 0 4-15,-3 5-3 0,4 1-10 16,-4 2-8-16,0 3-8 0,0 2-11 0,0 4-3 16,0 5-5-16,-7 3-3 0,1 3-3 0,-1 6-3 15,0 2-1-15,0 3 0 0,1 3-4 16,3 4-1-16,-4-2-1 0,4 2-2 16,-1 1 3-16,0-1-3 0,1 0-2 0,3 0 0 15,-3-2-2-15,3-1 0 16,0-1-3-16,0 2 1 0,3-6-1 0,-3 1-3 0,0-2 1 15,0-1 4-15,0-1-5 16,0 0-1-16,3-3-2 0,1-2 1 0,0 1-1 16,-1-2-3-16,4-1-1 0,-1 2-4 15,-3-3 1-15,4-2-3 0,-3 3-3 0,2-1-1 16,1-2-2-16,-4 3 2 0,0-3 0 0,4 3 1 16,-3-3 1-16,2 0 3 0,-2 0-1 15,-1 1 1-15,3-1 0 0,-2 0 3 16,-4 0 1-16,6 0-2 0,-2 3 2 15,-1-3 1-15,1 0-4 0,2 0 4 0,1 0-2 16,-1 0 2-16,5-3-1 0,-5 3 1 16,4 0 1-16,4-1 0 0,-5 1 0 15,1-3 1-15,1 0 2 0,-2 1 1 0,1-1-2 16,1 1 2-16,-2-3 1 0,1-1-1 16,-2 5 1-16,1-5 1 0,-6 1 1 15,7-1 7-15,-7 2 13 0,5 1 0 0,-8-1 4 16,6 1 0-16,-6-2-4 15,0-1-4-15,-6 5-4 0,-2-2-2 0,2 0-5 0,-1 3 5 16,-2 0-6-16,1 0-2 0,-1 3-1 16,2 1 0-16,-2 2-3 0,1-1-1 0,2 2-1 15,-1 0-2-15,4-1 1 0,0 2-2 16,3-1-2-16,-3 1 1 0,3-1-4 0,0-1-1 16,0 1-1-16,3-2 2 0,0-3 3 15,0 1 1-15,7-3-2 0,-4 0 2 16,8-5 2-16,-1 0-1 0,-2-2 0 0,5-6 0 15,1-5 3-15,2-1-2 0,-1-9 3 16,-1-2 4-16,2-8 8 0,-2-2 4 16,-1 1 4-16,-5 3 12 0,2 4 13 0,-3 1 4 15,-3 6 2-15,-1 3-5 0,1 2-5 0,-1 0-12 16,-2 7-3-16,-4 9-3 0,-4 7 0 16,-5 7-10-16,-1 6 5 0,-7 9-1 15,4 6-2-15,-1-1-1 0,4 5-1 16,0 0-2-16,6 1-1 0,1 0-1 0,6 2-1 15,8 2-33-15,2 3-28 0,4-6-35 16,-4-5-46-16,11 6-31 0,-4-12-28 16,-4-2-59-16,4-5-173 0,0-1-211 15,-3-5-130-15</inkml:trace>
  <inkml:trace contextRef="#ctx0" brushRef="#br0" timeOffset="3045.86">15029 1152 1629 0,'4'-7'-79'0,"-4"-3"16"0,0 0 17 0,0 2 18 0,3 1 10 0,-3-1 25 0,-3 1 14 0,3 0 10 0,3 1 4 16,-3 1 1-16,0-1-7 0,0 5-1 0,-3-5-9 15,3 5-4-15,0 1 0 0,3 7 2 16,-3-2-2-16,0 5-1 0,3 5 0 16,0-1 3-16,-3 7 4 0,5 1-1 15,-5 1 4-15,3 2-2 0,0-3 9 0,0 6 1 16,-3-3 1-16,3 0 1 0,1-3-5 0,-1 1-2 16,-3-2-2-16,0-3-4 0,0 0-1 15,3-4 2-15,-3 0-2 0,0 1-1 16,0-2 1-16,-3-1-1 0,0-2-4 15,-4-3-2-15,1 1 1 0,-8-3-3 16,1 0 0-16,-1-1-4 0,1 2 2 0,-1-5 4 16,1 5 0-16,1-3 6 0,1-1 0 15,4 4 1-15,-2-5-1 0,2-1-3 0,0 0 0 16,0 3-3-16,7-3-1 0,0-4-5 16,10-2 3-16,7 1-4 0,4-2-20 0,4 0-36 15,5-1-44-15,8-1-29 0,2 1-31 16,-4-3-103-16,4 1-328 0,0 0-84 15</inkml:trace>
  <inkml:trace contextRef="#ctx0" brushRef="#br0" timeOffset="3403.19">15636 1342 1496 0,'-7'0'-88'16,"7"0"7"-16,0 0 10 0,0 0 11 0,0 0 16 15,0 0 14-15,14 4 18 0,-1-4-6 16,4 0 11-16,6-1 1 0,8 1 6 0,-1-3-3 15,3 0 4-15,0-1 3 0,4 1-4 16,-7 1 6-16,0-1-6 0,0-3 3 16,-7 5 16-16,0-5 4 0,-3 2 4 15,-7 1-2-15,1-2 8 0,-8-1 3 0,4-1 2 16,-6 0 5-16,-1 0 7 0,-3-1 2 16,4 4 6-16,-4-2 0 0,3-1-2 15,0 2-3-15,-3-1-9 0,7 2-4 0,-4-1-4 16,0 2-1-16,8-3-7 0,-5 5-5 15,4-2-1-15,-3 6-6 0,3-3-5 0,-4 1 2 16,4 5-2-16,-2 2 0 0,-2-4 0 16,-3 7 1-16,-3 2-3 0,0-1 1 0,0 1 0 15,-3-1-14-15,0 1-17 0,0-1-24 16,3-2-24-16,0 0-9 0,0 0-6 0,6-2-13 16,4-4-8-16,4-1-20 0,2-3-123 15,1-3-136-15,10 0 105 0</inkml:trace>
  <inkml:trace contextRef="#ctx0" brushRef="#br0" timeOffset="3597.25">16493 1263 1042 0,'7'-8'-17'16,"-1"-1"13"-16,-3 5 22 0,1 0 15 0,-1-2 2 16,-3 4 7-16,0-3 4 0,0 0-7 15,3 2-2-15,-3 0-10 0,3 2 1 16,-3 1-6-16,5 0 1 0,-5 0-6 16,6 4 6-16,-3 0-5 0,-3 2-2 0,3-1-3 15,1 5-4-15,-4 0 4 0,0 1-1 16,0-3-2-16,-4 6 3 0,-2-4-5 0,0 2-6 15,-2-2-17-15,2 0-15 0,-4 2-11 16,4-5-11-16,-2 2-12 0,5-1-12 16,-4-4-39-16,1-1-73 0,3-3-133 0,-1 0 162 15</inkml:trace>
  <inkml:trace contextRef="#ctx0" brushRef="#br0" timeOffset="4116.35">16527 1288 859 0,'6'-8'-26'0,"0"3"10"0,-2 0 2 16,-1-1 1-16,0 5 5 0,0-5 4 0,2 6-2 15,-2 0 12-15,-3 0 4 0,3 6 7 16,0-2 1-16,-3 0-1 0,3 2 1 16,1 2-4-16,-1-5 3 0,3 4-6 0,-1-2 5 15,1 2-7-15,0-1 5 0,1-2-8 16,-1 0 5-16,2 0 6 0,2-2-8 0,-1-2 11 16,-1 0-11-16,-2-2-2 15,4-2 0-15,-1 0-2 0,-1 0 0 0,2-4 5 16,-1-2 3-16,-2-3 1 0,3 1-1 15,0-3 10-15,-4 2 13 0,5 1 4 0,-4 2-3 16,2 0-5-16,-2 0-3 0,-3-1 0 16,2 4 1-16,1 0-12 0,-4 2-1 0,0 2-5 15,1 3-2-15,2 3-1 0,-6-2 2 16,4 5-3-16,-1 2 0 0,-3-4 4 0,4 3-2 16,-4-1 1-16,0 2 0 0,3-1-1 15,-3-3 2-15,3 5-3 0,-6-4 3 16,6-1-4-16,-3-1 0 0,-3 1-2 0,3 2 4 15,3-3-4-15,-3-1-2 0,3 1 4 16,1 1-5-16,-1-1 3 0,4-3 2 16,0 0 0-16,-1 0 2 0,4 3 1 0,-3-3 3 15,0-3 9-15,2 3 8 0,-5 3 1 16,2-3 2-16,-2 0 6 0,0 0-2 16,2 0 2-16,-6 1-1 0,0 3-6 0,0-4-3 15,-6 7-3-15,-5 0 0 0,-2 0-3 16,-1 2 0-16,1 0-6 0,0-2-2 0,-1-1-14 15,1 2-5-15,0-4-10 0,6 2-16 16,-3 1-13-16,0-4-15 0,3-1-15 0,4 1-15 16,0-3-10-16,3 0-10 0,0-5-10 15,0 5-25-15,3-10-52 0,0 4-197 16,8 2 97-16</inkml:trace>
  <inkml:trace contextRef="#ctx0" brushRef="#br0" timeOffset="4403.51">16903 1257 999 0,'10'-5'-33'0,"-4"-1"19"0,2 5 20 0,1-2 19 0,-2 0 6 0,-4 2 7 16,3-2 13-16,-1 0-2 0,-2 1-2 16,3-1-5-16,-3 1 0 0,1 2-13 0,-4 0 2 15,0 0-3-15,3 5-3 0,-3-3-1 16,0 1-1-16,0 0-5 0,-3 1-1 0,6-1-3 16,-3 2-2-16,0 0-2 15,3 0-1-15,-3-1 0 0,3 3 3 0,-3-1-4 0,8-1 2 16,-5 2-1-16,-3 0-4 15,7-1-1-15,-7-1-1 0,3 2 0 0,-3-1 5 16,3-1-4-16,-3 0 1 0,3 3-2 16,-3-4 1-16,0 4 5 0,0-1-8 0,0-1 5 15,-3 2-9-15,0-2-15 0,0 2-14 0,-1-4-9 16,-2-1-13-16,-2 1-9 0,2 2-6 16,-4-3-10-16,4-3-23 0,-2 0-69 15,-1-3-167-15,2 1 146 0</inkml:trace>
  <inkml:trace contextRef="#ctx0" brushRef="#br0" timeOffset="4945.97">17023 1155 911 0,'7'-10'-23'16,"-1"0"13"-16,0 2 14 0,2 1 8 16,-2 1 2-16,-2 2 8 0,2 1-6 0,-3-2-1 15,0 5 3-15,5 0 21 0,-2 5 6 16,-2 1 0-16,2 1 6 0,-3 3-3 0,0-1-3 15,-3 4-1-15,8 2 3 0,-8-2-11 16,0 3-1-16,3 1-4 0,0 0-5 16,-3-1 1-16,4 2-9 0,-1-2-4 15,0-1-26-15,0 0-19 0,-3 0-9 0,4-2-5 0,-1-5-10 16,1 3-6-16,2-4-2 0,-2-4-4 16,-1 1 7-16,3-4 0 0,-2-1 6 15,3-2 5-15,-4 0 10 0,0-1 10 16,4-4 12-16,-4 2 10 0,0-1 0 0,1 0 14 15,-1 2 1-15,0-2 1 0,1 0-2 16,3 1 9-16,-1-1-5 0,1-1-2 16,3 4 9-16,0-4-9 0,0 5-4 0,4-3 0 15,-2 2-1-15,-2 1 0 0,4-1-5 16,-4 1 6-16,4 3-3 0,-5 0 6 0,1 0-5 16,1 3 7-16,-5 0 2 15,4-2 6-15,-4 5-7 0,2-1-2 0,-2 0 7 0,1 0-7 16,-4-1-2-16,0 2 6 15,0-1 2-15,0-3-2 0,2 3-6 0,-2-2 4 16,0 1 6-16,0-4-1 0,4 3-7 16,-4-3 4-16,3 0 5 0,2-3-12 0,2 2-3 15,-4-5 6-15,4 4 0 0,4-1-2 0,-5 1-5 16,2-2 2-16,-5 3-4 0,1-2-2 16,3 0 4-16,-3 3-7 0,-1-1 6 15,1 1 0-15,-1 0-13 0,1 1-6 16,3-1-8-16,0 0-14 0,3 0-17 0,4 0 0 15,3 0-12-15,0-1-45 0,3-2-169 16,7 0 199-16</inkml:trace>
  <inkml:trace contextRef="#ctx0" brushRef="#br0" timeOffset="5092.08">17959 1245 736 0,'10'-6'-15'0,"-6"6"13"0,-1 0 15 0,-3 0 5 0,0 3 4 0,0-3 1 0,-10 4 3 0,7 2-4 0,-1-3-6 15,4-1-1-15,-3 4-1 0,3-5 3 0,0 5-2 16,3-5-1-16,4 3 4 0,0-4-2 15,0 2-1-15,2-2-7 0,-2 0-7 16,3 0-19-16,0-2-24 0,-7-2-94 0,4 0-135 16,0 1 210-16</inkml:trace>
  <inkml:trace contextRef="#ctx0" brushRef="#br0" timeOffset="23885.91">689 2670 449 0,'0'0'52'0,"0"0"-10"0,-6 0-13 0,6 0-4 0,-4 0-4 0,4 0-7 0,0 0 2 0,-6 0-4 0,6 0 5 0,0 0-1 0,0 0-3 0,0 0 0 15,-6 0 1-15,6 0-1 0,-4 1-1 0,4-1 5 0,0 0-7 0,-7 4 2 0,0-2-3 0,-2 3-2 0,-2 1 1 0,5 1-3 0,-7-2 6 0,2 5-8 0,1-3 2 0,1 1-2 0,-2 2-1 0,1 0 2 0,4-1-5 0,-1 0 0 0,1-1-2 0,-1 3 8 16,3-1-2-16,1 0-1 0,0 1-3 15,3-3 4-15,0 0 1 0,3 2-1 0,-3-3 1 16,3 4-2-16,1-4-6 0,3 0 6 16,-1 1 3-16,1 1 3 0,3-5 0 0,0 0-2 15,0 2 3-15,0-4 6 0,0 1 11 16,3 0 2-16,-3 1 1 0,0-4 8 16,0 3 5-16,0 0-4 0,-3-3 6 0,0 1 0 15,-1-1 8-15,1 4-1 0,-4-8-1 16,3 4 3-16,2-1-5 0,-5-2 0 0,3 0-7 15,1-4 0-15,-4 2-6 0,5-5-5 16,-5 3-3-16,0-7-5 0,-3 6 2 16,0-5-10-16,0 1-16 0,0-1-13 0,0 1-12 15,0-5-25-15,-3 6-12 0,3 1-13 16,-3-2-17-16,3-1-39 0,-5 2-121 0,2 4-96 16,0 0 135-16</inkml:trace>
  <inkml:trace contextRef="#ctx0" brushRef="#br0" timeOffset="24599.14">1406 2610 917 0,'4'-3'-24'0,"-4"0"5"0,0 3 13 0,0 0-2 0,0-2 5 0,0 2 3 0,0 0 2 0,0 0 1 0,0 0 3 0,-14 5-1 0,7-5-6 0,-2 6 2 0,-2-2 0 0,1 4 6 0,1-4 0 0,-2 5-10 0,1-1 7 0,-3 0 3 0,3 2-6 0,0 1-2 0,0-1 3 0,0 0-3 0,0 2 1 15,4 1 3-15,-4-4 2 0,2 4-2 16,2-1 3-16,0-2-1 0,-1 3-5 16,4-2-2-16,0-4 2 0,-5 2 1 0,8 0-1 15,-3-2-2-15,0 0 2 0,6 1 4 16,-6-4-2-16,6 3 7 0,0-3-4 15,0 0-2-15,5 2 6 0,2-3 6 0,-4-2 5 16,4-1 11-16,0 0 1 0,0 0 12 16,4 0 3-16,-1 0 3 0,0-4 6 15,1 1 0-15,-1 0-4 0,-3-1-2 0,3-1 2 16,0-2-7-16,-2 1 3 0,-2 1-5 16,1-1-2-16,1-1 0 0,-2 3-1 15,-2-4-2-15,0 1 0 0,0 0-10 0,-4-4-1 16,0 4 0-16,0-3-12 0,1 0-18 0,-4-1-18 15,0 1-17-15,-4 2-16 0,4 1-16 16,-3 0-20-16,3 0-13 0,-3-1-59 16,-3 4-295-16,2-2 35 0</inkml:trace>
  <inkml:trace contextRef="#ctx0" brushRef="#br0" timeOffset="25242.75">1906 2592 1162 0,'0'0'-60'0,"0"-3"8"0,0 3 13 0,0 0 9 0,0 0 5 0,0 0 6 0,0 0-1 0,0 0 2 0,0 0 5 0,0 0 1 0,0 0-1 0,0 0 1 0,-9 6 2 0,4-5-7 0,-1 5 10 0,-1-1-1 0,4 1 0 0,-3-2 1 0,3 0 0 0,-5 4 1 0,2-2 0 0,2 1 3 0,-2 1-1 0,3-1-1 0,0 3 5 0,-1-2-6 16,0-1 8-16,1 0-5 0,3 4 0 16,0-4 5-16,0 3-5 0,0-2 1 0,0-1 3 15,3 3 3-15,1-2-3 0,0-1 2 16,-1 0-3-16,3 0 0 0,-3 1 5 15,1-2-4-15,-1-2-2 0,3 3 5 0,-1-3 13 16,-5 0-4-16,6 2 13 0,-3-3-3 16,4-2 11-16,-1-1 3 0,2 0 3 0,1 0 0 15,-2-1 6-15,2-2-4 0,2 0 3 16,-1-2-2-16,-1-2 1 0,2 1-2 16,-1-1-2-16,-1 0-1 0,2-1 1 0,-1 4 1 15,-4-5-1-15,1 0 1 0,0 2 6 16,0-2-3-16,-4 1-4 0,0 1-2 15,0-3-6-15,-6 2-3 0,6 0-5 0,-6-3-4 16,0 1-13-16,-4 0-22 0,-3 3-13 16,0-1-14-16,0 1-8 0,1 1-16 15,-5 2-21-15,4-1-22 0,-7-1-111 0,4 5-176 16,-1-5 93-16</inkml:trace>
  <inkml:trace contextRef="#ctx0" brushRef="#br0" timeOffset="26173.29">2210 2627 996 0,'0'0'-42'16,"0"0"13"-16,-3-2 7 0,3-2 7 0,0 4 10 0,0 0 3 0,0 0 2 0,-8 0 0 0,8 0 9 0,0 0-1 0,-6-1-9 0,2 1 3 0,-2 1 0 0,-1-1-2 0,0 0 3 0,4 4-6 0,-7-2 0 15,4 0 7-15,-1 4-1 0,-3-2-2 16,3 3 0-16,-3 1-4 0,3 2 5 0,1-3-5 16,-4 7 5-16,7-4 3 0,-4 2-4 15,0-2-2-15,0 0 0 0,4 2 4 0,3 1-3 16,-3-2-4-16,3 1 4 0,-3-2 0 16,3-3-1-16,0 3 4 0,0-2-5 0,3-1 7 15,-3 1 2-15,3-1-1 0,4-1 0 16,0-5 5-16,3 5 11 0,-1-6-4 15,5 0-1-15,-1-3 3 0,0 3 5 16,1-4 10-16,-1-2 6 0,1 3 10 0,-1-1 6 16,-3-1 1-16,0-2 3 0,0 1-2 0,-4-1-4 15,2-1 2-15,-2-2-9 0,-3-1-4 16,0 3-8-16,1-3 1 0,-8 1-7 16,8 0-10-16,-4-1-24 0,0 3-20 0,-4-3-22 15,1 4-15-15,3-3-17 0,-3 2-27 16,0-5-99-16,0 6-209 0,-2 0 78 15</inkml:trace>
  <inkml:trace contextRef="#ctx0" brushRef="#br0" timeOffset="26640.04">2526 2538 1054 0,'3'-3'-40'0,"4"0"16"0,-4 3 5 0,1-3 5 0,-1 3 15 0,-3 0-1 0,4-2 13 0,-4 0 9 0,0 2-4 0,6 0 11 0,-6 0-4 0,0 0-3 0,0 0 6 0,0 0-14 0,0 0 0 0,7 0-6 0,-7 0 2 0,0 2 4 0,0-2-7 0,0 8-3 0,0-4 4 0,0 2 1 0,0 1-4 15,3 1 8-15,-3 2-2 0,0-1 0 16,3 1-1-16,-3 3 0 0,0-1-1 16,0 1 2-16,4 2 7 0,-4-3 3 15,0 1 5-15,0-1 2 0,0 1 3 0,4 2 2 16,-4-2 1-16,0-4-2 0,0 1 2 16,0 3 0-16,0-5-3 0,0 2 4 0,0-3 1 15,0 1-2-15,-4-4 6 0,8 2 3 16,-4 1 6-16,0-5 5 0,0 7 5 0,0-8 7 15,0 2 9-15,0 1 3 16,0 0 1-16,0-2 3 0,0 3-4 0,3-5-5 16,-3 3-6-16,0-3-7 0,0 4-4 15,0-4-9-15,0 3-15 0,0 0-40 0,0-3-54 16,0 0-53-16,0 0-37 0,0 0-25 16,-11-3-108-16,11 3-378 0,-6 0-159 0</inkml:trace>
  <inkml:trace contextRef="#ctx0" brushRef="#br0" timeOffset="32531.74">2820 2646 1651 0,'-4'-1'-97'0,"8"-2"13"0,-4 0 8 0,0 3 13 0,-4-1 8 0,4 1 4 0,0 0 9 0,-4-3 2 0,4 3 0 0,-9 0 5 0,2 3 1 0,1 1-1 0,-5 0 5 0,2 4 1 16,-1 1 3-16,-1-1 6 0,-2 3 3 16,-1 2-1-16,2 2 9 0,2-4-7 0,2 3 4 15,-1 1 2-15,2-2 1 0,4 1 3 16,3-2-2-16,-3 1 3 0,6-2 1 0,-3 1-6 16,3-2 2-16,4-3 9 0,-1 3-5 0,5-5 8 15,-1 1 5-15,-4-2 8 0,8-1 6 16,-4-2-5-16,2-1 3 0,-1-1 3 15,2 1 5-15,-3-3 14 0,4-1-4 16,-2-2-3-16,-1-1 6 0,-1-1-7 0,-4 1 0 16,1-1 1-16,3-2-10 0,-6 0-6 15,2-1-2-15,1 4-5 0,-4-3 5 16,0 2-9-16,1 1-6 0,-1 0-21 0,4 2-10 16,-4-2-20-16,0 4-12 0,1-1-46 15,2 1-106-15,1 0-62 0,6 0 207 0</inkml:trace>
  <inkml:trace contextRef="#ctx0" brushRef="#br0" timeOffset="32710.03">3253 2742 739 0,'3'3'-13'0,"1"-3"2"0,-1 0 6 16,0 1 4-16,0-1 2 0,1 0-2 15,-4 0 2-15,6 0 4 0,-6 0 2 0,7 0-2 16,-3 0 9-16,2 0-8 0,1 0-4 15,-1 0-10-15,5 4-3 0,-2-4-14 0,1 0-19 16,-3 0-19-16,3 0-12 0,0 0-103 16,1 0 60-16</inkml:trace>
  <inkml:trace contextRef="#ctx0" brushRef="#br0" timeOffset="32860.66">3459 2745 491 0,'3'0'4'0,"5"0"7"0,-8 0 0 15,6 0 5-15,-6 0 4 0,4 0-1 16,-4 0 1-16,6 0 0 0,-6 0-8 15,6 0-1-15,-1 0 4 0,-5 0-2 0,9-3-2 16,-2 0 9-16,2 3-8 0,2-1-7 16,-1-2-12-16,7 3-11 0,-4-3-29 0,4 0-44 15,-4 1-96-15,0 0 64 0</inkml:trace>
  <inkml:trace contextRef="#ctx0" brushRef="#br0" timeOffset="32998.11">3783 2700 499 0,'3'0'8'0,"4"-4"5"0,-1 4 1 0,-3 0 0 15,5-1 3-15,-5 1 3 0,-3 0 0 0,10-3-6 16,-10 3 3-16,0 0-3 0,6 0 2 16,2-3 0-16,-2 3-2 0,0 0-4 15,4 0-12-15,4-1-12 0,-4 1-50 0,-1-3-96 16,5 0 1-16,-1 0 54 0</inkml:trace>
  <inkml:trace contextRef="#ctx0" brushRef="#br0" timeOffset="33141.72">4133 2654 469 0,'6'0'11'0,"-6"0"4"0,8 0-2 16,-5 0-1-16,-3 0 6 0,6 0-5 15,-6 0 2-15,10 0-3 0,-4-2 0 0,5 2 4 16,-1 0-11-16,4-2-13 0,-2 2-20 16,6-4-43-16,-5 4-101 0,-1-1 59 15</inkml:trace>
  <inkml:trace contextRef="#ctx0" brushRef="#br0" timeOffset="33258.42">4386 2635 502 0,'10'0'17'0,"-3"0"6"16,-4-3 7-16,4 3 1 0,-4 0 6 0,4 0 4 16,-7 0 4-16,7 0 3 0,-4 0-8 15,-3 0-5-15,6 0-2 0,-6 0-16 0,4 0-23 16,-4 0-30-16,0 0-131 0,0 0-68 16,0 0 80-16</inkml:trace>
  <inkml:trace contextRef="#ctx0" brushRef="#br0" timeOffset="54319.13">8133 5295 458 0,'0'0'46'0,"0"0"-4"0,0-5-16 0,0 5-2 0,0-4-11 0,0 4 8 0,0 0-4 0,0 0 0 0,0 0 3 0,0 0-1 16,0 0-2-16,0 0 0 0,0 0 3 0,-10 6-3 15,7-6 0-15,0 5 2 0,-2 1-6 16,-4 1 1-16,2 0 3 0,1 4-3 15,-5-3-3-15,1 6 0 0,4 1 2 0,-5 2 0 16,5 1-7-16,-1 2 2 0,1 2 2 16,3-3 9-16,0 6-6 0,-2-4 1 0,5 1 3 15,0 2-6-15,5-2 3 0,-5-2 3 16,3 0 0-16,3 0-3 0,-3-2 1 16,4-1 4-16,4-1 7 0,-5 1 0 0,4-5 9 15,-1 1-3-15,2-5 8 0,2 3-1 16,-2-4 9-16,5-1 5 0,-2-1 1 0,2-3 5 15,1 1 1-15,-1-3 3 0,1-3 1 16,2-3-2-16,-1 2 1 0,-2 0-1 0,1-7-2 16,-1-2 1-16,-2 1-3 0,-1-2 3 15,1-3-4-15,-8-2-2 0,1-1-7 16,-4-2-2-16,-3 0-8 0,-3-3-3 0,-1 0-6 16,1 0-3-16,-3 1-5 0,-5 2-8 15,5 1-21-15,-4 5-22 0,3-1-30 0,-6 4-17 16,3 2-30-16,0 4-12 0,-4 2-13 15,1 5-9-15,-7 3-99 0,0-1-301 16,0 5-44-16</inkml:trace>
  <inkml:trace contextRef="#ctx0" brushRef="#br0" timeOffset="61491.01">15433 6797 313 0,'0'0'119'0,"0"0"-29"0,0 0-29 0,0 0-4 0,0 0-16 0,-13 0 0 0,13 0-2 0,-11 3-1 0,5 0-7 0,-7-2 3 0,-1 2 3 0,-2 0-4 15,-1 2 5-15,-7-1 0 0,-2 2 9 16,3-2 4-16,-1 2 2 0,-3-5-4 0,0 5 6 16,1-1 2-16,-4 1-7 0,-4-5 1 15,4 2-3-15,-3 1 1 0,-3 0-4 0,2-2-1 16,-9 3-7-16,6-2-3 0,-6 0-5 15,7-2 0-15,-8 2-5 0,-2-3-4 16,-2 3-3-16,-1-2 0 0,-5 5-2 0,1-4 0 16,-10 1-3-16,-1 0 0 0,-2 1-4 15,-4 2-2-15,-4 1 1 0,-2-2-2 0,-11 2 0 16,-3 0-1-16,0 4 0 0,0-4 1 16,0 0-3-16,4 1 0 0,12 1 1 15,-9-2 1-15,13-2-1 0,0-3-5 0,0 3 5 16,-1-2-1-16,8 1 0 0,7-4-4 15,-1 3 3-15,1-3-2 0,-1 0 0 0,3-3 0 16,2 3-3-16,1-1 7 0,1-2-2 16,0-3 0-16,3 2 0 0,1-4 2 0,2 1-2 15,1-3 3-15,4-2-5 0,-2-1 3 16,4-2 4-16,1-3 1 0,3 3-3 16,-4-8 3-16,4 4-1 0,-1-2 0 0,4 2 0 15,0-1 0-15,1-3 1 0,2 0-1 16,-3 1-3-16,3 3 5 0,0-6 3 15,0 0-1-15,4 1 1 0,-4-1-2 0,1 0 0 16,3 0 2-16,2 3-4 0,-2 0 1 16,0-3 2-16,3 0-4 0,-1 0 2 0,2 0-3 15,-4 0 5-15,2 1 2 0,2-1-1 16,-5 4-1-16,1-4 0 0,-4 0 2 16,3 0-4-16,-1 0-1 0,-2 0 1 0,0 2-5 15,0 0 4-15,0 1-1 0,1 3 12 16,-1-5-10-16,4 2 0 0,-4 1 2 15,4 0-3-15,-1 1 4 0,5 0-3 0,-2-1-1 16,4 3 1-16,-2-1 1 0,-1-1-2 16,0-2 0-16,0 1-3 0,0-1 3 0,0 0 1 15,0-2-1-15,0 3-2 0,-3-2 1 16,3-2 0-16,-4 0 2 0,4 3-3 16,-3-3 3-16,3 0-1 0,-4 2-1 0,5 1-2 15,-5-3 0-15,4 3 2 0,-4 1-2 16,5 0 1-16,-1 0-3 0,-4 1 5 0,1-3-2 15,0 4 1-15,-1-2 0 0,1 0-4 16,-3 0 3-16,-4-2-3 0,-4 3 3 16,-3-2-4-16,-2 0 0 0,-1-2 3 0,-4 6-1 15,-2 2 1-15,-8 0-6 0,1 4-1 16,-8-1 5-16,1 4-2 0,-3 0 1 0,3 5-1 16,-6-3 2-16,-4 2 0 0,7 0-1 15,-4 0 1-15,-4-1-1 0,2 2-1 0,-8-4 0 16,4 2 0-16,-10-1 1 0,-4 0-1 15,3 0-3-15,1-4 6 0,13 7-5 0,-3-4 2 16,7 1-1-16,-5 1-1 16,4 2 0-16,-2-1 1 0,5 0 0 0,-2 1-1 15,-2 3-2-15,2 1 3 0,-1-3 1 16,-2 3-2-16,-1 0 4 0,-7 0-7 0,-7 0 1 16,-9 3-1-16,-10-3 3 0,-3 0-1 15,-35 1 0-15,-3 3 1 0,2 1-1 0,-5 0 0 16,6-1 2-16,21-1-4 0,17 0 1 15,4-2 2-15,2-1 0 0,4 4-4 16,3-2-4-16,9-4-24 0,8 2-25 0,-1 0-23 16,8-4-12-16,6 3-21 0,10 1-20 15,3-3-43-15,8 6-185 0,9-2-98 0,6 8 33 16</inkml:trace>
  <inkml:trace contextRef="#ctx0" brushRef="#br0" timeOffset="63844.38">15266 6710 1194 0,'-7'-3'-55'0,"7"3"11"0,0 0 4 0,0 0 3 0,0 0 8 0,0 0-2 0,4 4 7 0,-4-4 4 16,0 0-4-16,0 0 5 0,10 4 2 15,-4-4 3-15,8 0 4 0,-1 0-3 16,4-4 3-16,3 4 2 0,3 0 0 0,1-1-2 16,-2 1 1-16,2 0 0 0,3 0 1 15,-7 0 7-15,-1 0-5 0,5-3 6 0,-7 3-2 16,-1 0 6-16,-2 0 6 0,-1 0 3 15,1-3-2-15,-4 3 6 0,-1 0-2 16,5 0-7-16,-7 0 5 0,2 0-6 0,-2 0-1 16,0 0 0-16,0 0 15 0,-1 0-13 15,4 0-4-15,0 0 2 0,-3 0 0 0,3 0-5 16,-4 0 3-16,5 0 4 0,-5 0-7 16,4 0 2-16,-4 3-1 0,2-3-2 0,-2 0 6 15,1 3-7-15,-1-3 3 0,-3 0 2 16,2 0-3-16,1 0-2 0,0 0 5 15,1 1-7-15,-1-1 11 0,8 0-9 16,-4 4 3-16,4-4 0 0,-1 0 4 0,-4 0 1 16,5 0-2-16,-1 0-1 0,-2 2 10 15,-5-2-3-15,4 0 3 0,0 0 5 0,-3 2 1 16,0-2 0-16,-1 0 1 0,-3 3 14 16,4-3 1-16,-3 3-3 0,-1 0 15 0,4 1 3 15,-4 0 1-15,0 4-1 0,0 2-1 16,4 1 0-16,0 2-8 0,-4-1 5 15,4 5 5-15,-4 5 1 0,4 2 1 0,-1-2 5 16,1 6-2-16,0-2-2 0,3 5 1 16,-4-1-7-16,1-1 1 0,0 2-5 15,-1-2-1-15,4 2-4 0,-2-1-4 0,-2-1-2 16,0 2-2-16,4 1 6 0,-2 1-5 16,-2 2 0-16,4 0-1 0,-7 2-1 0,3 1-2 15,2 2 0-15,-2 0-1 0,4-2-4 16,-4 9-1-16,-1-7 0 0,1 6-2 15,0 0 0-15,1-3-3 0,-4-7-3 0,0 3-1 16,5 1 0-16,-5-2 4 0,-3-1-5 16,3-1-3-16,1 3 1 0,-4-4 2 15,0 1-1-15,0-3-2 0,0 3-2 0,0-6 2 16,0 4 1-16,0 2-1 0,0-1 0 16,-4 1-1-16,4 3 2 0,-3-3-4 0,0 0 1 15,0 2 0-15,3-3-2 0,-5-1 1 16,2-2-1-16,0 2 1 0,3-4 0 15,-3-2-3-15,-1-2 0 0,1 2-1 0,0 0 3 16,-3-2-3-16,1 3 1 0,2-2-2 16,3-2 2-16,-3 3 0 0,0-3-1 0,-1 2-1 15,1-2 3-15,0 3-1 0,3-3-1 16,-3-3 0-16,3 3-1 0,-3 0 2 16,3-2 0-16,-5-1 0 0,5 1-2 0,-3 2 0 15,3-5 0-15,-3 2 1 0,3-1 0 16,-3-2 0-16,3 1 1 0,-4-1-3 15,4-2 1-15,-3 0 0 0,0-2-1 0,3 0 3 16,-3-4-3-16,3 3 1 0,-3 1-2 16,3-2 3-16,-4-5 1 0,4 6-4 0,-4-3 2 15,-2 3 0-15,2-3-1 0,1 0 0 16,0 2-1-16,-3-1 0 0,2 1 3 16,-3-1-4-16,4 1 1 0,-4-1 0 0,4 1 2 15,-4-1-2-15,4 1 3 0,-1-1-3 16,1-2 2-16,0 0-1 0,-1 1-2 0,1-3-1 15,-3 3 9-15,2-4-8 0,1 4 7 16,-1-4-7-16,-2 0 1 0,2 4 0 16,1-4 2-16,-3 0-2 0,2 4 2 0,-2-4 2 15,-1-1-3-15,0 1-1 0,1 0 2 16,-4 1 0-16,-1-4 0 0,2 3 0 16,-1 2 0-16,-4-4-3 0,4-1 5 0,-4 3 3 15,-2-1-5-15,2-3 0 0,-5-1-2 16,-1 4 2-16,-1-6 1 0,-9 1-2 15,0 2 0-15,1-3 1 0,-5 0 0 0,-2 0 0 16,-1 0-1-16,-3-3 2 0,4 6 3 0,-5-6 0 16,-2 3 2-16,-1 0-3 0,1-1 4 15,-3 1-2-15,-4 1-1 0,3-2 1 16,1 1-3-16,-5 0 2 0,2 0 3 0,2 0-2 16,-4 0 0-16,2-3-1 0,-1 3-1 15,3 0-1-15,-3-3-1 0,1 3 1 0,-2 3 0 16,-6-3-1-16,4 3 2 0,-14-2-1 15,4 2-1-15,-7 1 5 0,-4 2-6 16,1-3 2-16,0 5-1 0,-10-4-3 16,-4 4 7-16,-3-1-8 0,3 3 5 0,-3-2-2 15,4-4 2-15,-1 5-2 0,-3-2 0 16,3-2 2-16,14-1 1 0,-1 5 8 0,2-5-6 16,-1 0 0-16,2 2 1 0,4-1 1 15,1 2-6-15,-1-1 4 0,1-1-2 16,6-1 3-16,0 2 0 0,6-2-6 15,1 2 5-15,3-5 0 0,-3 3-3 0,2 0-3 16,2 2 5-16,-2-3-2 0,1 1 0 0,4 0-1 16,-1 0-1-16,1 0 0 0,3-1-1 15,-1 0 1-15,1 1-2 0,2-1-2 16,1 1 6-16,4 2 0 0,3-4-1 0,-4 1-5 16,4 3 2-16,-1-5 3 0,0 2-4 15,1 1 3-15,-7 2 7 0,1-1-3 0,-5 1-8 16,1-2 0-16,-1 0 1 0,-5 2 2 15,-2-1-1-15,-6 2 0 0,-6-1-2 16,0-1 0-16,0 2 5 0,-7 0-5 0,3 0 3 16,-2 1 3-16,1-2-4 0,-2 1 2 15,-3 1-8-15,0-1 5 0,0-1 2 0,0-2-1 16,-11 4 0-16,-3-1-2 0,-3 0 3 16,-3 0 2-16,3-1-1 0,-4-1-1 15,1 2-1-15,0-1-1 0,-4-1 3 0,1 2-4 16,-1-1 4-16,4-2-1 0,-5 0 1 15,2 2-2-15,3-1-1 0,-1 1 4 0,1-5-2 16,3 5 0-16,0-5-1 0,10 3-1 16,-6 0 1-16,-5-1 1 0,1 3-3 15,3-5 9-15,-6 6-5 0,0-1-2 0,-4-1-4 16,-2 2 3-16,-31 6 1 0,-4-2 0 16,4 1-2-16,0-2 6 0,4 1-6 15,-4 3-4-15,26-3 7 0,7-3-1 0,1 5-2 16,-1-5-1-16,-2 2 0 0,1 0-12 15,-2-3-23-15,-36 4-46 0,-1-7-48 0,-3-1-30 16,0 2-48-16,-10-5-159 16,-7-4-88-16,1 0-211 0,-7 1-163 0</inkml:trace>
  <inkml:trace contextRef="#ctx0" brushRef="#br0" timeOffset="67173.59">17180 5653 1731 0,'-17'1'-82'0,"0"2"20"0,0 0 21 0,4-2 20 0,-1 3 20 0,-2-2 11 0,2-2 3 0,2 3 4 0,2-3 2 0,-4 2 1 16,4-2 0-16,1 3 1 0,-2-3 6 0,1 3-2 16,4-3 6-16,-2 1 0 0,2-1-2 15,3 0-3-15,-1 3-7 0,1-3 4 16,3 0-6-16,0 0 2 0,16 0 7 0,5 0 3 15,9 0 3-15,13 0 1 0,7-3 0 16,4 2 0-16,15-5-5 0,1 1-3 16,4-1-1-16,-1 2-1 0,4-3-2 0,-4 2-3 15,-3-4 1-15,4 2-1 0,-11 3 2 16,0-1 0-16,-13 0 7 0,-6 1 4 0,-1 0 10 16,-10 1 7-16,-3 2 3 0,0-2 4 15,-3 0 1-15,-7 1 2 0,-1 2-6 16,2-3-2-16,-4 3 0 0,-4-2 0 0,4 2-6 15,-4 0-2-15,-4-4 0 0,5 4-3 16,-4 0-5-16,-3-1 0 0,3 1-2 0,-3 0-4 16,-1 0-4-16,1-3-1 0,3 3-4 15,-7 0 0-15,4 0-4 0,-4-3-7 0,4 3-14 16,-1 0-20-16,-6 0-27 0,7 0-23 16,-3 0-24-16,-4 0-23 0,6 0-28 15,-6 0-26-15,0 0-11 0,0 0-47 0,0 0-136 16,0 0-228-16,-17 0-97 0</inkml:trace>
  <inkml:trace contextRef="#ctx0" brushRef="#br0" timeOffset="72595.62">17156 5703 1516 0,'0'0'-88'0,"0"0"10"0,0 0 16 0,0 0 15 0,-6 1 14 0,2-1 5 0,4 0 11 0,-3 3 4 15,0-3 6-15,3 0 15 0,-7 0 3 16,3 3 9-16,4-3 0 0,-6 0 0 16,3 1-4-16,-1-1 0 15,-2 4 7-15,-2-4-8 0,5 0 2 0,-3 2-1 0,-1-2-3 16,-3 3 12-16,3-3 0 0,-2 2 0 15,-1 1 0-15,-1 0 3 0,2-3-4 0,-4 1 5 16,-1 2-4-16,1 0 2 0,-1-2 0 16,-2 3 2-16,-1-2-4 0,1 3 1 0,-5-2-7 15,1 0 0-15,-3-2-1 0,3 2 1 16,0 0-5-16,-4 2 4 0,-2-3-2 0,3 1-1 16,-4 2 0-16,3-2 4 0,-3-2-4 15,5 2 2-15,-5 0-1 0,3-2-1 16,-2 3 4-16,2-2 0 0,-3 1 1 0,2-1-3 15,-6 1-3-15,1 0 7 0,-3-2-4 16,-4 2 1-16,0 0-1 0,-6-2 3 0,-4-1-1 16,1 4-2-16,-1-2 1 0,1 1 2 15,-1-3-4-15,-3 2 3 0,0 1-2 16,3 0 4-16,-3-2 1 0,3 2-3 0,1 0 1 16,-1-3 3-16,1 1-3 0,-1-1 1 15,-3 4-1-15,3-4-1 0,1 0 1 0,-5 2-5 16,1-2 1-16,1 3-2 0,-2-3 0 15,2 0-4-15,-1 0 1 0,2 0-2 16,9 0-2-16,-1 0 2 0,-1 0 1 0,5 2-2 16,-1-2 0-16,4 0-3 0,0 0 1 15,-4 0-1-15,4 0 1 0,0-2-1 0,3 2-1 16,-3 0 1-16,-2 0-1 0,5 0 1 16,0 0 1-16,-3-3-3 0,3 3-1 15,0 0 1-15,4 0 1 0,-4-2 3 0,3 2-2 16,-3 0-4-16,4-4 1 0,-1 3 0 15,3 1-2-15,-3 0 0 0,2-3 3 16,-5 0-3-16,3 3 0 16,0 0-1-16,-3-1-1 0,0 1 1 0,3-3 2 0,-6 3 0 15,3-3-3-15,0 3 1 0,-7 0-1 0,4-2 0 16,3 2 2-16,-3-3-3 0,0 3 2 16,-5 0-1-16,5 0 1 0,0-2-1 15,-1 2 2-15,1-4-2 0,-3 4-1 0,2 0 1 16,-2 0 2-16,3 0-2 0,-5 0-3 15,2 0 4-15,2 0 0 0,-2-1 0 0,3 1 1 16,-4 0 0-16,4 0-2 0,-1 0 1 16,0 0 0-16,1 0 0 0,-3 0 0 15,2 0 1-15,-2-3 2 0,3 3-3 16,-4 0 2-16,3 0-2 0,1-3 0 0,0 3-1 16,-1 0 3-16,1 0-3 0,3-1 3 15,-3 1-5-15,3 0 4 0,-4 0 0 0,4-3 2 16,0 3-5-16,0 0 2 0,0-3-1 15,0 3 2-15,4-2 4 0,-1 2-6 16,4-3 3-16,0 3-2 0,-1-2 6 0,0 2-6 16,2-4-1-16,-2 4 0 0,4-1 1 15,-4 1 2-15,2-3-1 0,1 0-3 0,-2 2 2 16,0 1 0-16,3-3 1 0,-4 0-1 16,4 3-3-16,-3-2 2 0,0-1 0 0,-4 1-1 15,3-2-1-15,2 4 0 0,-2-1 2 16,-2 1 0-16,2-3 0 0,5 3 2 15,-5 0-4-15,4-3 1 0,4 3 0 16,-5-1 3-16,4 1 1 0,1 0-3 0,-4-3 2 16,3 3-1-16,0-3 2 0,1 3-4 15,-4 0 3-15,3 0-2 0,1-2 0 0,-2 2 3 16,2 0-1-16,-4 0-3 0,0-3 0 16,0 3 3-16,3-2 1 0,-2 2 1 0,-2 0-4 15,4-4 2-15,4 4 0 0,-4-1 0 16,4 1 2-16,4 0-3 0,-5 0 2 0,4 0 3 15,1 0-4-15,-2-3-2 0,1 3 3 16,0 0-5-16,0 0 0 0,-3 0 2 16,-1 3 0-16,-2-3-2 0,-4 1 0 0,0 3 3 15,0-4-5-15,3 2 7 0,-3 1-1 16,0-3 0-16,4 2 0 0,-1 1-2 16,4 0 4-16,-1-3-2 0,1 1 2 0,-1 2-1 15,4-3 2-15,-2 0 1 0,4 3 1 0,-2-3-2 16,1 0 2-16,-2 0-3 15,1-3 2-15,4 3 2 0,-4 0-5 0,0-3 2 16,0 3 0-16,4-1 4 0,-5 1 5 0,4-3 3 16,1 3 0-16,-1-3-1 0,0 1-1 15,1-1-1-15,2 1 1 0,-2-2-2 0,-1 0-2 16,0 0-3-16,4-4 5 0,0-1-4 16,-4-2 0-16,-3 1-3 0,7-5 1 15,-4-3-1-15,0-3-1 0,-2 0 0 0,2-2-2 16,0-8 1-16,-3 2-2 0,7 0-2 15,-4-4 4-15,1-1 1 0,-5 2-2 16,5-2 0-16,-1-1 0 0,1-3-2 0,-5 1 2 16,5 2 1-16,-1-4-1 0,-2 6 1 15,1-5-2-15,2 5-1 0,-1 4 4 16,4-2-2-16,-8 1-2 0,5 8 1 0,-1-3 0 16,4 5 1-16,-6-2 3 0,4 1-7 15,2 4 1-15,0-1 2 0,0 3-2 16,-1 0 2-16,1 1-2 0,3 1 2 0,-3-2 1 15,3 1 0-15,-3 6-1 0,0-5-2 16,3 2 1-16,-5-1 1 0,5 2 2 0,-3 0 0 16,3-1-4-16,-3 3 0 0,3-3 3 15,0 4-4-15,-3 0 4 0,3-1-2 0,0 3-3 16,-4-3 2-16,4 4 1 0,4-2-3 16,-8 1 2-16,4-1-2 0,0 5 3 15,0-5-4-15,4 5 1 0,-4-2 0 0,0-2 3 16,0 2-2-16,3 1 0 0,3-2-2 15,2 0 4-15,-2 1 2 0,7-1-2 0,7 1-2 16,1-2 3-16,6 3-1 0,2-3-1 16,1-1 1-16,7 5-1 0,3-5 3 15,3 4 0-15,4-3-3 0,-1 1 2 0,4 3 0 16,7-5 0-16,3 2 2 0,4-1-1 16,-1 0 5-16,3 0-7 0,-2 2 1 15,2-1 1-15,5-2 1 0,-5-1 0 0,1 2-2 16,-1-1 0-16,1 2 0 0,-4-4 1 15,0 6 1-15,5-6-1 0,-5 5 0 0,1-1 1 16,2-1 1-16,1 0-2 0,-4 1 1 16,0 3-1-16,4-5 1 0,-4 5 1 0,-6-2-2 15,9-1 0-15,-9 3 2 0,3-2-1 16,3 3-3-16,-6-2 2 0,3 2 0 16,-3-4 1-16,6 3-1 0,4 1 1 0,-4-3-1 15,-3 0 0-15,3 2 2 0,1-2 0 16,2-1-3-16,-2 0 3 0,-1 2-1 0,-10-2 2 15,11 0-1-15,-1 0-3 0,-9-3-3 16,2 3 4-16,-6 2 1 0,3-3-1 0,-2-1 0 16,1 5 1-16,2-6-2 0,-4 3 3 15,4-2 0-15,9 2-3 0,-3-3 0 16,0 2-1-16,4-4-1 0,-4 5 3 16,3-3 1-16,-11 2-6 0,2 0 5 0,0 0-2 15,6-1 2-15,-3-2-1 0,3 2-1 16,-11 1 1-16,11-2-3 0,-3-1 1 0,6-1 3 15,-3 2-1-15,3-1-2 0,-2 2 1 16,2-2 2-16,0 1-1 0,0-1-5 16,1-2 4-16,-1 3 0 0,0-1 0 15,0 1 2-15,-2 0 1 0,-5-4-2 0,-2 4-2 16,3 1 2-16,-8-2-3 0,-2 2 1 0,-1 1 2 16,2-2 0-16,-5 0-2 0,4 3 2 15,-1 0-1-15,-2-5 0 0,5 5 1 16,2-1-1-16,-1 0-2 0,13 3 3 0,-3-4 0 15,7 2 0-15,-4 1-1 0,7-1 2 16,-4 0-1-16,1 4 1 0,3-2-2 16,-6-3 2-16,-7 5-2 0,-5 0 2 0,2-3-2 15,-4 3 1-15,-4 0 2 0,-6-3-2 16,-3 3 1-16,3 0-1 0,-3 0 3 0,-1 0 0 16,-3 0-4-16,5 0 2 0,-5-1-1 15,0 1 2-15,1 0 0 0,-1 0-2 0,-3 0 2 16,3 0 0-16,-3 0-1 0,3 0 1 15,-9 0 0-15,3 0-1 0,-5 0 1 16,2 0-2-16,-4 0 3 0,1 0-3 0,-2 0 4 16,-2 0-1-16,-1 0 9 0,1 0 7 15,-1 0 1-15,2-3 2 0,-5 6-2 0,4-6 0 16,-4 6 0-16,4-3-1 0,-4 0-2 16,0 0 0-16,-3 0-2 0,3 0-1 15,-2 0 3-15,-2 0 0 0,1 0-4 0,1 1 0 16,-5-2 1-16,4 1-3 0,1 1-2 15,-2-1-2-15,1 0 1 0,4-1 0 16,-5 1 1-16,4 0-3 0,1 0-2 0,-1 0 2 16,1 0-1-16,-1-3-3 0,1 3 1 15,-1 0 2-15,0 0-2 0,1 0 0 16,-5 0-3-16,2 0 2 0,-1 0 0 0,-1 0-2 16,-2 0 0-16,3 0-2 0,-3 0 0 15,-1 3 2-15,-2-3 0 0,3 0-3 16,-4 1 1-16,4-1-2 0,-4 3 0 0,0 3-2 15,0-2 5-15,4 4-2 0,-4 2 3 16,1 1-2-16,3 3-1 0,-1 1 5 0,-3 2-1 16,1 3-3-16,2 0 2 0,-2 2 2 15,-1 3 0-15,4-1-3 0,-4 2 0 16,-3 2 3-16,0 1 3 0,0 2-1 0,3 2-2 16,-3-1 1-16,-3 1-1 0,3 5 0 15,0-1 0-15,0-2 1 0,0 0-1 0,0-3 2 16,-3 4-2-16,3-7 1 0,0 0 0 15,0 0 0-15,0 1-1 0,0-5 0 0,0 0-2 16,0 2 5-16,-3-4 2 0,3-1-5 16,-4 1-2-16,8-3-1 0,-8 2 4 15,4 0-3-15,0 2 0 0,-3-2 5 16,3 0-4-16,0 1 0 0,0-3-1 0,-4 1-1 16,4 3 2-16,-3-5 1 0,3-1-2 15,3-4 1-15,-3 4-2 0,-3-2 2 0,3-4 2 16,0 1-4-16,0-1 2 0,0 1-1 15,0-5 3-15,0 0 1 0,0 1-3 0,-3-1 2 16,3-1-1-16,0 0 3 0,0-2-3 16,0 1-4-16,0-2 5 0,0 0-3 15,0 2-1-15,0-3-1 0,0 2 2 16,0-1 1-16,0-1-2 0,0 0 1 0,0-2 0 16,0 3-2-16,0-4 0 0,0 5 2 15,0-3-1-15,0 1 0 0,0-3 1 16,3 3-1-16,-6-2 0 0,3 2 1 0,0-3-2 15,0 8 2-15,0-6-1 0,3 3 3 16,-3 1-1-16,0-5 1 0,0 2 0 0,0 1-3 16,0 0 3-16,0-2-1 0,0 1 0 15,0-1 0-15,0 1-2 0,0 0 6 0,0-2-3 16,0-1 1-16,0 3 7 0,-3 0 7 16,-1 2-2-16,-2 0 2 0,-4-3 6 0,-4 5-5 15,1-4 1-15,-4 1-2 0,1 2-2 16,-7-1-3-16,-4 1 2 0,-3-2-4 0,-3-1-25 15,-4-2-32-15,-10-1-47 16,-2 0-54-16,-5 0-55 0,0-4-41 0,-9 0-182 16,-3-4-34-16,-1-1-143 0,1 1-101 0</inkml:trace>
  <inkml:trace contextRef="#ctx0" brushRef="#br0" timeOffset="79768.13">16053 10480 1568 0,'6'2'-66'0,"-2"0"22"0,-1-2 16 0,1 3 10 0,-1 0 7 0,-3-3 4 0,0 0 6 0,-7 3 9 0,7-3 0 0,-10 0 8 0,3-3-3 0,-2 3 14 15,2 0-3-15,-7-3 5 0,5 0 3 16,-8 3 5-16,4-4 1 0,-1 0-3 0,1 3-5 15,-4-2 0-15,-3 0-2 0,0-1 0 16,-4 1-4-16,2-2 0 0,-5-1-3 0,0 5-2 16,0-2-3-16,1-1 0 0,-4 1 0 15,-4 0-3-15,1-2 0 0,-3 3-2 0,-4-3 2 16,-4 2-2-16,-5 0 1 0,-2 2-4 16,-2-5-1-16,-4 6 1 0,-10-3-1 15,4 1 1-15,-7 0-2 0,4 2-2 0,-5 0 6 16,1 0-3-16,4 0-4 0,-1 0 0 15,1 0 7-15,-5-4-5 0,5 4 3 0,6 0-3 16,0 0 2-16,3 0 2 0,-2 0 2 16,2-1 0-16,0 1-2 0,-3 0-3 15,6 0 0-15,1 0 0 0,3 0-2 16,0 0-1-16,4-3 1 0,5 3-2 0,1 0 2 16,4 0 0-16,-1 0-1 0,4 0 1 0,-4-3-1 15,7 2-3-15,-4 1 2 0,4-3-4 16,-3 3 4-16,3-3-2 0,0 0 0 15,0 1 2-15,0 2-3 0,4-2 1 0,-4 2-1 16,3 0 0-16,-3-4 4 16,4 4-3-16,-1 0 0 0,-3-1 2 0,0 2-5 0,0-1 3 15,0 0-1-15,-4 0-1 0,-2 4 0 16,3-4 3-16,-8 2 0 0,5 0-3 0,-1 1 2 16,1-3-2-16,-1 3 3 0,-4 0 0 15,5-3 1-15,0 1-1 0,-1 2-2 16,-4 0 1-16,5-3 1 0,-1 1-4 0,1-1 2 15,-1 0 0-15,1 0 2 0,-5 4-1 16,5-4-2-16,-4 0 2 0,4 0 1 16,-5 2 1-16,1-2-2 0,4 0-3 0,-5 0 3 15,1 0-1-15,4 0 1 0,-4 0 1 16,4 0-3-16,-5 0 0 0,4 0 2 0,1 2 3 16,0-2-3-16,-2 0-1 0,2 0 1 15,2 3-2-15,-2-3 1 0,-1 3 0 16,1 0 2-16,-2-2 0 0,-1 5-1 0,-1-5-1 15,4 5-2-15,-2-4 0 0,2 1 3 16,-4 3 0-16,7-2-2 0,-4 0 0 0,4 0 0 16,-8 3 0-16,2-4 1 0,2 1 2 15,-4 2-3-15,2-1 1 0,-4-1 1 0,-1-1 0 16,1 3 2-16,0-2 1 0,-1-1-3 16,4-2 1-16,-4 5-1 0,1-4-2 15,1 1 0-15,-2 0 1 0,1 0 2 16,-4-2-3-16,4 2 1 0,0 0-2 0,-1-2 3 15,1 3-1-15,-4 0 2 0,4-4-2 0,-4 6 2 16,4-3-1-16,-8-2-2 0,5 5-1 16,-4-5 4-16,-4 3-2 0,2 0 4 15,-12 2-8-15,4-2 1 0,-7 3-1 0,0-1 5 16,1 2-2-16,-1-4 0 0,1 2 0 16,2 1-3-16,-2-2 0 0,-2 1 2 15,5 1-1-15,0-2 1 0,0-1-2 0,-1 2 1 16,11-3 0-16,-11 1-4 0,4 0 2 15,-3 2-2-15,7-4 0 16,-1 1-3-16,-6 3 1 0,0-5-2 0,0 5 5 0,-5-5-2 16,5 5 1-16,0-4 3 0,6-2 0 15,1 3-2-15,2-3 2 0,1 0 1 0,2 3 1 16,-1-3-4-16,5 0 3 0,-3-3-4 16,0 3 2-16,-1-3 0 0,5 1-1 15,-4 2-2-15,1-2 6 0,-2-2-3 0,1 3 0 16,-3-2 1-16,3 0 2 0,-4 2 0 15,5 1 2-15,-5 0-1 0,7 0-2 16,1-3 1-16,-1 3 1 0,7 0-1 0,0 0 1 16,0 0-1-16,3 0 0 0,1 0-1 15,-1 0 2-15,1 0-3 0,6 0 3 0,-3 0 0 16,-1 3 4-16,4-3-6 0,3 0 4 16,-3 1-3-16,4-1 2 0,-1 3 2 0,0-3-3 15,8 3 0-15,-5-2 2 0,4-1-1 16,-1 4-5-16,5-4 7 0,-1 2 1 0,4-2-2 15,-1 2 0-15,1-2 0 16,1 0 2-16,1 3 0 0,-2-3 0 0,3 0-1 16,0 3-1-16,0-3 4 0,0 3-2 15,-4-2 0-15,5 2 3 0,-2 0-5 0,-2 2-2 16,3-1 1-16,-3 5 1 0,3-2 1 0,-3 5-2 16,2 1 1-16,2 2 3 0,-1 0 3 15,2-1 3-15,-1 7 4 0,2-4 3 16,1 2 1-16,-2 2-2 0,2 1 0 15,3 2-1-15,-4 1-1 0,4 0 1 0,-3 1-2 16,1 6 3-16,2 1-1 0,0 2-4 16,0 1 2-16,0-1-3 0,3 0 1 0,-4 2-3 15,4-5 2-15,0 0 0 0,0-1-2 16,0-4-2-16,0-2-1 0,0 3 0 0,0-6 2 16,0 3-3-16,0-1 4 0,4-6-3 15,-4 6 0-15,0-4 3 0,0-6-5 0,3 7 3 16,-3-4-2-16,3 4 0 15,0-5-2-15,-3 0 0 0,3 2 2 0,-3-3 1 0,5-1-4 16,-5-2 2-16,0 4 1 16,3-1-2-16,-3-4 1 0,0 3-2 0,3 1 0 15,0 0 0-15,-3-1 3 0,4-1-2 16,-4 2 2-16,3 3 0 0,0-3-1 0,-6 2 1 16,6-3-2-16,-3 5-2 0,0-5 1 15,3 2-1-15,-3-1 2 0,0-4-1 0,0 4 2 16,0 2-3-16,3-5 1 0,-3-2-1 15,5 1-1-15,-5 0 3 0,3-4-5 0,-3 4 2 16,3-1 2-16,0-3 3 0,1 1-5 16,-1-1 3-16,3 0-2 0,1-1 3 0,7 1-2 15,-2-2 4-15,6 1-2 0,-2-2 2 16,7 0-4-16,1 5-1 0,-4-7 2 16,6 4 0-16,8-2 3 0,-5 0-6 0,9 0 4 15,5 1 0-15,4-3 1 0,2 4-1 16,5-6 1-16,3 1-3 0,0-1 3 15,12 0-1-15,1 0-1 0,4-1 1 16,2-5 0-16,-3 4 0 0,7-1 0 0,-2-3 1 16,7 2-3-16,2 0 2 0,0-4 0 15,0 3-1-15,0-3-1 0,-11 4-1 16,11-2 2-16,0-1 1 0,0-1 0 0,2 4 1 16,1-4-4-16,-3-1 3 0,3 2-3 0,0-2 2 15,3 0 1-15,0 1-1 0,1-3 0 16,2 1-3-16,-2-1 2 0,-1 0-1 15,0 1-1-15,-3 0 4 0,0-1-1 0,-3 2 1 16,0-1-1-16,0 0-1 0,-5 0 2 16,2 2-2-16,0 1-4 0,-11-1 4 0,7-2-1 15,7-1 4-15,-4 1-4 0,0 3-1 16,4-2 4-16,0-4-2 0,-4 6 0 0,0-3-1 16,1-1 0-16,-2 3 1 15,2-2 0-15,-10 3 1 0,-4-1 1 0,3 2-2 0,-4 1 2 16,-1-2-5-16,2 0 6 15,-1 3-1-15,1-1-2 0,-2 0 2 0,-2-2-4 0,4 2 2 16,-4-2 0-16,4 1-2 0,-2 2 2 16,-2-4-2-16,1 3 3 0,2 0-3 15,-2-2 9-15,3 0-8 0,-3 3 0 0,3-3 2 16,-1 0-2-16,2 4 0 0,-1-5 2 16,0 4 1-16,-4 1-1 0,5-3-3 15,-1 2 3-15,3 0 0 0,0 0-2 0,0 2 2 16,0 2-2-16,1 0 1 0,-1 0-3 15,1 0 1-15,-1 0 3 0,-3 2-1 0,-4 2 0 16,2 3 0-16,-2-3-1 0,-6 4 2 16,4-3-1-16,-7 4 1 0,-2 0-1 15,-1-1 2-15,-7 3 1 0,-1-3-1 0,1 2 1 16,3 0-2-16,-3-3 2 0,2 1-1 16,5-1 1-16,-4 1-1 0,0-3-1 0,3 0 2 15,1-2-2-15,-5 1-1 0,2-1 4 16,2-1-2-16,-7 1-2 0,5-3 4 15,-4 2-4-15,2 1 3 0,-2-2-1 0,-4-1 2 16,5 4 1-16,-2-4-3 0,1 0 2 16,-1 0 2-16,-6 3-2 0,7-3-1 15,-1-3 0-15,1 3 2 0,-1 0-2 0,-5 0 2 16,2-4-2-16,4 3-1 0,-4-2 1 16,-3 1-1-16,-3 2 2 0,0-3-2 0,-1 3 0 15,1-2-2-15,-7 2 0 0,0-3 2 16,3 3 0-16,-6 0-2 0,0-3-1 0,-4 3 1 15,4 0 1-15,-1-1-2 0,-3 1 1 16,1 0-1-16,-1-3 1 0,0 3-3 16,1-4 4-16,-1 4-1 0,1-1 0 0,-5 1 0 15,8-3 1-15,-4 3-2 16,-2 0 2-16,-2-2-2 0,2 2-1 0,-4 0 4 16,2-3-2-16,-2 1 1 0,-1 2-1 15,-2-3-1-15,-1 3 4 0,1-3-3 0,-1 3 1 16,3-1-1-16,-2-2-2 0,-1 3 2 15,4-4 0-15,-1 3 0 0,-2 1 0 0,2-3 0 16,1 1 3-16,-1 0-4 0,-2-1 2 16,-1 3-4-16,4-3 1 0,-4 3 4 0,1-3-1 15,-4 2 4-15,-1-2 15 0,-1-1 4 16,2 3 6-16,-1-2 3 0,-1 1 1 0,-2-3-2 16,1-1 0-16,-1 2-4 0,0-6 0 15,-6-2-4-15,8-1-1 0,-5-2-6 16,0 0 1-16,-3-3-1 0,0-4-1 15,-3-2 0-15,0-1-1 0,3 0-2 0,-8 4 2 16,5-4 1-16,-3 3 2 0,-1-2 3 16,4-1 2-16,-3 0 3 0,1 3 0 0,2 3 0 15,-3-2 1-15,3-1-2 0,-1-2 0 16,-2 5-3-16,3-1-2 0,-2-2 3 0,-1 1-1 16,3 2 0-16,-1-5-6 0,1 3 2 15,0-2-4-15,0-2 3 0,0 2-2 16,-2 1-5-16,2 0-2 0,0 0-1 0,-4-2 2 15,4 2 0-15,-3 0-2 0,-2 2-1 16,5-1 2-16,-3 2 0 0,2 1-1 0,-2 1-5 16,3 2 2-16,0-3 1 0,-5 3 0 15,5 1-2-15,0-3 0 0,-4 3 0 0,4-1 0 16,0 0 1-16,-4 1-2 0,3-3 1 16,1 6-1-16,0-3 1 0,-4 3-5 15,4-3 6-15,-4 6-4 0,0-3 1 0,1 1 2 16,-4 0-3-16,3-1 0 0,-3 3 2 15,0-3 0-15,0 4-5 0,-3-3 2 0,3 0 2 16,-3 2 0-16,-1-2-3 0,4 3 0 16,-4-1-1-16,5 1 4 0,-4-1-14 15,-1 1-27-15,1 1-41 0,-4-1-51 0,-2 2-37 16,2 3-40-16,-4-2-103 0,-1 4-159 16,-8 0-186-16,3 0-154 15</inkml:trace>
  <inkml:trace contextRef="#ctx0" brushRef="#br0" timeOffset="121568.21">13653 14655 850 0,'7'-6'61'0,"-1"4"4"0,1-4-11 0,-1 5 17 0,1-5 7 0,0 5-5 0,-4 1 1 0,1-3-6 15,-1-3-2-15,-3 4 0 0,0 2-7 16,-3-6-4-16,-4 6-6 0,-3 6-4 0,0-4-1 16,-3 4-3-16,-4-3 0 0,0 4-3 15,1 0-3-15,2 1-1 0,1-5 3 16,3 4-1-16,-4 0-5 0,8-5 0 0,-1 7-7 16,7-2-1-16,0-6-2 0,4 13 0 15,5-11-5-15,2 5 1 0,5 0-2 0,4 2-1 16,4 3-5-16,-1-2 3 0,-3-3-2 15,3 9 1-15,-3-9-6 0,0 9 3 0,-3-9-3 16,-1 9 3-16,-6-3-3 0,-2-2 0 16,-2 1 1-16,-3 5-1 0,-3-3 2 15,-3-5-2-15,0 5 1 0,-4-5 0 0,-3 5-1 16,-3-5 0-16,2-3-1 0,-2 1 0 16,0-5-2-16,-1 4-3 0,5-7-6 0,-8 0-18 15,4 0-19-15,-1 0-18 0,-2 0-14 16,-2-6-15-16,6 5-10 0,-2 1 0 0,-2-3-8 15,6 3-24-15,-7-6-87 0,4 4-262 16,2 2 12-16</inkml:trace>
  <inkml:trace contextRef="#ctx0" brushRef="#br0" timeOffset="121962.74">13859 14805 1297 0,'10'-8'-28'0,"-7"2"15"15,5 5 13-15,-2-5 14 0,1 5 3 16,-4 1 13-16,0 0 0 0,0 1-1 0,2 5 4 16,-2 1 1-16,-3 4 7 0,3-4 5 15,0 8 3-15,-3-5 1 0,0 8-5 16,4-10-4-16,-1 9 3 0,0-9-3 0,3 6-1 16,-1-4-11-16,1-1 0 0,1 0 1 15,2-2-7-15,5 0-1 0,2-7-5 0,1 0-1 16,-1-6 2-16,5 5-5 0,-1-6 1 15,0-2-4-15,0 1 2 0,-4 0 1 0,-2-1-3 16,-1 0 6-16,1-1 5 0,-1-5 6 16,-3 8 10-16,0-4 1 0,-4-2 0 15,4 9-2-15,-2-4-10 0,-5 1-1 16,3 7-3-16,1-6 0 0,-4 12-2 0,0 1-5 16,0 1-1-16,5 2-3 0,-2-1-4 15,1 7-14-15,-1-7-20 0,5 7-21 0,-2-9-17 16,1 4-10-16,4-4-20 0,-1-6-10 15,1-1-13-15,-1 0 0 0,4-1-22 0,-4-6-26 16,7-10-29-16,-4 9-252 0,1-10 46 16</inkml:trace>
  <inkml:trace contextRef="#ctx0" brushRef="#br0" timeOffset="122300.91">14516 14724 1156 0,'17'-40'-29'0,"-4"3"16"0,-6 6 10 0,-3 5 8 16,2 1 19-16,0 0 1 0,1 0 6 16,-1 7-2-16,2 1-4 0,-2 3 17 0,1 6 0 15,-1 5 7-15,-3 6 9 0,5 4-1 16,-5 2-1-16,3 7-1 0,-6 2-1 15,7 7 1-15,-7-3-1 0,3-3-1 0,-3 6-4 16,-3 0-3-16,3-2 1 0,0 2-5 16,-3-7-1-16,-1 0-2 0,4-4-5 0,0-2 2 15,0 3 4-15,-3 1 5 0,3-9 0 16,0 4-4-16,3-4 0 0,1-7-1 16,2 1-6-16,5-1 3 0,2 0-3 0,1-1-2 15,5-6-3-15,-2 7 0 0,7-11-1 16,1 5-5-16,2-1 0 0,0 3-2 0,0-4 4 15,0 1 6-15,-4 1-1 0,-3 5 6 16,-3-2 6-16,-1 6-6 16,-5-3 2-16,-2 7-4 0,-2 2 0 0,-7 7-2 0,0-1-3 15,-7 2-2-15,-6 1-5 16,-1 0 1-16,-6 4 1 0,-6-5-5 0,3-5-1 0,-4 3-7 16,0-5-30-16,-3-4-37 0,-3-5-40 15,3-1-41-15,-3-1-32 0,2-9-29 16,-8-5-128-16,6-3-111 0,3-5-167 15,6 4-102-15</inkml:trace>
  <inkml:trace contextRef="#ctx0" brushRef="#br0" timeOffset="124010.97">20246 9844 1585 0,'0'6'-47'0,"-3"-5"17"0,-1 3 20 0,4-2 12 0,0 0 5 0,0-2 3 0,0 0-2 0,4-9-1 0,-1 3-4 0,4-3 1 15,0-1 1-15,-1-5-2 0,7-1 5 16,1-2-7-16,-1 2 0 0,4-4 6 16,-1-1-4-16,4-1 2 0,-2 5 1 0,-2-1 1 15,-2 3 4-15,2 3-5 0,-2 2 6 16,-2 3 7-16,-2 4 6 0,1 6 1 0,-1 1-3 15,-1 6 5-15,2 5-6 0,-1 6 2 16,-4 1-3-16,5 0 2 0,-5 3 1 16,1 3 5-16,2 0 2 0,-2-3 1 0,0-3 0 15,3 0 0-15,-4 0-1 16,1-5-5-16,0 4 1 0,0-3-3 0,-1-7-4 0,1 6-2 16,-4-9-3-16,4 0-11 0,-4-2-16 15,1-3-8-15,-1-3-7 0,0-6-6 16,-3 1 6-16,-3-2-1 0,-4-3 0 15,1 0 1-15,-5-2-1 0,2-1 13 0,-9 1-5 16,6-5 2-16,-9 6-2 0,5 1 5 16,-7-2 2-16,2-1 3 0,-1 2-2 0,1 2 0 15,1 0 3-15,1 1 4 0,5 2-4 16,-2-1 5-16,5 2 0 0,1 2-2 0,4-1 5 16,6 4-4-16,6-3 1 0,1 0 1 15,10 3-1-15,5 3 2 0,8-3-2 16,8 3 1-16,2-3 5 0,2 1-5 0,6-1 2 15,-2-1 0-15,-2 1 0 0,-8 0 1 16,4-3 2-16,-7 6-2 0,-3-6 0 0,-3 6 7 16,-7-3-3-16,-4 4 4 0,-2 0 0 15,-7 5 0-15,-4-1 4 0,-3 0-1 16,-3 6 2-16,0-4 2 0,-4-1 1 0,1 1-4 16,-2-3 3-16,2 4 0 0,3-4 3 0,-1 0-1 15,4-1 0-15,-3-1-6 0,6-2 1 16,1 0-2-16,2-3 0 0,0-3-2 15,5 0-4-15,-1-2-3 0,3-2 0 16,1 0-2-16,2-6-2 0,4-2-1 0,-3 1 2 16,-1-2 1-16,-5-1-1 0,5-4-2 15,-3 0 4-15,1 0 3 0,-4 1 0 0,0 3 3 16,0-1 2-16,-4 5 1 0,-2 1 1 16,-8 2-2-16,1 5-2 0,0 2 1 0,-4 3-3 15,-3 8 3-15,0-1-1 0,-7 8-1 16,7-1-1-16,4 4 2 0,3 0-2 15,-1-4 0-15,4 4-1 0,4 3-1 0,5-4 1 16,1 1 2-16,4-3-3 0,-1-4 2 16,7 3-2-16,-3-3-1 0,3 0 0 15,3-5-2-15,-2 1 1 0,-5-2 0 0,4-3-1 16,-4 3 2-16,-2-2-1 0,-1 0 1 16,-2-2 1-16,2 2 3 0,-7 0-2 0,0-2-1 15,-1 5 0-15,-5-1 1 0,-5 1 1 16,2 1-1-16,-3 0-2 0,-1 1 2 15,1-1 2-15,3-3-4 0,-5 2-1 0,8-1 3 16,3-2-6-16,-3-3 3 0,8 0 2 16,-2-3-1-16,7-2 1 0,1-1-4 0,-1-1-4 15,4-3 0-15,-1 1 2 0,5-7 0 16,-5 4 1-16,1-9-1 0,0 4 1 0,-4-5 2 16,3-5 5-16,-5-1 7 0,2 3 4 15,-3-2 7-15,0 2 7 0,-4 2 6 16,1 1 1-16,-4 5-3 0,5 0-3 0,-5 3-6 15,-3 7 5-15,0 2-8 0,0 6 1 16,0-1 0-16,-11 18-1 0,8-5 0 0,0 5-4 16,-4 1-1-16,7 2-4 0,-6-1-15 15,6 0-23-15,0-6-39 0,0 4-39 16,3 0-29-16,3-1-34 0,-2-2-100 16,6 3-332-16,0-1-98 0</inkml:trace>
  <inkml:trace contextRef="#ctx0" brushRef="#br0" timeOffset="124130.98">21853 10015 1602 0,'7'0'-41'0,"-7"-3"5"0,0 3 5 0,3-3 4 0,-3 1 1 0,3 0-7 0,-3-2-20 0,0 4-21 0,-3-4-64 0,3 0-251 0,-3 1 99 16</inkml:trace>
  <inkml:trace contextRef="#ctx0" brushRef="#br0" timeOffset="125205.99">17023 14533 1030 0,'0'0'-6'0,"-3"0"11"0,3 0 21 0,0 0 26 0,0 0 8 0,3-9 7 0,-3 7 4 0,7-5 0 0,2 0 0 0,2-2-3 16,11 1-3-16,5 1 0 0,7 3-7 15,13-10-2-15,13 6-7 0,9-1-4 0,18 0-5 16,7 2-6-16,39-4-1 0,-20 4-7 16,-13 0 0-16,33-4-2 0,-26 5-2 0,-13-1-2 15,-8 3-1-15,-13-2-6 16,-6 4-1-16,-10 2-3 0,-4-7-18 0,-10 7-16 15,-5 0-26-15,-5-7-24 0,-11 4-31 16,2-5-63-16,-7-5-177 0,-7 3-113 16,-4 1 32-16</inkml:trace>
  <inkml:trace contextRef="#ctx0" brushRef="#br0" timeOffset="126053.15">22473 9644 1178 0,'-14'3'-46'0,"8"0"4"0,-4 2 22 0,4-3 5 0,-5 1 16 0,5-1 0 0,-1 1 6 0,4 0-1 0,0-2-3 16,3-1-2-16,3 3 10 0,7 0 0 0,2-3-4 16,9 0 6-16,6 0-1 0,6 0-1 15,3-6-3-15,11 5-5 0,3-5 6 16,7 1 6-16,3-1-8 0,3-1-1 0,0 0 2 15,-9 2-2-15,6-1 3 0,-10-1-9 16,-4 6 2-16,2-7 9 0,-12 5-8 0,-3 1 0 16,-3-2 3-16,0 0 9 0,-6 1-4 15,-1 2 7-15,-6-2 5 0,2 0-5 16,-2 1-3-16,-4 2-7 0,1-3 6 0,-4 3-6 16,-4 0 4-16,1 0-15 0,0 0-17 15,-1 0-12-15,1 0-20 0,-4 0-19 16,-3 0-52-16,0 0-243 0,4 3 120 0</inkml:trace>
  <inkml:trace contextRef="#ctx0" brushRef="#br0" timeOffset="126913.63">20233 11866 995 0,'-7'4'-27'0,"1"-2"7"0,2-2 7 0,4 3 6 0,0-3-1 0,0 0 4 16,20-3-2-16,-3 3 4 0,3-2-5 0,13 2 2 16,4-4 1-16,13 4 3 0,13-1 2 15,11-2-1-15,12 0-4 0,7 2 7 16,8 1-3-16,-5-3 2 0,7-1-5 0,1 4-7 16,-4 0 7-16,0 0-8 0,-10 4-13 15,-14-4-21-15,-8 0-91 0,-13 0-89 0,-4 0 76 16</inkml:trace>
  <inkml:trace contextRef="#ctx0" brushRef="#br0" timeOffset="127291.47">20519 13275 689 0,'-9'0'43'15,"-1"-3"4"-15,2 3 4 0,2-7 1 0,3 0-7 16,-4 1 0-16,4 1-7 0,3-8 1 16,7 4-5-16,-1-1-5 0,11 0-7 0,10 2 1 15,9-5 2-15,7 4-7 0,11-1-2 16,12 0-5-16,7 2 5 0,17 1 0 15,0 0-4-15,7-1-1 0,1 5 2 0,-2-3-1 16,1 2-5-16,-1 0-1 0,-3-2-3 16,1 4-3-16,-17-1 6 0,-7-3-4 15,-1 5 3-15,-12-2-3 0,-6 0-3 0,-8 2 11 16,-1-2-14-16,-4 0 3 0,-8 1-7 16,0-1 0-16,-11 3-12 0,5-7-8 15,-8 4-17-15,-2-1-21 0,-8-4-73 0,1 5-211 16,-4-4 136-16</inkml:trace>
  <inkml:trace contextRef="#ctx0" brushRef="#br0" timeOffset="130897.13">23843 12855 954 0,'0'-3'-11'0,"3"-2"11"0,0 5 13 0,-3-7 5 0,4 1 2 0,0 2 7 0,-4 1 0 16,3 1 6-16,-3 2-2 0,0 0 7 0,0-3 4 16,0 3-5-16,0 0 1 0,0 0-8 15,-14 11 4-15,11-4-2 0,-7 3-6 16,4-1 10-16,-5 4-5 0,1 2-2 15,4 0-3-15,-5 5-4 0,1-2 2 0,1 0 4 16,2 1-7-16,0 4 0 0,4-1-3 16,-4-4 1-16,7 0-3 0,0-1-1 0,-3-2-2 15,6 3-1-15,-3-4 2 0,3-2 4 16,1 1-2-16,-4-1-4 0,6 1 6 16,1-2-2-16,3-4 5 0,-3 0 2 15,3-4 2-15,6-1-4 0,-2-2 2 0,2 0-1 16,-2 0 0-16,2-2 0 0,2-1-2 15,-6-4-5-15,1 1 5 0,4-3-2 0,-7-1-3 16,1 0-1-16,-8-5-5 0,0-3 3 16,-3-2-6-16,-6-2-3 0,-2 0 1 0,-1-6-4 15,-7 3-10-15,-2-3-7 0,-2 6-16 16,1 0-23-16,-2 1-26 0,1 9-22 16,1-1-28-16,-5 1-102 0,7 3-263 0,-2 5-3 15</inkml:trace>
  <inkml:trace contextRef="#ctx0" brushRef="#br0" timeOffset="131912.88">23806 13105 1290 0,'3'3'-47'0,"1"-2"18"0,-4 2 13 0,3 0 10 0,-3-3 9 0,3 1 3 16,-3 5 11-16,4-6-2 0,-4 3 14 0,4-3 3 0,-4 2 8 0,0-2 4 0,0 3-1 15,0-3 2-15,0 0-4 0,0 0-3 16,0 0-4-16,-8-8-3 0,2 1-1 0,-1 0 0 16,1-4 0-16,-8-2-5 0,1 1-1 15,-1-10 5-15,-5-1-5 0,-5-2-4 0,0-2 3 16,-2-1-6-16,-4-7 1 15,1 0-2-15,-1 5 4 0,-5-8-5 0,2 4 5 16,0-4-5-16,-10-2-1 0,3-2 2 16,-4-4-7-16,-2 3 2 0,2 2 0 0,-2-4-1 15,-1-1 2-15,1 2-3 0,-1-5-3 0,4 5 1 16,-1-1 0-16,4 1-5 0,-3-2 2 16,6 6 1-16,3 2-3 0,1 1 0 15,3 2 0-15,0 3 0 0,3-1-1 0,2-2 2 16,-2 6-4-16,3 1 1 0,1-1 0 15,3 3 2-15,-3 1 0 0,2 0-4 16,2-3 0-16,-1 6-1 0,2-3 2 0,-1 5 0 16,2-2-2-16,1 1 3 0,2 4 1 15,-2-2-2-15,2 2-1 0,-2 1-3 0,2-1 4 16,4 0 2-16,-4 5-4 0,1-2 3 16,4 1 0-16,-5 1 0 0,7 1-3 0,-2 1 1 15,-5 3-1-15,7-4-1 0,-2 4 5 16,-2 0-3-16,5-1 0 0,-1 4-3 15,1-5 4-15,-5 5 0 0,5-4-1 0,-1 5-1 16,1 2 0-16,-1-5 0 0,0 6-4 16,4 0 5-16,-4 3-2 0,1 1 1 15,-1 3-1-15,0 4 2 0,4 2 0 0,-4-1 0 16,4 1 0-16,-4 5 1 0,4-2-2 16,-4 0 3-16,0 4 1 0,4-3 1 15,0-3-2-15,-4 3-2 0,4-2 2 0,0-3 0 16,-1 1 0-16,0-1 2 0,1-2 0 15,0 0 3-15,0 0-3 0,0-1 1 16,-1 0 1-16,4-5 0 0,-3 4 2 0,0-4-4 16,3 2 3-16,0-3 0 0,0-3 1 0,-3 0-2 15,3 0 1-15,0-13 0 0,0 5-2 16,0-5-4-16,0 1 5 0,0-2-3 16,0-4-1-16,3 3 2 0,-3-9 2 15,3 10-2-15,-3-3-2 0,3 2 4 0,-3 3-2 16,0-5-1-16,4 9-2 0,-4-5 1 15,3 3 0-15,-3 2 1 0,0-3-3 0,3 4 0 16,-3 3 0-16,3-2 0 0,-3-2 1 16,3 4 2-16,1 0-2 0,3-2 3 0,3 3-2 15,-4 3-2-15,8 0 2 0,2 6-1 16,-2-2 0-16,6 7-11 0,6 6-24 0,1 6-23 16,6 7-21-16,4 4-12 0,4 12-18 15,1-1-29-15,-5 5-108 16,7 0-200-16,-8 1 44 0</inkml:trace>
  <inkml:trace contextRef="#ctx0" brushRef="#br0" timeOffset="132800.75">22862 13972 1154 0,'0'8'-12'0,"4"-8"25"0,-4 4 0 0,7 2 1 0,-4-6-2 0,1 0-3 0,-4 0 4 0,9-6-1 0,-2 2-1 15,0-4-5-15,0-5-3 0,-1 3-1 0,1-5 5 16,3-3-5-16,0 1 4 0,0 1 0 16,0-2-5-16,-3 0 12 0,2 1 4 15,-5 2-1-15,2 5 2 0,1-5 0 16,-3 5 0-16,2 2 9 0,-3 1-10 0,1 1 1 15,-1 12-3-15,-3-6 3 0,7 7-7 16,-4 5-1-16,4 1 9 0,-4 5-4 0,0 0 5 16,4 4-1-16,-4-3 0 0,5 6 6 15,-2-2-3-15,0 2 3 0,1-7-2 0,-4 1-6 16,0 2 7-16,5-4-9 0,-5 1 1 16,0-3-3-16,-3-5 1 0,3 5-3 15,1-5 0-15,-1-3 3 0,0 4-2 0,0-3 5 16,-3 0-2-16,0 1 3 0,-3-2-1 15,-3 0-2-15,-1-5 0 0,1 4 1 0,-5-2 1 16,-2 2 5-16,0-6 2 0,-1 1-1 16,1 5 5-16,0-4-4 0,3 4-1 0,-4-6 0 15,8 0-4-15,-1 4 2 16,1-4-3-16,2 6-6 0,4-6 1 0,7 1 0 16,3-1-4-16,7-1-1 0,2 1-17 0,5 0-28 15,6-6-37-15,0 2-34 0,3 4-40 16,-3-8-110-16,3 1-286 0,-3 1-46 15</inkml:trace>
  <inkml:trace contextRef="#ctx0" brushRef="#br0" timeOffset="133560.4">22772 14055 1445 0,'0'0'-25'0,"5"3"20"0,-5-3 13 0,-5 1 7 0,5 5 8 0,0-6 3 0,-6 0 3 0,3 1 5 0,-4-1 1 0,-2 6 1 15,-5-6 6-15,1 0-5 16,-4 0 2-16,-3-6-1 0,-7 5-1 0,4-5-2 15,-7 2 1-15,0-4 0 0,-7-5-3 0,-3 1-2 16,-3-5 1-16,-3-5 0 0,-5-2-7 16,-2-5 1-16,-1-4-6 0,-2-9-1 15,-1 2-1-15,-12-16-3 0,9 12 0 16,9 3-4-16,1 1-2 0,4 3 3 0,5 6-2 16,5-1-1-16,-1 3 0 0,7 4 0 15,3 0 5-15,5 3-3 0,1 1 2 0,1 0-1 16,4 5-4-16,2-1 0 0,1 0-1 15,-1 1 1-15,1 3-3 0,7-2-1 0,-5 2 1 16,5 4-2-16,-4-4 3 0,4 3-3 16,2 5 0-16,-3-5 0 0,4 3-2 0,-4 2-1 15,1 2-1-15,2-3 2 0,-3 6-1 16,4 6 2-16,-4-3-2 0,4 5 3 16,3-1-5-16,-3 5 1 0,3 1 0 0,-3-1 4 15,3 2-3-15,-4 3 0 0,4-3-2 16,0-2 6-16,-3 4-4 0,3-4 1 15,0 1 0-15,0-1 0 0,0-2 2 0,0 1-4 16,0-3 2-16,0 1 0 0,0-1 5 16,0-1-1-16,-4 0 2 0,4-7 1 0,-3 0 0 15,3 0-3-15,-3-10-3 0,-1-2 0 16,1-1 2-16,0-2-1 0,0-2 0 16,-1-1-2-16,1-3 1 0,0 5 1 0,3-4-3 15,-4-1 0-15,4 3 0 0,0 2 2 16,0-1-1-16,0 0-3 0,0 3 3 15,4-1-2-15,-1 3 0 0,0-4 2 0,1 4-2 16,-1 2 3-16,0-2-4 0,4 2 2 16,-4 3 0-16,0-1 2 0,4 5 0 0,3-4 1 15,-3 4-4-15,-1-1 4 0,1 1-1 16,0 3-1-16,-1 0 0 0,4 3 1 16,-2 4 0-16,1 0 0 0,-2 4 0 0,2 3-1 15,2 1-10-15,-1 0-24 16,4 5-43-16,-5-5-46 0,7 0-49 0,-2-1-133 15,-1 0-291-15,4-3-95 0</inkml:trace>
  <inkml:trace contextRef="#ctx0" brushRef="#br0" timeOffset="134215.82">25836 13055 1592 0,'-36'0'-36'0,"-1"-3"20"0,10 1 19 0,4-1 14 0,6 3 1 0,4-6-1 0,6 5-1 0,7-5 7 0,10-1 3 0,10 2 12 0,14-8 8 15,26 1-2-15,19-1 3 0,55-5-4 16,23 4-7-16,6-4 0 0,17 6-4 16,10-1-2-16,3 1-2 0,4 2-6 0,-1 0 2 15,-3 5-4-15,-9-5 1 0,-14 6 1 16,-20-2 4-16,-37 1 12 0,-26-1 16 16,-13 5 22-16,-25-2 3 0,-5 0-4 0,-11 2-4 15,-13 1-7-15,-3-3-8 0,-11 3-5 16,1-3-5-16,-14 1-9 0,1-1-15 0,-1 1-30 15,-3-2-33-15,-3 3-35 0,-1-2-50 16,1 3-39-16,0-3-56 0,-1 3-158 16,1 3-243-16,-1-3-120 0</inkml:trace>
  <inkml:trace contextRef="#ctx0" brushRef="#br0" timeOffset="199933.99">656 1977 631 0,'-10'-2'45'0,"7"-2"-15"0,0 3-10 0,-1 1 6 0,1-3-6 0,3 3-5 0,-7-3-5 0,4 3 2 0,3 0-1 0,-4-1 3 16,1-2-6-16,3 3 2 0,-6 0 5 15,6 0-6-15,0 0 3 0,0 0-3 16,-7-3-1-16,7 3-5 0,-4 0 1 0,4 0 0 16,-3 3-7-16,3 1 5 0,-3 7-2 15,-1 3-3-15,4 7 1 0,-6 1-1 0,3 3 8 16,-4 3 7-16,3 4-15 0,1-3 5 15,0 2-1-15,-1-3 4 0,1-1-1 16,3 1-1-16,0-6 2 0,-3 0-1 16,3-1 5-16,0-7-5 0,0 4-3 0,0-5 0 15,0 2 0-15,0-4 4 0,0 0 0 16,-3-1-3-16,6 0-2 0,-3 1 6 0,0-4-6 16,0 0 5-16,-3-2 1 0,3 1 1 15,0 1 5-15,0-2-11 0,0-3-4 0,3 0-19 16,-3 1-20-16,0-3-58 0,0 0-187 15,0-11 195-15</inkml:trace>
  <inkml:trace contextRef="#ctx0" brushRef="#br0" timeOffset="200425.73">963 1963 739 0,'0'0'-25'0,"0"-6"10"0,-4 4 4 0,8-1 4 0,-4 3 2 0,0 0 0 0,0 0 8 0,3-6 1 0,-3 5 6 0,0 1-4 0,0-3 3 15,0 3 1-15,0 0 1 0,0 0-1 0,0 0 2 16,0-3 5-16,0 3 6 0,0 0-3 16,0 0-3-16,0 0-3 0,0 0-1 15,-3 11-3-15,3-1 2 0,0 1-1 16,-4 6 4-16,4 0-6 0,0-1 3 0,0 5-4 16,0 0 4-16,0 1-1 0,0-2-8 15,0-4 6-15,4 8-7 0,-4-9 1 0,3 2 4 16,-3 1-1-16,3-6-3 0,-3 1-1 15,4 2-2-15,-4-5 10 0,3-1-4 0,-3 1-7 16,4 1 2-16,-4-4 0 0,0 3 4 16,3-6 2-16,-3 4-9 0,0 1 4 15,0-5 0-15,0 0 7 0,3 2-2 16,-3-4 1-16,0 4-7 0,0-3 3 0,0-2-1 16,0 2 0-16,0 0-2 0,0-2 6 15,0 3-3-15,0-2-12 0,3 0-11 0,-3 1-31 16,0 0-87-16,0 0-152 0,4-3 193 15</inkml:trace>
  <inkml:trace contextRef="#ctx0" brushRef="#br0" timeOffset="200971.1">1543 2100 790 0,'3'-5'-9'0,"-3"2"2"0,3-1 6 0,-3 1 0 0,0 3 0 0,0 0 0 0,0 0 1 0,0 0-1 0,0 10-2 16,0-3-3-16,-3 4 2 0,6-4-4 15,-3 5 7-15,0-2 0 0,0 3-2 16,3 2 0-16,2-3 2 0,-2 2-2 0,-3 0-1 16,3-3 2-16,4 6-1 0,-4-5-1 15,3 2 4-15,2-1-4 0,1-1-1 0,-2-1 1 16,2-1 1-16,2 0-2 0,-1-1 3 15,-1 0 4-15,2-5 4 0,2 4 4 16,-3-4 7-16,4-1 7 0,-5 0 9 0,2-3 11 16,2 0 9-16,-3-3 1 0,0-2 11 15,-3-1-6-15,2-2-3 0,-2-3 2 16,0-2-3-16,0-1-2 0,-1 2-4 0,-3-6-2 16,1 2-5-16,-4 1-3 0,3 1-4 0,-3-4-5 15,0 6-5-15,0-3 4 0,-3-1-14 16,-1 2-8-16,-5-1-21 0,2 1-8 15,-7 3-13-15,-2-3-8 0,-1 6-8 0,-3-3-10 16,4 4-4-16,-2 0-3 0,6 1-13 16,-2 1-61-16,7-1-207 0,1 2 137 15</inkml:trace>
  <inkml:trace contextRef="#ctx0" brushRef="#br0" timeOffset="201637.02">2237 1846 905 0,'-5'6'-49'0,"2"2"7"16,-3 3 7-16,-1 7 3 0,-6 0 1 15,3 5 5-15,0-1-1 0,0 1 6 0,-4 2 3 16,8 0 1-16,-1-4 1 0,4 4 0 16,-1-1 2-16,4-2 6 0,7 0 0 15,-3-1 0-15,2-1-3 0,1 0 6 0,3-6 0 16,0 4 4-16,0-5 0 0,0-1 6 15,0-2 7-15,3-2 6 0,-2-4 1 0,-2 2 11 16,4-3 3-16,-5-2 8 0,1-2-3 16,-2 1 2-16,-1-9-4 0,2 5-2 15,-8-7-2-15,3 1-6 0,0-2-4 0,-3-1 1 16,0-2 1-16,-3 1 0 0,3 2 1 16,-3-5-6-16,-2 6-7 0,2-4 7 15,0 2-10-15,0 1-3 0,3 2 0 0,0 0-1 16,0 2 0-16,0-2-7 0,3 3-1 15,3 2 6-15,8-2-4 0,-1-1-1 16,4 3-7-16,7 0-1 0,-2-2-4 16,5 1 5-16,0-1-5 0,0 2 3 0,0-2-1 15,-4 1 4-15,3 1-4 0,-6-1-1 16,1 2 7-16,-8 1-4 0,4 2 4 0,-1-2-1 16,-5 3 1-16,1 0-1 0,-5 0 2 0,4 3 0 15,-5 4 8-15,-3 0 2 0,0 4-5 16,1-3-2-16,-4 6 8 0,3-3-7 15,0 3 5-15,5 1-4 0,-2-2 0 0,4 1 0 16,4-2-4-16,-5 1 8 0,4-2-2 16,4 1 1-16,-4-2-6 0,4-3 12 15,-1 1-12-15,2-1 1 0,-5-1 6 16,4-5-3-16,-4 2 4 0,4 0 10 0,-4-3-4 16,0-3 12-16,0 0 5 0,1 2-1 15,-4-7 7-15,3 3 0 0,-2-3-9 0,-5-2 12 16,0-1-14-16,4 0-3 0,-7 1 3 15,5-1-2-15,-5-1-2 0,0 2-8 16,0 0 0-16,1 3 2 0,-1-1-10 0,-3 1-1 16,3-1-4-16,-3 2-13 0,0 2-12 15,0 0-7-15,0-2-12 0,0 4-8 0,3-1-2 16,5 1-9-16,-2-2-19 0,1 0-93 16,7 1-82-16,2-1 223 0</inkml:trace>
  <inkml:trace contextRef="#ctx0" brushRef="#br0" timeOffset="-211156.78">26233 7260 252 0,'-3'-3'128'0,"-5"0"-41"0,5-1-7 0,0 1-16 0,0 0 1 0,-1 1-9 0,1-4 6 0,0 5-4 0,0-2 17 16,3 0 6-16,-8 2 2 0,8-2 7 15,-3 0 0-15,3 3-5 0,-3-3-5 0,0 1-3 16,3 2-9-16,-4-2-9 0,4 2-2 16,-3 0-6-16,3 0-7 0,0 0-6 15,-3 4-3-15,3 5 1 0,0-2 5 0,3 5 1 16,-3 2 1-16,3 4-2 0,1 0-2 16,-1 2-3-16,0-1-4 0,0-1 0 0,5 3-6 15,-8-6 1-15,3 2-4 0,0-2 0 16,0-1-2-16,1 3-2 0,-1-3 1 15,-3-2-17-15,3 1-38 0,-3-1-32 16,0 3-42-16,0-2-37 0,0-3-50 0,0-2-121 16,0 2-193-16,0-3-15 0</inkml:trace>
  <inkml:trace contextRef="#ctx0" brushRef="#br0" timeOffset="-210837.32">26673 7235 1391 0,'3'-6'-34'0,"0"2"8"0,0-2 6 0,-3 4 9 16,0 0-3-16,0 2-6 0,0 0 10 15,0 0-1-15,-9 4 2 0,9-1 9 16,0 3-6-16,-7-5-3 0,7 5 2 0,0-5 0 16,0 5 4-16,7 2 2 0,-7-4 1 15,3 2 0-15,3-1 7 0,2 2 2 16,5 0 8-16,-7-1 1 0,5 1 0 0,2-2 5 15,4 2-1-15,-4-1-3 0,4 1-2 16,-1-2-3-16,1 1 0 0,-4 1 0 16,4-2-1-16,-7-1-2 0,3 2 4 0,-3-2-4 15,-3 2-4-15,-1-1 3 0,1-1 1 16,-7 5-2-16,-7-5-3 0,1 4-7 0,-8 2-25 16,4-3-26-16,-3 1-24 0,3-4-44 15,-10 5-129-15,10-5-79 0,-3-1 156 16</inkml:trace>
  <inkml:trace contextRef="#ctx0" brushRef="#br0" timeOffset="-210665.57">26682 7229 889 0,'0'-10'-22'16,"8"2"9"-16,-2 1 3 0,4 0 12 0,10-4 3 15,4 4 6-15,2-3-2 0,11 2 1 16,3 0-3-16,3-1 0 0,1 0 2 15,-1 2-2-15,4-2-12 0,-4 5-22 0,-7-1-21 16,-3-1-59-16,1 6-140 0,-4-1 234 16</inkml:trace>
  <inkml:trace contextRef="#ctx0" brushRef="#br0" timeOffset="-210345.44">26143 7778 717 0,'-24'8'26'0,"8"0"9"15,-1-2 11-15,4 1 22 0,6-4 1 16,-3-2-4-16,7 3-6 0,3-4 12 0,13 0-8 15,1-4 1-15,16 0-5 0,13-3-7 16,17 0-5-16,9-6-3 0,15-2-7 0,3 0-3 16,0 0 2-16,3-1-9 0,0 2-1 15,-4-1-3-15,-6 0-2 0,-10 5-1 16,-10 0-3-16,0-2-26 0,-10 4-24 0,-10 3-26 16,0-3-39-16,-10-3-70 0,-7 7-295 15,1-3 31-15</inkml:trace>
  <inkml:trace contextRef="#ctx0" brushRef="#br0" timeOffset="-210065.33">27526 7510 1281 0,'7'-6'-1'16,"-7"5"-5"-16,0-2 7 0,0 3 8 0,0 0 19 15,3 11 25-15,-6 3 8 0,3 1 10 16,-7 5-4-16,4 2-6 0,0-1-3 15,3 1-2-15,0-3-3 0,0 2-1 0,0-4 0 16,0-2 9-16,0-2 22 0,3-1 20 16,7-2 19-16,-1-6-5 0,12 3 0 0,9-7-8 15,3-7-6-15,7 1-9 0,10-9-6 16,4-3-14-16,-5-4 0 0,11-3-10 0,7-6-10 16,0-2-9-16,30-3-23 0,-21 3-33 15,-10 2-55-15,8 2-60 0,-1 7-73 16,-6-2-83-16,-17 7-210 0,-7 8 45 0,-2 2-99 15,-11 4-47-15</inkml:trace>
  <inkml:trace contextRef="#ctx0" brushRef="#br0" timeOffset="-140429.52">26206 5822 631 0,'-6'-7'25'0,"-2"-1"16"0,-1 4 5 0,2-2-28 0,1 1 4 0,-1-1-4 0,0 2 8 0,0 1-6 0,-2-1-2 0,2 1-4 0,0-2 11 16,-6 5 1-16,-1-2 2 0,4 2 2 15,-3 0-7-15,3 0 0 0,-6 2-5 0,2 1 0 16,-6 2-1-16,0-2 1 0,4 4-4 15,-8 0-1-15,4 1-6 0,1-1 4 16,-5 3 4-16,4-2 3 0,-4 3 0 0,5 0 8 16,-8 3 8-16,7 0 0 0,-4 1 5 15,5-2-8-15,-5 4 5 0,4-1-5 0,0 2-4 16,0 0 3-16,0-4-7 0,4 3 2 16,2 0-4-16,1-1-3 0,0 1 1 15,2-1-3-15,5 0-4 0,-4-4 0 16,4 1 0-16,-2 2-2 0,8 0 1 0,-3-1 1 15,3 1 7-15,0 1-2 0,3-1-4 16,0 0 2-16,2-2-3 0,-2 1-1 16,3 1 0-16,4 3-3 0,-4-7-1 0,5 6-1 15,-1-3 3-15,-4 1-4 0,8 0 0 16,-7-5-1-16,9 2 1 0,-9 1 2 0,6-5 1 16,1 2-3-16,-1 0 4 0,0-3-4 15,4-2 1-15,-1 2 0 0,1-1 2 0,0-1 0 16,-1 2-4-16,5-4 3 0,-8 1 2 15,4-1-3-15,-4 0-1 0,1-2-3 0,2 5 2 16,-2-4-1-16,2 1 2 16,-7 0-2-16,5-3 2 0,-1 3-1 0,1-3 2 15,-1 0 0-15,1 1 5 0,-1-2 1 16,0 1-2-16,1-3 4 0,2 0-1 16,-6 3 0-16,3-5 0 0,4 3 3 0,3-3 4 15,-3-5 6-15,-1 2-3 0,4-2 6 0,1 0 0 16,-5-1 2-16,4 0 4 0,4-3-2 15,-8 3 3-15,4-3 2 0,1-3 0 16,-2 2 2-16,8-3 0 0,-7-1-1 0,3-1 1 16,-3 1-2-16,4-2 3 0,-4-1-4 0,-1 2-1 15,2-3-3-15,-5 0-2 0,-6 1-1 16,0 3-4-16,0-5 0 0,-10 2-4 16,0-3-4-16,0 3-5 0,-13-3-8 0,-4 1-18 15,-10-1-22-15,1 4-39 0,-7 1-32 16,-1 0-42-16,0 5-36 0,-12-3-69 0,10 8-187 15,-8 0-125-15,1 5-66 0</inkml:trace>
  <inkml:trace contextRef="#ctx0" brushRef="#br0" timeOffset="-139513.14">26163 5660 1431 0,'0'0'-79'0,"0"12"16"0,0-5 8 0,0 4 7 0,7-1 12 0,-7 0 2 0,0 2 5 0,0 2 7 0,0 0 5 0,0-4 8 0,3 2 4 0,0-2 5 16,-3 0 6-16,3 1 13 0,1-4-4 16,-1 0 10-16,3 1 16 0,2-4 20 0,-2-1 0 15,7-3 3-15,-2-3 6 0,2-1 1 16,7-4 7-16,-4-5 4 0,8-1 2 16,-1-6-2-16,14-5-3 0,6-16-6 15,31-18-5-15,5-8-3 0,11-7-2 0,14 2-8 16,2-6-4-16,8 6-7 0,16 1-5 15,-10 10 2-15,13 8-8 0,-16 6-6 16,-4 8 0-16,-3 10-5 0,-30 8-10 0,-10 13-25 16,-13 8-51-16,-14 8-48 0,-13 9-54 15,-7 2-117-15,-9 6-348 0,-14 3-128 0</inkml:trace>
  <inkml:trace contextRef="#ctx0" brushRef="#br0" timeOffset="-47548.32">26026 1710 639 0,'3'3'2'15,"4"-2"9"-15,-7 2 0 0,0-3-6 16,4 3 3-16,-4-2 0 0,0-1-4 0,6 4-21 15,-2-4-38-15,-4 0-111 0,0 0 13 16,6-5 52-16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17:46:03.7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10762 995 615 0,'-6'-3'79'0,"-4"-1"-36"0,1 1-8 0,1 0-26 16,2 3 2-16,-4 3-6 0,4 1-3 0,-2 3 7 0,2 4-4 0,2 2 1 16,1 2-6-16,0 2 4 0,0 6-4 15,-1 4 2-15,4 3 1 0,-3 9 7 16,3 3-3-16,-4 9 3 0,1 5 3 0,0-1 4 15,-1 2-6-15,1 3 3 0,0-2-3 16,-4 2 3-16,4-3-1 0,-4-3-2 0,7 2 2 16,-3-3 3-16,3-3-4 0,-4-9-3 15,4 2 8-15,0-5-4 0,0-1 2 0,-3-6-4 16,3-5 0-16,3 3-2 0,-6-4 3 16,6-5-6-16,-3-2 6 0,0-1 3 15,0-1 2-15,0-2-5 0,-3-3 5 0,3 3 11 16,3-3 4-16,-3 0-1 0,0-1 5 15,0 0-5-15,0-2 1 0,0-1-5 0,0-3 4 16,4 4-6-16,-4-2-3 0,0-2 0 16,0 3-3-16,0-3-4 0,3 0 5 0,-3-1-2 15,0 0-5-15,3 1 5 0,-3-1-2 16,0 0 0-16,4-2-4 0,-4-1 4 0,0 4-7 16,0-4 1-16,3 2 2 15,4-4-3-15,-1 2 2 0,1 0-4 0,3-4 2 16,3 4-6-16,5-1 0 0,-6-2 2 15,9 0-2-15,1 2 5 0,5-2-4 0,3 0 3 16,3 0-1-16,5 1-3 0,5 0-3 16,4-2 3-16,2 3-4 0,2 1-1 0,-2-3 4 15,5 0 0-15,3 3 2 0,-1 0-1 16,11-1 2-16,3 2-5 0,4-1 4 0,2 0-4 16,4 0 3-16,10 3 1 0,3-3 0 15,7 0 0-15,-3 0 1 0,3 0-1 16,4 0 1-16,2-3 0 0,-3 3-4 0,37-1 8 15,-20-5-5-15,-17 3-1 0,34-1 3 0,-16 0 1 16,-18 0-3-16,0 0 1 0,0-2-2 16,0 3 3-16,0-1-4 0,-2 0 1 15,2 0 3-15,0 1 3 0,1 2-1 0,36-5-1 16,-24 1 0-16,-13 3 1 0,-2-3-4 16,5 2-1-16,-3-1 2 0,-2-5 1 0,-1 5-3 15,-4-1 1-15,-2-1-1 0,-1 2 4 16,0-4-1-16,-6 2 0 0,0-1 0 15,3 3-3-15,-7-4 0 0,4 1 1 16,-10 4-2-16,-4-1-1 0,4-2-1 0,-1 1 2 16,1 3-2-16,3-2 2 0,0 3 4 0,10-2-3 15,3-1-3-15,4 4-1 0,-1-3 2 16,1 0 5-16,3 1-3 0,4-1-1 16,-1 1-2-16,4-2 2 0,36 3-4 0,0-5 4 15,-3 2-1-15,0-4 0 0,-4 1 0 16,2 1-1-16,-2-1 0 0,1 0-2 0,-21 2 3 15,-12 2-1-15,2 0 2 0,1 3 1 16,0 0-2-16,33 3 0 0,-20 0 3 16,23-3 1-16,-3 7-2 0,-4-2 0 0,2 2-1 15,-5 0-3-15,-16-1 7 0,-18 2-4 16,1-4 2-16,1 2-1 0,2-1-3 0,0 0 5 16,1 0-3-16,-4-1 1 0,-1 2-1 15,1-1-1-15,-2 0-1 0,1-3-2 0,-2 4 2 16,-1-2 2-16,1 0-1 15,-1 5 4-15,-2-4-4 0,-4-1-3 0,0 2-1 16,-3-1 3-16,-10-1 0 0,9 2 0 0,-9-3 3 16,-1 1-4-16,-2-1 0 0,-4-2-3 15,-4 5 5-15,1-4 0 0,-14 1-2 0,1 0 3 16,0 0-2-16,-5-2 0 0,1-1 0 16,-3 3-2-16,3 0 2 0,0-2-2 0,3 3 1 15,-3-2 0-15,1 3 1 0,-5-2-2 16,4 1 2-16,0-1-1 0,0 1 1 15,-4 0 0-15,-5-2 2 0,2 0 1 0,-7 1-3 16,-6 0 0-16,3 0 0 0,-6-2-3 16,0 2 4-16,-3 0 4 0,-5-3-3 0,1 0-3 15,1 1-1-15,-5-1 3 0,1 4-2 16,-4-4 3-16,1 2 1 0,-1-2 0 16,1 0 0-16,-5 2-3 0,1-2 4 0,1 0 1 15,-5 0 7-15,4 0 12 0,-1-2 3 16,-1 0 6-16,-2-3 2 0,-3 2 4 0,4-4-3 15,-4-3-4-15,5-1-1 0,-5-3-4 16,0-1-3-16,-3-3-2 0,3-7-3 16,1 3-1-16,-4-6-4 0,3-1-1 0,-3-4-1 15,0-5-3-15,0 1 1 0,3-4 1 16,-6 2-4-16,3-4-2 0,0 0-2 0,-3-1-1 16,3 4 0-16,-4-2 2 0,1-1-2 15,3 3-2-15,-3 2 2 0,3 3-2 0,-3-2-2 16,-2 5 2-16,5 1-2 0,-3-1 2 15,0 3 0-15,3 3-2 0,-3-2-2 0,-1 0 4 16,1 2-1-16,3 1 1 0,-3 0-1 16,0 1 1-16,0 2-3 0,-2 1 1 15,2 0-1-15,3 1 3 0,-3 4-1 0,0-2-4 16,-1 4 3-16,1 2 0 0,3-1 2 16,-3 1-1-16,0-1 1 0,0 2-2 15,-2 4 0-15,5-2 0 0,-3 0 1 0,3 1 3 16,0 2-4-16,0-1-2 0,-3-1 4 15,3 4 0-15,0-2 0 0,0 1 0 0,-3-1 0 16,-1 5 0-16,4-5-2 0,0 5 0 16,-3-2 2-16,3-2-1 0,-3 2-1 0,0 1-2 15,-8-2 1-15,1 4 0 0,-2-1 3 16,-9 1-1-16,-2 0-1 0,-7-3 1 16,0 6-3-16,-7-3 3 0,1 0 1 0,-4 0 0 15,-4 1 1-15,-5-1-4 0,-2 0 2 16,-2 4 3-16,-1-4-3 0,-2 0 1 15,-11 0 0-15,-6 2 2 0,0-4-1 0,-8 2-3 16,2 0 3-16,-15 0-3 0,-6 0 4 0,3-4-6 16,1 4 3-16,-7-1 3 0,2 1-4 15,-2 0 1-15,-3 0-2 0,5 0 3 16,1 0-3-16,1-3 4 0,-1 3-3 0,2-3 4 16,2 3-1-16,-1-1-1 0,4-2 0 15,-3 3 1-15,-1-5-2 16,0 2-1-16,1 1-1 0,3-2 4 0,-5 3-3 0,5-2 3 15,3 0-1-15,-4 2 0 0,15-2-1 16,-5 3 0-16,4-3-3 0,4 1 4 0,0 2-1 16,2 0-1-16,1-3 2 0,2 3-3 15,4 0 1-15,-2 0 3 0,9 0-2 0,0 0-2 16,-4 3 4-16,4-3-1 0,-3 2 0 16,3-2-2-16,-6 3 2 0,2-3 0 15,-2 3-3-15,-5-2 1 0,1 2 2 0,4 1-1 16,-4 0 0-16,-1-4 1 0,2 5 0 15,-1-3 0-15,7 1-3 0,-1 0 2 0,-2 1-1 16,-2-1 1-16,5-2-4 0,-3 3 4 16,2 1 0-16,-5-3-1 0,2 4 2 15,-3-2-2-15,3-1 0 0,-3 4-1 0,0-2 2 16,1 1 1-16,-5-2 1 0,1 0-1 16,3 2 0-16,-4 2-2 0,4-4 5 0,-4 2-4 15,1-5 2-15,0 5 1 0,-1-3 0 16,2 2-4-16,-1-2 2 0,-5 1 0 15,5-1-1-15,-4-2 0 0,4-1-4 0,-7 4 3 16,4-2-1-16,-1 1 1 0,-3-1 2 16,0 1-2-16,-4-3 0 0,-6 0-5 0,7 0 4 15,3 3-3-15,-10-2 3 0,14-1-2 16,-5 3-2-16,5-3 2 16,2 3 0-16,-2-3 1 0,5 1-4 0,-2-1 1 0,4 4 2 15,-5-2-3-15,4-2 2 0,-3 3-1 16,-1-1 0-16,1 1 2 0,-3 0-2 0,2-2-1 15,1 5 1-15,-4-5 0 0,1 3-4 16,2-2-2-16,-2 1-1 0,3 2-1 16,-1-2-1-16,1-2-1 0,-1 2 1 0,4 0-2 15,0-2 3-15,4 3 1 0,-1-4 1 16,10 2 0-16,1 1-3 0,2-3 5 16,0 0 2-16,5 2-2 0,5-2 5 0,-5 3-4 15,2-3 0-15,4 3 1 0,3-3-4 0,-4 0 4 16,1 0-5-16,2 0 0 0,-5 1 3 15,-1-1-1-15,1 3 3 0,-4-3-2 16,-4 0 4-16,5 0-4 0,-5 3 4 0,0-2-4 16,-1-1 2-16,-13 4-3 0,12-4 4 15,-7 5-1-15,6-5 6 0,0 2 2 0,1 1-3 16,2-3-2-16,5 3-3 0,-2-2 2 16,4 2 2-16,1-3-2 0,3 3 2 15,2-2-1-15,8-1 2 0,-4 4 4 0,4-4-3 16,3 2-1-16,3-2 6 0,1 3-5 15,2-6 3-15,1 3-2 0,3 0 0 0,0 0 1 16,0 0-2-16,3 0 1 0,1-2 6 16,-1 2-6-16,1 0 2 0,-4-4-2 15,2 4 3-15,-1 0-4 0,-1 4 0 0,-1-4-1 16,2 0-1-16,-5 2 9 0,-6-2-11 16,0 3 2-16,0-1 2 0,-3 1 3 0,0 0-2 15,-4-2 2-15,1 2 0 0,-5 0 0 16,2-2 1-16,-4-1 4 0,-1 4-5 15,4-8-4-15,3 8 0 0,0-8 2 0,4 4-3 16,3 0-15-16,4-1-14 0,2-5-13 16,7 5-20-16,4-5-33 0,7-1-186 0,3-1-121 15,3 1 83-15</inkml:trace>
  <inkml:trace contextRef="#ctx0" brushRef="#br0" timeOffset="2019.92">10473 1757 1021 0,'0'0'-48'0,"0"0"15"0,0 0 7 0,17 0 4 0,-7 0 3 0,-1 0 6 0,5 0-2 0,-1 0 0 0,11 0 5 0,-1 0 4 0,3 0 4 0,8 3 2 15,3-3 0-15,-1 0-1 0,10 0 3 0,1 3 1 16,1-3-5-16,1 1 9 0,8 2 6 15,-4 0-12-15,4-2 1 0,2-1 6 16,1 0-1-16,8 0-2 0,-2 4-6 0,1-4 8 16,-10 2 0-16,3-2 1 0,0 0 6 15,-3 0-1-15,2 0-1 0,-2 0 5 16,9 0-6-16,2 0 5 0,-8-2-5 0,-8 2-2 16,5 0-3-16,0-4-2 0,0 4 0 15,-1-1 8-15,-3 1-5 0,-3-3-3 0,4 3 3 16,-1 0 7-16,-6-3-6 0,3 2-4 15,-7-2 4-15,4 0 0 0,-10 3-5 0,-1-2 6 16,1-1-1-16,-4 3-1 0,-3-2-7 16,0-2 8-16,0 4-5 0,-3-1 4 0,-4 1-1 15,-3-3-8-15,0 3 7 0,0-3-2 16,0 2 7-16,-3 1-8 0,-1-3-3 16,4 3 8-16,-2 0-8 0,1-3 7 0,1 3-12 15,1-2 7-15,-2-1 6 0,1 3-6 16,1-2 2-16,1 2 3 0,-1-4-6 15,2 3 5-15,0 1-5 0,0-3 7 16,4 0-5-16,0 2 2 0,0-2 2 0,3 0-2 16,0-2 0-16,3 3-3 0,0-2-2 0,0 0 2 15,4 1 11-15,7-1-6 0,-1-1-5 16,0 0-2-16,1 0 3 0,-1 2 2 16,4-1 8-16,-4-4-8 0,4 3 9 0,-7 1-9 15,-1 0 1-15,2 1 7 0,-5 2-2 16,-2-2-7-16,-1 0-3 0,3-2 7 0,-2 3-3 15,-1 2 0-15,3-4 7 0,2 3 0 16,-5-2-1-16,4 0-4 0,6 2 1 0,0-2-5 16,0 0 4-16,1 1 1 0,2-3-2 15,2 1 2-15,-2 3-1 0,1-2 7 16,-1 3-1-16,4-3-5 0,-3 3-2 16,0 0 0-16,-1 0 0 0,1 0 6 0,-1 0-7 15,1 0 1-15,-1 3-4 0,2 0 4 16,-2-3-7-16,1 1 8 0,-1 3-1 0,1-2 2 15,4 1-7-15,-2-1 10 0,-2 1-7 16,6-3-1-16,-3 3 0 0,0-2 5 0,0 2-1 16,0 0 0-16,1-3 1 0,-5 1-2 15,4 3 5-15,0-2-6 0,0-2 0 0,-4 3 3 16,4-3-3-16,1 0 5 0,-5 0-11 16,1 0 11-16,-1 0-3 0,5 0 3 15,-2 2-4-15,1-4 1 0,4 2 3 0,0-3-1 16,-5 3-3-16,5-2 2 0,-1 2-5 15,0-4 3-15,0 4-1 0,4 0-1 0,-3 0 1 16,3 0-2-16,-2 0 1 0,2 0 1 16,0 0-4-16,0-1 3 0,0 2-6 0,3-1 5 15,0 0 0-15,3-1-2 0,-3 1 1 16,0 0 3-16,0 0 5 0,-4 0-8 0,-2 0 1 16,6-3-1-16,-7 3-2 0,1 0 6 15,-5-3-1-15,2 3-5 0,-5-1 3 16,1 1-3-16,-4-3 4 0,-3 3-3 0,-3-3 0 15,3 3-2-15,-4 0 5 0,1-2-3 16,0 2 0-16,-3 0 2 0,2 0-4 0,-3-3 5 16,0 3-7-16,1 0 7 0,-4-2-1 15,0-2-3-15,0 4-1 0,0-1-4 0,-3 1 10 16,-4 0 0-16,3-3 2 0,-2 0-1 16,-1 3-4-16,-2-1 1 0,4-2 4 0,-1 0-1 15,3 1-2-15,-4-3 1 16,4 1 0-16,0 3-1 0,-1-5 1 0,4 5-2 15,0-2 1-15,0 0-1 0,0 1 2 16,3-1-2-16,1 1-4 0,3 2 6 0,-4 0-4 16,3 0 2-16,1 0-2 0,3 0 5 15,0-4-4-15,7 4-1 0,3 0 1 0,4 0 7 16,-2 4-7-16,5-4 4 0,0 2-5 16,9-2-1-16,1 0 2 0,-4 3 0 0,8-3 4 15,-5 0-5-15,4 0 4 0,0 0-1 16,-3 0 1-16,-7 0-4 0,-1 0 1 15,-2 0 1-15,0-3-2 0,3 6 2 16,-3-6-2-16,3 3-2 0,0 0 8 0,6 0-7 16,-5 0 0-16,5 0 3 0,1 0-1 0,-4 0 3 15,4 3-2-15,-11-1 1 0,4-2-4 16,-6 0 3-16,-4 0 1 0,0 3-7 0,-3-3 6 16,-8 0-3-16,1 3 1 0,1-3 1 15,-5 0-2-15,1 0 2 0,-1 0 1 16,8-3-3-16,-4 6-3 0,0-3 4 0,7 0-1 15,-4 1 1-15,4 2 3 0,-1-3-3 16,4 0-1-16,-4 3 2 0,2-3 4 16,-2 0-5-16,-2 1-1 0,-5 3 0 15,-2-4 3-15,10-4-1 0,-11 4-2 0,4 0 3 16,4-4-2-16,-4 4-2 0,7-4 2 0,-1 1 1 16,1 0-1-16,-1 1 1 0,5-1 0 15,-2 1-2-15,-2-2-1 0,-1 3 2 16,-5-2 3-16,2 3-1 0,0-3-1 0,-2 2-2 15,-5 1 2-15,-3-3 0 0,1 3 1 16,-1-3-5-16,0 3 4 0,0-5 0 16,1 5-1-16,0-2 1 0,-1 2-9 0,0-4-51 15,1 3-31-15,-4-5-45 0,0 5-227 16,0-7-30-16,-8-1 97 0</inkml:trace>
  <inkml:trace contextRef="#ctx0" brushRef="#br0" timeOffset="3058.07">11493 1213 1012 0,'-4'-3'-44'0,"1"0"10"0,3 3 4 16,0 0 1-16,-6-2 13 0,3-1-7 0,-1 3 1 0,4 0 7 0,0 0-1 0,0 0 3 15,-7 0 4-15,7 0-2 0,-3 5-2 16,3 1 7-16,-4 1 5 0,4 0 3 16,-3 4-3-16,3-3 5 0,0 9-1 0,-3-5 3 15,3 5-3-15,-3 5 6 0,3 2-4 16,-4-2-3-16,4 6 7 0,-3-3-5 0,-1 0 4 15,4 1 1-15,-3 2 1 0,-4 5 4 16,1 2-2-16,-1-3 2 0,4 3 4 16,-7 1 0-16,3-4-4 0,1 3-2 0,-1-1 4 15,0-2-4-15,0 4 5 0,4-1-5 16,-7-2 7-16,7-1-4 0,-4 0 1 0,0 0 0 16,1-1-1-16,3-3-2 0,-4-1-1 15,4-2-7-15,-5 0 10 0,5 0-5 0,-3-2-5 16,3-1 5-16,-4-3-3 0,4-1 3 15,-1 0-1-15,-3-4-4 0,7 0 3 0,-3-3 0 16,0 3-1-16,0-3-5 0,-1 0 3 16,4-1 4-16,0-2-7 0,0 2-3 15,-3-6 4-15,0 3 2 0,3-1 3 0,0-1-3 16,-3 1 0-16,3-2-8 0,0 0-15 16,0 0-13-16,0-2-7 0,3 3-19 15,-3-5-48-15,0 0-107 0,10-3-42 0,-1 3 226 16</inkml:trace>
  <inkml:trace contextRef="#ctx0" brushRef="#br0" timeOffset="3669.97">12280 1171 708 0,'3'-7'-6'0,"-3"3"7"0,3-1 2 0,-3 0 1 0,3 0 1 0,1 2-1 0,-4-1-2 0,3-2 6 0,-3 4 2 16,0-1-3-16,0 1 1 0,3-2 3 16,-3 4-5-16,0 0 0 0,0 0 4 0,0 0-7 15,0 9 6-15,0-1-4 0,0 0-1 16,0 3 5-16,0 2-5 0,0 2 5 16,3 0 0-16,-3 2 2 0,0 4-1 15,5 1 2-15,-2 3 4 0,0 0 9 0,0 4-5 16,0 2 1-16,1 1-5 0,-4 4 5 15,0-4 1-15,3 5 2 0,-3-2 2 0,0 3 0 16,0-1-1-16,0-2-3 0,0 1-2 16,0 1 2-16,0-2 2 0,3 0 3 0,-3-5-13 15,0 2 9-15,0-1-4 0,0-5 3 16,3 2-3-16,-3-3-2 0,0 0-4 0,5-3 0 16,-5 2-1-16,0-5 7 0,0-1-9 15,0-1 2-15,0-2 0 0,0-1-3 16,0 0 1-16,0 1 0 0,0-2 1 0,0 1 0 15,0-2-2-15,0-1-5 0,-5 2 3 16,5-5-3-16,0 6 1 0,-3-4 2 0,3-1-1 16,0 0-2-16,0-2 3 0,0 0-7 15,0 1 6-15,0-4-3 0,-3 2-4 0,3-5-7 16,0 3-28-16,0-4-25 0,3-8-21 16,0 1-132-16,2-3-176 0,-2-1 99 15</inkml:trace>
  <inkml:trace contextRef="#ctx0" brushRef="#br0" timeOffset="4362.1">13176 1107 1008 0,'0'-2'-48'0,"0"-1"7"0,4 1 10 0,-4 2 2 0,0-4 13 0,0 4 8 0,0 0-3 0,3-1 6 0,-3 1 3 0,0 0 4 15,0 0 0-15,3 5 4 0,-3-3 5 16,0 3-2-16,3 2 7 0,-3 0 4 15,3 4-5-15,1 2 8 0,-4-1 3 0,4 2 6 16,-4 4 5-16,3 3 3 0,0 1-5 0,1 3-3 16,-1 0 8-16,-3 6-7 0,3-5-5 15,-3 10 7-15,0-6-7 0,0-3 4 0,3 8-4 16,-3-6 1-16,-3 7-4 0,3-1 3 16,0 0 5-16,-3 1-4 0,3-3-4 15,0 3 2-15,-3-5-2 0,3-5 1 16,0 5-4-16,0-5 0 0,0 3-1 0,-4-4-4 15,4 0 3-15,0 0-2 0,0-4-1 16,0 3 0-16,0-5 0 0,4-1-5 0,-4 0 2 16,-4-1 0-16,4-2-3 0,4-1-1 15,-8 0-1-15,8-3 1 0,-4 3-4 0,0-3 2 16,0 3 2-16,0-4-1 0,0 0-4 16,3-1 1-16,-3 2-2 0,0-1-1 0,0-3 1 15,0 3-4-15,3-2 5 0,-3-4-3 16,-3 3 0-16,6 1 1 0,-3 1 0 15,3-5-2-15,-3 4-19 0,0-4-22 16,0 2-20-16,0-2-21 0,3 2-17 0,-3-5-65 16,0 5-333-16,8-4 0 0</inkml:trace>
  <inkml:trace contextRef="#ctx0" brushRef="#br0" timeOffset="5052.64">14160 1067 1267 0,'0'-4'-62'0,"-4"-2"11"0,4 4 8 0,0-3 4 0,0 1 9 0,0 3 10 0,-3-2 2 16,3 3 3-16,0-4 8 0,0 4-2 0,0-3 4 16,0 3-1-16,0-3 5 0,0 3-2 15,0 0-5-15,0 0 2 0,0 0 3 0,3 7 4 16,-3 0 3-16,4 2-6 0,-1 0 3 16,0 4 9-16,0-1-10 0,1 4 7 15,-1-1 1-15,4 0 0 0,-3 5 5 0,2 0-3 16,-3 1 10-16,0 0 4 0,1 4 5 15,-1 3 0-15,0-2 4 0,-3 5 3 16,3 5 5-16,-3-4-10 0,0 3 1 0,5-1 2 16,-5-3-1-16,0 1 0 0,0 1-3 15,0-4-4-15,3 2 0 0,-3-1-3 16,0-3 1-16,0-2-6 0,3 3 5 0,-3-3-4 16,0 0 1-16,3 0-7 0,-3 0 2 15,0-3-1-15,0 1 1 0,3-3-1 0,-3 2-2 16,0-4 1-16,0-1-2 0,4 1 0 15,-4-3 0-15,0 0-2 0,0-1-3 16,3-1 0-16,-3 2 3 0,0-2 0 16,0-1-4-16,0 1 4 0,3-1-2 0,-3-2-1 15,0 1-1-15,0-3 0 0,0 3-3 0,0-4 1 16,0 0 2-16,0 2 1 0,0-4-5 16,0-1-16-16,0 3-39 0,3-1-37 0,-3-6-89 15,0 0-319-15,0 0-5 0</inkml:trace>
  <inkml:trace contextRef="#ctx0" brushRef="#br0" timeOffset="6145.61">14893 1092 1245 0,'7'-3'-69'0,"2"2"14"0,-2-2 8 0,0 0 8 0,0 3 5 0,-1-2 3 0,1 2 5 0,-4-3 5 0,4 1 1 0,-3 2 7 16,2-4 1-16,0 3-2 0,1-2 6 15,-1 0 0-15,2 3-3 0,-5-1 4 0,3-2-3 16,4 0 6-16,-7 3 0 0,5-2 2 16,-2-1-5-16,1 1 0 0,-4 2 3 15,3 0 7-15,-1 0-3 0,-5 0-7 0,9 0 2 16,-2 0 5-16,-1 0-2 0,2 0 2 15,-2 0-6-15,-3 2 5 0,4-2-7 16,-4 0 7-16,-3 0 0 0,6 0 1 0,-1 0-3 16,-2 3-1-16,0-3 2 0,-3 0 6 15,0 0 0-15,7 0 1 0,-4 0-1 0,-3 0-2 16,0 0 12-16,3 2-3 0,-3 4 2 16,0-5-1-16,3 5 14 0,-3 4-6 0,0-1 8 15,0 2-1-15,0 3 7 0,3 2-7 16,-3 0 2-16,0 2 0 0,0 6 5 15,4-2 2-15,-4 6-2 0,0-2-2 0,4 2 3 16,-4 1 3-16,0 7-1 0,0-1-6 16,0-6 6-16,-4 7-6 0,4-5-2 0,0-2 1 15,0 6 2-15,0-5-3 0,-4-2 0 16,4 1-6-16,0-1 2 0,0 1 0 0,0 0-1 16,0 1-1-16,0-3-2 0,-3 1-2 15,6-3 1-15,-6 3-4 0,3-3 1 16,0-3 0-16,0 3 2 0,3-5-3 15,-6 0-2-15,6-6-2 0,-3 4-1 0,0-4 1 16,4 0 1-16,-4 1-3 0,0-5-1 16,0 1-4-16,0 0 4 0,0-4 2 0,0 4-1 15,4-4 2-15,-4 0-2 0,0-1 1 0,0 1-4 16,-4-2 5-16,8 2 1 0,-4-1-1 16,0-5-3-16,0 5 2 0,0-3-3 0,-4 2 0 15,4-2 1-15,4-2-1 16,-4 2 0-16,0 0-4 0,0-2-1 0,0 3 2 15,0-2 2-15,0-2-3 0,3 3 2 0,-3-1-1 16,0-2 0-16,0 3-7 0,0-3 4 16,-3 3-2-16,3-3-12 0,0 0-41 0,0 0-25 15,10-11-30-15,-1 1-38 0,-2 3-223 16,7-8-84-16,-2-3 40 0</inkml:trace>
  <inkml:trace contextRef="#ctx0" brushRef="#br0" timeOffset="9198.06">16493 1020 1170 0,'0'0'-54'0,"0"0"13"0,0 0 16 0,0 0 14 0,0 0 4 0,0 0 8 0,0 0 5 0,0 0 11 0,0 0 1 0,0 0 0 0,0 0 0 0,0 0-6 16,0 0 6-16,0 0-9 0,0 0 5 15,-7 7-7-15,7 1 2 0,0-1 6 16,0 3-2-16,0 1 5 0,0 1-4 15,0 1 5-15,0 1-4 0,0 1-1 0,0 3 11 16,0 2 0-16,-3 0 2 0,3 1-6 16,0 3 3-16,-4-2 1 0,4 6-2 0,0-3 4 15,-3 1-6-15,0 8 7 0,0-7-3 16,3 5-3-16,-4 0 3 0,-3 2-3 0,4-1 2 16,0-1-1-16,-1-7-4 0,1 1 0 15,0-1 1-15,0 4-1 0,-1-4-4 16,1-4 1-16,-4 3 1 0,4-5-4 15,3 2 2-15,-4-4-2 16,4 1-2-16,-3-3 0 0,0 0 2 0,3-2-3 0,-3 1 1 0,3-2-5 16,-4 1 1-16,1-2 0 0,3-3-3 15,-4 3 3-15,4-1-2 0,0 0 2 16,-3 1-5-16,3-4 5 0,0 3-4 0,0-2 2 16,-3-1-1-16,3 0-3 0,-4 1 3 15,1-1 0-15,3 1-1 0,0-3 1 0,0 3-2 16,-3-4-1-16,3 4 4 0,-3-1-4 15,3 0 1-15,0 0 0 0,-4 2 0 16,4-1-2-16,0-1-1 0,-3 3 4 0,3-5 0 16,0 2 1-16,-3 1-4 0,3-3 0 15,0 0 2-15,0-1-2 0,0 2 2 0,0-1-1 16,0-3-1-16,-4 3 0 16,4-2 2-16,0 0-1 0,0 1-27 0,-3-1-18 0,3-2-24 15,0 3-15-15,0-4-15 0,0 0-37 16,0 0-185-16,7-5-100 0,-4-1 70 15</inkml:trace>
  <inkml:trace contextRef="#ctx0" brushRef="#br0" timeOffset="9892.91">17292 950 1097 0,'0'0'-40'0,"0"0"10"0,-6-5 12 0,6 5 6 0,0-3 11 0,0 3 6 0,0 0 2 0,0 0 1 16,0 0 8-16,0 0-7 0,0 0-2 15,0 0-1-15,0 0 1 0,-3 8 4 0,3-1-5 16,0 0 3-16,-4 0 1 0,4 4 3 15,-3-1 1-15,3 3-2 0,0-1 6 0,0 3-5 16,-3-1 6-16,3 3-4 0,0 0 7 16,-3-1 4-16,3 8-6 0,0-5 4 15,0 5 1-15,-3 1-3 0,3-3 7 0,0 6-6 16,-4-2-3-16,4-1 4 16,-4 3-2-16,1 0 2 0,3-2-1 0,0 3-5 0,-3-4-1 15,3 2-3-15,0-2 4 0,-4 3-5 16,4-3-2-16,0 0 2 0,0 2-1 0,-3-4 1 15,3-1 0-15,-3 3-4 16,3-6 2-16,-3 5 1 0,3-2 0 0,0-1-3 16,-4 1-4-16,4-5-1 0,0 2 4 0,-3-1-2 15,3 0-2-15,0 0 0 0,0-1 1 16,0-2-1-16,0-2-1 0,-4 2 2 16,4-4-2-16,0 0 2 0,0-1-3 0,0-2 2 15,0 2-1-15,0-3 0 0,0 1 0 16,0-1 0-16,0 0 0 0,-3 0 0 15,6-1 0-15,-3-1-1 0,0 2-5 0,0-1 7 16,0 1-3-16,0-2 0 0,0 2-1 16,0 0-1-16,0-1-24 0,-3-1-26 0,6 2-13 15,-3-4-21-15,4 0-32 0,-4-3-161 16,0 0-119-16,7-6 91 0</inkml:trace>
  <inkml:trace contextRef="#ctx0" brushRef="#br0" timeOffset="10640.42">18416 1070 1043 0,'0'-6'-38'0,"3"2"11"0,-6-1 14 0,3 0 9 0,0 1-4 0,0 0 9 0,-3 0-2 0,0-2 4 0,3 4 3 15,-4-3 8-15,1 1 2 0,-1 3 4 0,1-2-2 16,3 0-1-16,-3 2-1 0,3-2-7 16,0 3 5-16,-7 0-2 0,7 0 3 0,-6 7-4 15,2-3-2-15,-3 5 5 0,4-1-1 16,0 0-2-16,-1 6 5 0,1-3 2 15,3 6-9-15,-3-3 3 0,3 1 7 16,-3 3-1-16,3-1-1 0,0 6-3 0,0-2 6 16,0 3 2-16,-4 1-1 0,4 0 8 0,-3 1-4 31,3 3 5-31,-4-4-4 0,1 2-5 0,3-2 0 0,-3 3-2 0,-1-1 4 16,1-2 0-16,3 3-4 0,-3-3 0 0,3 0-3 15,-3 0 0-15,3 0-4 0,-4-3-4 16,4 3 5-16,-3-2-4 0,3-1 5 15,0 1-3-15,-3 2 1 0,3-4-4 0,0 0 1 16,0 1-2-16,-4-1 1 0,4-4 2 16,0 1-1-16,0-3-2 0,0 0-1 15,0-1 2-15,0-1-1 0,-3 2-3 0,3-5 1 16,0 1 0-16,0-3 1 0,3 3-4 16,-3-1 0-16,0-2-3 0,-3 2 3 15,6-3 0-15,-3 1-2 0,0 2 5 16,0-3-3-16,0 1 0 0,4 2 0 0,-4-3-3 15,0 1 2-15,0-1-1 0,3 0 1 16,-3-1 3-16,0-1-1 0,0 0-2 0,3 0-5 16,-3-1-5-16,0-1-35 0,4 1-14 15,-1 0-24-15,3-4-33 0,1-5-129 0,3-1-196 16,0-1 51-16</inkml:trace>
  <inkml:trace contextRef="#ctx0" brushRef="#br0" timeOffset="15740.12">19063 1020 398 0,'6'0'60'0,"-6"-3"-18"0,0 3-12 0,4-3 6 0,-1 3-14 0,-3 0-2 0,4-1-7 0,-4 1 3 0,0 0-3 0,0 0-5 15,0 0 6-15,3 4 0 0,-3-1-5 0,0 2 6 16,0 2 1-16,0 3-5 0,0 0 4 16,-3 2 3-16,3 4 3 0,-4 0-4 15,1 8 0-15,-4 1 6 0,4 1-1 16,-7 5-2-16,3 6-5 0,0 1-1 0,-2 2 3 15,2 6-3-15,-7-4 2 0,5 5-8 16,-1-4 2-16,2-6 3 0,-1 8 4 0,-1-5-8 16,4-2-2-16,-5-4 2 0,5 2 0 15,-1-1-3-15,1 0 5 0,-2 0-10 0,2-2 5 16,6-4 5-16,-4-1-5 0,1-2-3 16,0-1-1-16,3-1 3 0,-3-2 1 0,3-4 1 15,0 2 4-15,0-5-6 0,0 0-1 16,0 0 0-16,0-1 1 0,0-1 0 0,0-2-10 15,0 1 6-15,0-5-13 0,0 3-11 16,0 0-10-16,0-2-5 0,3-4-30 16,-3-1-91-16,0 0-117 0,0-3 207 15</inkml:trace>
  <inkml:trace contextRef="#ctx0" brushRef="#br0" timeOffset="16738.38">19999 852 761 0,'0'5'-18'0,"-3"1"4"0,0-2 4 0,3 4 3 0,-4-1 0 0,1 3 8 0,3 0 4 0,-3 2 3 0,3 1-4 15,-3-1 5-15,3 1 0 0,-3 5 7 0,-1-3-7 16,0 2-1-16,1 6 2 15,0-2 3-15,-1 3 0 0,1-2 4 0,0 3-5 0,0 0-1 16,-1 0 5-16,4 0 3 0,-3 0-5 16,3 3-2-16,-4-2-2 0,4-1-3 15,-3 0 7-15,6 0-4 0,-6 4 1 16,3-2 0-16,0-2 2 0,3 3-9 0,-3-3 2 16,0 0-2-16,0 0 9 0,0 2-3 15,0-2-2-15,0 0-7 0,4-2 13 0,-4-1-6 16,0 1-2-16,0-2-6 0,3 0 11 15,-3 0-1-15,0-4-7 0,0-1-4 16,0 1 0-16,0 0 8 0,0-5-3 0,4 3 1 16,-4-1 0-16,3 3-2 0,-3-5 2 15,0 1-5-15,0-1 1 0,0 1 5 16,3-1 0-16,-3 1-6 0,0-5 0 0,0 3 2 16,3 2 3-16,-3-3-4 0,0-2 1 15,4 0-6-15,-4 1 9 0,0-1-2 0,0-1-8 16,0 0 7-16,3-2 1 0,-3 2 1 15,0-1-8-15,0-1 7 0,0 0-8 16,0-3-13-16,0 4-16 0,3-5-23 0,-3 2-74 16,4-3-174-16,-4 0 177 0</inkml:trace>
  <inkml:trace contextRef="#ctx0" brushRef="#br0" timeOffset="17900.61">21156 867 811 0,'0'0'-33'16,"0"-3"9"-16,0 3 4 0,0 0 2 0,0 0 4 0,-6 0 2 0,6 0 3 0,0 6 2 0,0-1 1 0,-3 0 0 0,3 0 9 16,-4 2 4-16,4 3-5 0,-4 2 7 15,1 4 0-15,-4 0 5 0,1 5-6 16,3 0 6-16,-4-2 1 0,0 4 1 0,4-1-2 15,-4 1 0-15,1 2-2 0,-1 0 2 16,0-4 4-16,4 8-1 0,-4-4-5 16,1 2 3-16,2-2 3 0,1 0-4 0,-1 3 0 15,-2-1 1-15,2 1-5 0,1 1-2 16,0-1 5-16,-4 0-1 0,7-2-5 16,-3 3 2-16,0-4 1 0,-1 0-7 15,4 0 8-15,0 0-7 0,-3-4 3 0,3 4-1 16,0-1 1-16,-4-2 0 0,4 0 4 0,-3-1-5 15,3-1-3-15,-3 0 1 16,0-3 3-16,3 4 0 0,0-4-7 0,0-1 9 16,-4 2-6-16,4 0-5 0,0-4 5 0,0 4 1 15,-3 0-1-15,3 0 1 0,0-4-2 16,0 4-2-16,0 0-2 0,0-4 6 16,0 2-2-16,0-1 0 0,0 0-2 0,0-4 3 15,0 3-5-15,0-3 3 0,0 3 6 0,0-3-7 16,0 0-1-16,3-1-6 0,-6 0 9 15,3 1 5-15,3-3-7 0,-6 3 2 16,6-4 2-16,-3 0-6 0,0 2 4 16,0-1-2-16,4-1 5 0,-4-2-3 0,0-1-2 15,0 2 3-15,0-3-15 0,3-2-19 16,0 2-22-16,-3-3-98 0,10-4-155 0,0-5 177 16</inkml:trace>
  <inkml:trace contextRef="#ctx0" brushRef="#br0" timeOffset="19059.63">22013 975 814 0,'3'0'-28'0,"-3"0"3"0,0 0 2 0,0 0 7 0,0 0 0 0,0 0 5 0,0 0-1 0,0 0 3 0,0 0 2 15,0 0 8-15,4 7-1 0,-4-4 1 16,0 0 6-16,0 1 3 0,0 4 1 0,0-1 0 16,0 0 2-16,0 4-8 0,0-1 3 15,0 1 4-15,0 6-3 0,-4-3 3 16,4 1 6-16,0 0-7 0,0-1 6 0,0 4-1 15,-3 0 2-15,3 0-4 0,0-1 2 16,-3 4 5-16,3 1-3 0,0-5-6 0,-3 2 4 16,-2 5-3-16,2-2 0 0,3 3 4 15,-3 0 1-15,0 0-4 0,-1 0 1 0,1 0-1 16,0 3-6-16,0-3 10 0,0 0-9 16,3 1-2-16,0-1-1 0,-5 0 6 15,5-1 4-15,-3 1-3 0,0-3-1 0,3-1-9 16,-3 1 4-16,3-2-3 0,-4 0-2 15,1 1 0-15,3-3 5 0,-3 3-9 0,3 1 9 16,-3-2-7-16,0-1 2 16,3-1 5-16,0 0 1 0,0 0-3 0,-5-1-6 15,5 1 2-15,0-1 1 0,0 1-2 16,0-3 3-16,0-4 6 0,-3 6-4 0,6-5 0 16,-3 1-8-16,0-5 8 0,0 6-5 15,-3-3 4-15,3 0-6 0,0 2 5 16,0-1-3-16,0-2 0 0,0 3 3 15,0-1 6-15,0-2-10 0,-3 2 4 0,6-1-2 16,-3 2 0-16,0-5 1 0,0 6-4 16,0-4 12-16,3 2-11 0,-3-2-1 0,0 0 1 15,5 1 1-15,-5-3 5 0,3 0 0 0,-3 2-3 16,0-3-1-16,0 1-4 0,3 1 6 16,-3-2-4-16,3 0-4 0,-3-2-18 0,3 1-25 15,1-2-28-15,2-4-153 0,-3 0-72 16,5-3 181-16</inkml:trace>
  <inkml:trace contextRef="#ctx0" brushRef="#br0" timeOffset="20135.56">22656 989 785 0,'0'-4'-29'0,"0"1"10"0,0 1 5 0,0 2 5 16,0 0 2-16,0-5 6 0,4 1-5 0,-4 4-1 0,0-1 6 0,0 1-8 0,0 0 10 0,0 0-5 0,0 0 4 0,0 0-1 16,0-6 3-16,0 6-4 0,3 0 4 15,-3 0-2-15,0 0-3 0,0 0 2 16,0 0 1-16,0 0 4 0,0 0-3 16,0 0-1-16,0 0-1 0,0 0 1 0,6 7 7 15,-2-3-2-15,-1 1-1 0,0 3 2 16,1-1-1-16,0 0 6 0,-1 4 7 0,3-3-2 15,-3 1 5-15,1 3-2 0,-1-2-4 16,0 2 9-16,0 1 0 0,5-1-6 16,-5 4-6-16,0-4 5 0,0 3 3 0,1-1-6 15,-4 3 1-15,3 0 6 0,-3-2-7 16,0 3-2-16,0-1 9 0,0-1-8 16,0 8-1-16,0-2 0 0,0 0 2 0,0 2 2 15,0 1-5-15,0 0-2 0,-3 0 0 0,3 0 2 16,0 0-6-16,-4 0 6 0,1 1-3 15,3-1-5-15,0 0 4 0,-3 0-2 16,0-1 2-16,3 1 9 0,-3 0-12 16,-2 0 2-16,2-3 3 0,0 3-8 0,3-3 10 15,-3 1-3-15,-1 2 0 0,1-3 3 16,-3 1 0-16,3-2-4 0,-1 3-2 0,0-5 3 16,1 5-3-16,0-5-1 15,-1 4 2-15,1-3-3 0,0 1 4 0,3 0-3 0,-3 0-5 16,3-4 7-16,-4-1-1 15,4 2 6-15,0 0-2 0,0-4-4 16,-3 3 5-16,3-3-4 0,0 1-4 0,0 0-3 16,-4-2 6-16,4 2 1 0,0-4-1 0,0 3-5 15,0-3-2-15,-3 3 3 0,3-4 4 16,0 2-3-16,0-2 2 0,3 0 3 0,-3 1-3 16,-3-3 2-16,6 0-1 0,-3 2-3 15,0-3 5-15,0 1-3 0,0 1 1 16,0-5-3-16,4 4 0 0,-4-4 3 0,-4 2 2 15,8-2-9-15,-4 2 6 0,0-5 1 16,-4 5-1-16,8-4 2 0,-4 4-4 16,0-6-4-16,0 3-30 0,3-3-33 0,1-6-53 15,-1-1-187-15,3-1-14 0,1-2 164 16</inkml:trace>
  <inkml:trace contextRef="#ctx0" brushRef="#br0" timeOffset="27628.9">11159 1389 675 0,'8'-1'6'0,"-5"-2"4"0,3 0 2 0,-3 1 2 0,1-1-2 0,-1 1-2 0,0-2 1 0,-3 3 0 16,3-2-1-16,-3-1 2 0,0-2-4 0,0 4 3 16,0-3 4-16,0 1 2 0,0 3-5 15,0 1 5-15,0-7-2 0,0 7-4 0,0-3 0 16,0 0 4-16,0 3-1 0,5-2-11 16,-5-1 4-16,0 1 2 0,0 2-3 15,0 0 0-15,0-4-1 0,0 4 0 0,0 0-6 16,-5 9-2-16,5-4 10 0,0 2-4 15,-3 3 3-15,3 2-2 0,0 4-2 0,-3-1 3 16,3 0-4-16,-3 5-1 0,-1 2 9 16,4-3-6-16,-3 2 1 0,3 1-6 0,-3 2 3 15,0-5 5-15,3 4 2 0,-3-3-1 16,3 0 3-16,-5-2-1 0,2-1-5 0,0-2 1 16,3 0 2-16,-3 0 2 0,-1-2 7 15,1 1-1-15,3-3-13 0,-3 1 3 16,3-2-5-16,0-3 4 0,-3 3 4 0,3-5-5 15,-3 2 11-15,3 0-9 0,0-3-1 16,-5 1-3-16,5-5-5 0,0 0-3 0,0 0-14 16,0 0-11-16,5-10-13 0,-5 0-77 15,6 2-191-15,-3-2 170 0</inkml:trace>
  <inkml:trace contextRef="#ctx0" brushRef="#br0" timeOffset="28069.96">11962 1321 861 0,'5'0'-22'0,"-2"-1"13"0,-3 1 4 0,3-3-1 0,-3 3-1 0,3 0 4 0,-3 0 4 0,4 3 5 0,-4 2-1 0,0 2 12 16,0 3-1-16,0 0 3 0,-4 2 0 15,1 4-5-15,3 0 8 0,-6 2 2 0,6 3 0 16,-8-1-6-16,8 0-2 0,-3 1 11 15,0 0-6-15,-1 1 10 0,1-1-8 0,0-1-4 16,0-4 3-16,3 1-3 0,0 0-2 16,-3-2-3-16,3 0-3 0,0-4 2 15,-5 0 5-15,5 2-5 0,0-3 1 0,0-1-2 16,0-2 0-16,0 2 1 0,0-4-2 16,0 2 1-16,0-4 1 0,0-2-26 0,0-1-12 15,0 0-19-15,0 0-5 0,8-8-24 16,-8 2-129-16,6-1-118 0,-3-1 165 15</inkml:trace>
  <inkml:trace contextRef="#ctx0" brushRef="#br0" timeOffset="28588.28">12786 1292 766 0,'0'0'-54'0,"-13"4"39"0,7 2 4 0,-2-1 2 0,2 1-3 0,-1-2 8 0,-2 6-6 0,1-2 9 15,-2 2-1-15,1 2 7 0,-2 1-2 16,1 2 6-16,4 0-5 0,-5-2 3 0,5 1 3 16,-4 1 2-16,4 0 3 0,3-2-8 15,-5-1 0-15,5-2 3 0,0 5-2 0,3-5-1 16,-4 0-2-16,4 1 2 15,0-3 0-15,0 1-1 0,4-1-2 0,-1-4 7 0,0 0 0 16,1 2-4-16,3-3 2 0,-1-3-3 16,1 0-4-16,2-3 13 0,2 1 0 0,-1-3-7 15,-4-2 3-15,5 1 4 0,-5-5 3 16,1 4-8-16,-1-2 10 0,2-4-3 16,-5 3-5-16,3-2-4 0,-6-3-1 15,0 2 2-15,0 1 0 0,0-1-7 0,-3 1 1 16,3-1-6-16,-3 1-15 0,0-1-12 15,3 1-15-15,-8-4-129 0,8 4-77 0,0 2 230 16</inkml:trace>
  <inkml:trace contextRef="#ctx0" brushRef="#br0" timeOffset="29059.56">13663 1227 666 0,'3'-2'-1'0,"1"2"2"0,-4 0-4 0,0 0 6 0,0 0-6 0,0 0 8 16,-10 7-2-16,3-1-3 0,-3-2 6 0,-3 4-5 15,-1 5 4-15,-2-5 8 0,-1 3-3 16,4 2 4-16,-4-1-3 0,4 2 6 16,-1 0 7-16,1 1 3 0,2-1-7 0,2 2 0 15,-1-1-5-15,4-3 6 0,-2 1-8 0,5-1 1 16,-4 1 1-16,4-1-5 0,3-2 4 16,-3 0-2-16,0 1 3 0,3-3-7 15,0 1 3-15,3-1 7 0,0-1-2 16,0 0-5-16,4-2-1 0,4 1 2 15,-2-5 2-15,4 2 2 0,4-3 1 0,-4-3-2 16,4 2-5-16,-1-5 11 0,2 1 0 0,-2-1 1 16,-2 2 1-16,-2-3 5 0,-1-1-9 15,-1-2-5-15,-4 0-12 0,-6-2 3 16,-3-1-10-16,3-2-21 0,-6 3-14 0,-4-8-32 16,-4 5-197-16,4-3-27 0,-4 1 187 15</inkml:trace>
  <inkml:trace contextRef="#ctx0" brushRef="#br0" timeOffset="29742.52">14990 1267 784 0,'0'-3'-9'0,"-3"-1"6"0,-2-1 1 0,5 2-3 0,-3-3 3 0,0 5 2 0,0-5-2 0,-1 5 5 0,-2-2-4 0,0 0 1 0,-2 3-2 0,-2-2 0 16,1 2 1-16,-5 2-1 0,1 1 2 16,-1 1-2-16,1 2-1 0,0 1 2 15,-1 1 2-15,1-1 5 0,0 1 3 0,0-1-4 16,6 3 2-16,-4-2-3 0,5 2-1 15,0 0 1-15,2 0 1 0,-2-1-2 0,2 2 2 16,4-4-5-16,0 3 2 0,0-2 4 16,4 2-3-16,-1-6 3 0,0 3-3 15,4 2 3-15,-1-4-6 0,1-1 3 0,0 2-1 16,0-5 4-16,-4 3 0 0,7-2 1 16,-3-2-8-16,-1 0 8 0,1 0-1 0,3-6-3 15,-4 5 0-15,1-5 0 16,3 2-1-16,-3-1 1 0,-1-4-1 0,1 2 6 0,3 0 0 15,-7-4-10-15,4 4 1 0,0 0-8 16,0-4-5-16,-1 4-11 0,-3-2-43 16,4-1-125-16,0 0-6 0,0 0 68 0</inkml:trace>
  <inkml:trace contextRef="#ctx0" brushRef="#br0" timeOffset="30125.02">16152 1230 530 0,'8'0'15'0,"-2"-3"6"0,-3 3-5 0,1 0 3 0,-4 0-3 0,0 5 1 0,-7-2 1 0,1 1-4 0,-5 2-2 15,1 1-2-15,-2 1-2 0,-2 2 6 0,4-3-3 0,-4 4 2 16,4-3 0-16,1 3 1 16,-2-1 0-16,5-2-5 0,-1 2 2 0,4 1-5 15,0 0 4-15,-1-4 2 0,4 4-5 0,4 2 4 16,-1-5-7-16,0 1 1 0,4-4 8 16,3-1-4-16,0 2-2 0,0-5-2 15,4 3 2-15,-5-2-4 16,4 1-1-16,4-3 3 0,-4-3-6 0,4 1 10 0,-1-3-2 15,-2-1-1-15,-1 2-4 0,1-6-1 16,-1 2-3-16,-7-2-9 0,5-1-13 0,-4 3-5 16,-1-9-42-16,-3 6-81 0,5-3-65 15,-5 0 74-15</inkml:trace>
  <inkml:trace contextRef="#ctx0" brushRef="#br0" timeOffset="30464.6">17136 1177 628 0,'-7'8'6'0,"-2"-1"4"15,-1 3-4-15,-4 1 4 0,4 1 0 0,-4 1 3 16,5-5 1-16,-4 6 3 0,2-3-3 15,5 0 0-15,-1-1 1 0,4 0-6 0,-3 1 2 16,6-4-2-16,0 3-2 0,0-2-3 16,0-1 3-16,3-2-2 0,0 2 6 0,0-1-2 15,4-5 3-15,-4 2-6 0,3 0-2 16,2-3 8-16,-2 0-8 0,1-3-1 16,-1 0 0-16,1-1 0 0,0-1 3 0,3 0-2 15,-7-3 2-15,3 1-1 0,-2-3-6 16,0-1-4-16,-1 2-12 0,0-1-5 0,1 0-21 15,-4 0-70-15,6-1-124 0,-6 2 80 16</inkml:trace>
  <inkml:trace contextRef="#ctx0" brushRef="#br0" timeOffset="30775.77">17706 1210 658 0,'-6'7'-1'0,"-2"1"3"0,2 2 2 15,-1-3 5-15,4 3 0 0,-3-2-5 0,3 2 6 16,-1 2-1-16,4-2-2 0,0 0-1 16,0-2 0-16,4 2 1 0,-1-3 3 0,3 1-5 15,-3-1 2-15,7-3 0 0,-2 2-3 16,-2-1 1-16,4 1 5 0,-1-5-7 0,2 2 5 15,-1-3-3-15,-4-3 6 0,5 3 0 16,-2 0 5-16,-2-4 2 0,-1 1-2 16,2-2 5-16,-5-2-5 0,0 1-5 0,1-1-11 15,-4 0-9-15,-4-4-6 0,-2 2-34 16,-5-1-156-16,-2 0-12 0,4-4 74 0</inkml:trace>
  <inkml:trace contextRef="#ctx0" brushRef="#br0" timeOffset="31377.34">18759 1289 604 0,'0'0'3'0,"0"0"0"0,0 0 6 0,-3-4-5 0,3 4 7 0,0-3-2 0,0 3-2 16,0 0 3-16,0 0-3 0,-6 0 3 0,-1 3 0 0,3 0-3 0,-2-2 0 16,2 2-1-16,-2 0 1 0,3-2 2 15,-1 3-6-15,-2-2 0 0,2 1-5 0,4-1 7 16,-3-2 4-16,-1 3-4 0,4-3 1 16,-3 3-1-16,3-2 1 0,0-1 1 0,0 0 0 15,0 0-1-15,0 0-6 0,0 0 2 16,0-7 4-16,3 5-3 0,-3 2 3 0,0-3-3 15,0 3-2-15,0-6 7 16,0 5-6-16,0 1 2 0,0-3-3 0,0 3-2 16,0-3 3-16,0 3 0 0,0 0-1 0,-6 6-3 15,6-6 6-15,0 5 3 0,0-5-10 16,0 2 4-16,0-2-3 0,0 8 1 0,0-5 4 16,3-2-3-16,0 5 1 0,4-6-5 15,0 1 5-15,0 3 3 0,-1-2-1 16,4-2 5-16,-3 3-10 0,6-3 8 0,-3 0 1 15,0 2-7-15,-3-2 7 0,3 0-7 16,-7 0 2-16,8 0-4 0,-8-2 0 16,0-1-10-16,0-3-12 0,0 2-34 0,-3 0-114 15,-3-4-30-15,0-2 69 0</inkml:trace>
  <inkml:trace contextRef="#ctx0" brushRef="#br0" timeOffset="31727.72">19860 1196 588 0,'6'4'2'0,"-3"-2"3"0,-3 1 6 0,-3 2 2 0,-3-1 3 0,-4 2-5 0,-1-1 3 0,2 0-6 0,-5 0 5 0,4-1 0 16,0 2 1-16,4-5 4 0,-2 5-7 16,2-3-2-16,3-1 2 0,0 4-3 15,-1-5 1-15,8 2 3 0,-4 0-4 0,0-2 2 16,6-1-4-16,-3 0 1 0,-3 0 4 16,11-1-2-16,-8-2 0 0,0 0-3 15,1 2 3-15,-4-5 0 0,3 1-2 0,-3-1-3 16,0 2-3-16,-3 0-2 0,-1-2 3 15,1 1-4-15,0 3-12 0,-1-3-17 16,-3 2-44-16,4 3-113 0,0-3-7 0,3 3 66 16</inkml:trace>
  <inkml:trace contextRef="#ctx0" brushRef="#br0" timeOffset="31999.48">20573 1270 575 0,'3'0'9'0,"0"-3"6"16,-3 3 4-16,7 0 1 0,-7 0-1 0,0-3 5 15,0 3 5-15,0 0-7 0,0 0 0 16,4-1 0-16,-4 1-1 0,0 0 2 15,0 0-9-15,0 0 3 0,6 0 0 0,-6-3-2 16,0 3 4-16,0 0-14 16,0 0 0-16,0 0-12 0,0 0-15 0,0 0-68 15,0 0-180-15,-10-3 211 0</inkml:trace>
  <inkml:trace contextRef="#ctx0" brushRef="#br0" timeOffset="32431.31">21526 1292 770 0,'-3'3'-1'0,"0"-3"3"15,0 1 11-15,-1-1 9 0,0 4-3 0,4-4 9 16,0 0 4-16,-6 0 8 15,6 0 8-15,-4 0-9 0,4 0 4 0,-3 2-4 0,3-2 1 16,0 3-11-16,0-3 6 0,0 0-1 16,0 0-12-16,0 0-1 0,-3 2 0 15,3-2-8-15,0 0-7 0,0 0 2 0,0 0-3 16,0 0-7-16,0 0-10 0,-7 0-8 16,7 0-16-16,0 0-21 0,0 0-54 15,4-7-156-15,-8 3-13 0,4 0 201 0</inkml:trace>
  <inkml:trace contextRef="#ctx0" brushRef="#br0" timeOffset="32801.15">22323 1277 788 0,'0'3'-2'0,"0"-3"11"0,0 2 9 16,0-2 14-16,0 3-5 0,0-3 9 0,0 3 8 15,0-3-1-15,0 0 3 0,0 0 3 16,0 0-3-16,0 0 5 0,-3 1 1 16,3-1-4-16,0 0-5 0,0 0-9 0,0 0 1 15,0 3-5-15,0-3-2 0,0 0-7 16,0 0-9-16,0 0-18 0,6 0-27 0,-6 0-26 16,0 0-16-16,0 0-39 0,10-3-164 15,-4 2-37-15,2 1 169 0</inkml:trace>
  <inkml:trace contextRef="#ctx0" brushRef="#br0" timeOffset="33147.8">23223 1280 819 0,'0'0'-5'16,"-3"5"12"-16,3-5 7 0,-4 0 10 15,4 3 9-15,0-3 7 0,0 0 2 0,-3 1 12 16,3-1-4-16,0 0 4 0,-3 3 1 15,3-3 0-15,-3 3 1 0,3-3-2 16,-5 0-7-16,5 0-3 0,0 0-6 0,-3 1-6 16,3-1-11-16,0 0-17 0,0 0-22 15,-3 0-24-15,3 0-21 0,0 0-36 0,0 0-163 16,0 0-97-16,11-7 128 0</inkml:trace>
  <inkml:trace contextRef="#ctx0" brushRef="#br0" timeOffset="34946.62">11016 1963 1092 0,'-10'4'-35'0,"3"0"6"0,-2 2 0 0,2-1 7 0,-3 2 1 0,3 0 6 0,-3 4-1 16,4 2 5-16,-2-1 0 0,2 1 0 0,-4 2 0 15,0 0 2-15,3-1 2 0,-2 2-1 16,5-1 7-16,-2-3-3 0,-2 1 2 0,2-1-2 16,6-2 1-16,-6 0 1 0,6 1 3 15,-4-4 2-15,4 0 1 0,0 1-7 0,0-4 1 16,0 2 7-16,4-1-1 0,5-5 2 15,-2 0-5-15,7 0 2 0,-2-4 2 0,2 3-5 16,-1-2 9-16,1-1-11 0,-1-2 6 16,-3 1 4-16,0-2 0 0,0 0 3 15,-3-4-2-15,-4 1 6 0,0-2-4 0,1-1-2 16,-8-2 0-16,1 1-1 0,0 1-1 16,-4-2-10-16,4 1-3 0,-7 0-7 0,3 3-14 15,0 3-29-15,1-3-103 0,-4 4-83 16,7 0 238-16</inkml:trace>
  <inkml:trace contextRef="#ctx0" brushRef="#br0" timeOffset="35319.08">11843 2075 704 0,'7'5'8'0,"-4"-3"7"16,0 4-2-16,-3 1 2 0,0 0 1 15,-3 4-1-15,-4-3 12 0,4 3-6 0,-4 2-2 16,4-3-4-16,3-1-3 0,0 4 4 16,-4-2-9-16,8 1 7 0,-4 1-5 0,3-6 2 15,0 2 1-15,4 1-2 0,-3-3-7 16,5 1 3-16,-2 1 7 0,4-2 0 15,-2-2-10-15,1-3 4 0,4 0-6 0,-5 1 8 16,1 0-1-16,4-3-2 0,-4-3 2 16,-1 0-1-16,2 1-1 0,-1-5-2 15,-1 0 5-15,2-4 3 0,-4-2-5 0,-1-1-1 16,-3-1 0-16,0-3 5 0,-3 3-3 0,0-2-13 16,-3-4-3-16,-3 3-15 0,-4 2 3 15,4 0 0-15,-8 2-18 0,1 2-12 16,-4-1-72-16,1 1-159 0,2 4 200 0</inkml:trace>
  <inkml:trace contextRef="#ctx0" brushRef="#br0" timeOffset="35749.37">12943 1938 809 0,'0'4'3'0,"0"6"5"0,0-2 3 0,-4 2-6 0,1 0-1 0,-3-1 3 0,-1 4 0 0,0 2 4 15,0-2 4-15,4-1-4 0,-3 1-3 0,-1-4-2 16,4 4 2-16,-1-2 4 0,4-3-7 15,-3 3-3-15,-1-1 3 0,4-2 6 0,-3-1-7 16,3 0 0-16,0 0 4 0,0-1-2 16,3 2 0-16,1-4-1 0,-4-1-1 15,7 1-2-15,-1-4 3 0,1 4 2 0,-1-4-5 16,1-4-2-16,0 3 4 0,3-2 3 16,-4 0-1-16,4-4 2 0,-3 2 2 0,0-5 7 15,3 0 2-15,-4-1-10 0,-2 0 0 16,-1-4-1-16,-3 2 2 0,-3-2-2 15,3 3-6-15,-4-1-1 0,1-2-2 0,0 2-6 16,-4 1-8-16,4 2-15 0,0 3-5 16,-4-3-26-16,0 2-108 0,0 1-104 0,7-1 209 15</inkml:trace>
  <inkml:trace contextRef="#ctx0" brushRef="#br0" timeOffset="36135.06">13753 1855 694 0,'3'0'-7'0,"1"-3"-1"16,-1 3 3-16,-3 0 3 0,0 5 5 0,-7-2 4 15,0 4 3-15,-3-3 1 0,1 7 9 16,-5 2-1-16,1-3 6 0,0 2 5 0,2 3 0 15,2-5 2-15,-1 3-8 0,3-1-2 16,0 1-1-16,4-4-1 0,0 4-3 16,-1-2-1-16,4 1-2 0,-3-2 1 0,3-3-2 15,3 3-2-15,1 1 0 0,-1-4 7 16,0 0-11-16,0 1 8 0,1-1 1 0,3-3-8 16,-4 0 6-16,7-2-9 0,-4 1 7 15,5-6-3-15,-1 1 4 0,3-3 1 16,0-1-6-16,0-1 5 0,-3 0-1 0,4-1 2 15,-4-4-5-15,0 2-2 0,-3-5-3 16,-1-1-4-16,-3 4-7 0,1-2-11 0,-4-4-10 16,0 5-4-16,0-2-6 0,-4 0-39 15,1 1-163-15,3-3-33 0,-3 6 209 0</inkml:trace>
  <inkml:trace contextRef="#ctx0" brushRef="#br0" timeOffset="36561.43">14803 1739 780 0,'3'-1'8'0,"4"-2"3"0,-7 0 5 0,3 3 2 0,-3 0 12 0,3-2-6 0,1 2 3 0,-4 0-1 0,0 0 0 16,0 0 0-16,7-3-4 0,-4 6-1 0,-3-3-5 16,0 5 1-16,0-2 4 0,0 4 6 15,0-2 0-15,0 5-1 0,0 0-1 0,0 2 3 16,-3 1 2-16,3-1 2 0,-4 2 2 15,4 3 2-15,-3-3 0 0,-1 1-4 0,1 3-1 16,0-3 0-16,0-1-8 0,3 2 5 16,-4-4-6-16,4 1 0 0,-3-1 2 15,0 1-7-15,3-4 2 0,0 2-4 16,-4-4 5-16,4 0-4 0,0 0 0 0,-4-1-2 16,4 2 1-16,0-4-17 0,0 2-23 0,0-5-28 15,0 5-33-15,0-6-120 0,0 0-258 16,8-10 29-16</inkml:trace>
  <inkml:trace contextRef="#ctx0" brushRef="#br0" timeOffset="37248.01">15812 1714 1212 0,'-9'7'-58'0,"-1"-1"5"0,4 2 8 0,-2-1 4 0,2 1 3 0,-1-3 5 0,4 4 8 0,0-2-1 15,3 2 3-15,0-1 7 0,0 0 2 0,0 1 2 0,3-1 1 16,0-4 0-16,4 4 5 0,-1-3 5 0,2 0 1 16,1-2-3-16,1 1-1 0,1-4 2 15,-2 3-2-15,1-3 0 0,-4 0 7 0,5-3 0 16,-4 0 1-16,-4-1 3 0,3-4-3 15,-3 1-1-15,-3 0-4 0,0-4 0 16,0 5-2-16,0-2-4 0,-3 2 3 0,0-1-9 16,-3 2-18-16,-1-2-63 0,1 1-128 15,-5 4 75-15</inkml:trace>
  <inkml:trace contextRef="#ctx0" brushRef="#br0" timeOffset="37608.25">16876 1796 650 0,'3'6'5'0,"1"2"2"0,-4-4 5 0,0 3-6 15,0 2 1-15,0-1-2 0,-4 0 4 16,4 1 3-16,0 0-4 0,0 2 3 15,0-1-7-15,0 0 1 0,4 2 1 0,-1-5-2 16,0 6 2-16,1-5-2 0,3 2 4 16,-1 0-3-16,1-2 0 0,-1-1 3 0,5-2-4 15,-5 2 4-15,1-4-4 0,2 1 0 16,2-1 5-16,-1 0-4 0,-1-6 1 0,2 3 1 16,-1-4 1-16,-1-2 4 0,-1 1 2 15,2-2-3-15,-4-3-1 0,-3 0-2 16,0-1 5-16,-3 2-12 0,0-4-1 0,-3 3-4 15,0-1-4-15,-3 3-8 0,-4-5-27 16,-7 1-113-16,4 1-77 0,-4-2 79 0</inkml:trace>
  <inkml:trace contextRef="#ctx0" brushRef="#br0" timeOffset="38047.33">17746 1777 628 0,'0'0'2'0,"6"0"5"0,-6 3 3 0,-3 2-2 0,0-1 1 0,-4 3-1 0,-2 2 1 0,-2 0 2 0,-2 4 1 0,-1-1-6 0,1 1 7 0,1-1 3 0,1-1-1 16,4 2-1-16,-2-1-5 0,5 1-3 15,-3-1 5-15,4-2 1 0,-4 0-8 0,7 0 2 16,-3-2-1-16,3-1 2 0,3 0 0 15,1 1-1-15,2-1 1 0,5-4-5 0,-2 2 1 16,1-5 2-16,4 2-2 16,-1-2 4-16,1-2-3 0,-1-3 3 0,-4 2-1 0,5-1-4 15,-4-7 3-15,1 4-4 16,-2-3-1-16,-2-4-7 0,-1 6-4 0,2-5-7 16,-8 1-4-16,0-1-8 0,-5-2-61 0,-1 0-152 15,-1 2 236-15</inkml:trace>
  <inkml:trace contextRef="#ctx0" brushRef="#br0" timeOffset="38462.78">18606 1702 707 0,'-6'5'0'0,"-4"1"0"15,2 1 1-15,-1-2 3 0,2 2 3 0,-2 3 0 16,-2-2-3-16,1 2-2 0,4 0 5 15,-2-3-3-15,2 4-4 0,-1-3 1 0,4 3-1 16,0-1 3-16,3 0 2 0,0 1 0 16,3-4 0-16,0 3-1 0,4-5 0 0,-1 2-1 15,8 1-1-15,-4-3-1 0,4-3 1 16,-1 1 2-16,1 0-7 0,-1-2 2 16,-4-1-1-16,5 0 3 0,-4-1 2 0,3-2 2 15,-3 0 2-15,-3-2 3 0,-1-2-7 16,1 0-2-16,-3-1-4 0,-1-1-10 15,-3 1-23-15,0-3-97 0,0 1-79 0,-3 0 72 16</inkml:trace>
  <inkml:trace contextRef="#ctx0" brushRef="#br0" timeOffset="38815.76">19559 1745 614 0,'-13'7'9'0,"-7"4"3"0,0-4 2 0,-3 3 0 16,0-1 4-16,-1 2 2 0,0-1-1 16,5 0 0-16,2 0 4 0,1 2-7 15,-1-2 3-15,1 1 5 0,5-4-11 16,4 3 5-16,1-2-9 0,0-1 5 0,1 3 3 15,2-5-4-15,3 2-1 0,3-3 0 16,2 2 5-16,-2-3 1 0,3-1-3 0,1 1-5 16,-1-3-4-16,2-3 9 0,-2 3-4 15,4-5-4-15,-7 3 6 0,3-3-3 0,2-2-2 16,-5-1 7-16,4-2-9 0,-4 0-7 16,3-4-14-16,-6 6-10 0,3-3-9 15,-3 1-8-15,0 0-55 0,0-2-133 0,0-1 13 16,0 6 74-16</inkml:trace>
  <inkml:trace contextRef="#ctx0" brushRef="#br0" timeOffset="39174.61">20049 1714 630 0,'7'0'6'0,"-1"-1"4"0,-1 1 5 16,1 0 8-16,-6 1 6 0,3 2-7 0,-3 0 7 16,-3 2 6-16,0 2-2 0,0 0 5 15,-2 0-11-15,2 2-1 0,0 0-4 0,3 2 1 16,-3-1 4-16,3-3-11 0,0 3 6 16,0 1-7-16,3-3 5 0,0 1-7 15,5 0-2-15,-2-2 4 0,0 2-3 16,4-1-2-16,1-1 3 0,-1-6-6 0,2 5 8 15,2-3-6-15,-1-1 1 0,-2-2-1 0,2 0-3 16,0 0 6-16,1 0-1 0,-5-5 4 16,2 3-5-16,-1-6-4 0,-1 1 7 15,-2-1 0-15,0 1-3 0,-4 0-3 0,-3-4-12 16,4 4-4-16,-8-3-2 0,-2 2-17 16,-1 1-6-16,0 0-23 0,-6-1-57 15,2-1-122-15,-1 2-37 0,2 6 209 0</inkml:trace>
  <inkml:trace contextRef="#ctx0" brushRef="#br0" timeOffset="39664.87">21366 1764 718 0,'-14'0'1'0,"5"3"1"0,-1-3-1 0,-1 3 3 0,-1-2-2 0,2 3 7 0,-1-2-3 0,-2 3-1 0,4 1 8 16,-5-2-6-16,4 0 4 0,-1 5 3 0,2-1-1 15,2-1-6-15,1 0 1 0,-2 1 6 16,5-1-4-16,0 1 0 0,0-1 0 0,3 0-3 16,0 0-4-16,3-1 11 0,0 2-11 15,0-4 2-15,8 2-3 0,-5-1 7 16,4-3-3-16,1 1-1 0,2-1-3 0,-4-2 8 15,5 0-2-15,-1-2-1 0,1-1-7 16,2 1 4-16,-2-3 1 0,-4-1-3 0,3-1 3 16,-6 0 0-16,3-1 7 15,0 1 7-15,-3 2-7 0,-1-4 3 0,1 2-10 16,-4 0-3-16,0 0-6 0,1-1-23 0,-1 1-29 16,-3-1-148-16,4 1-48 0,2-3 227 15</inkml:trace>
  <inkml:trace contextRef="#ctx0" brushRef="#br0" timeOffset="40080.58">22576 1757 713 0,'3'0'-5'16,"1"3"1"-16,-1 0 1 0,0-2 3 16,-3-1 6-16,-3 3-2 0,-4-3 3 0,7 0-2 15,-13 3 1-15,3-2 5 0,3-1-1 16,-6 4 4-16,3-4-9 0,-3 2 1 0,0 1 2 16,-1 2 2-16,-2-2 2 0,-1 1-3 15,1-1-1-15,-1 2-5 0,-4 5 0 0,2-3 3 16,5-3-1-16,-5 7-3 15,5-4 4-15,1-1 1 0,2 1-4 0,-2 1 0 16,4-1-2-16,1-3-1 0,2 5 1 0,-4-1 7 16,7-4-8-16,-1 0 3 0,4 2 2 15,0-1-6-15,4 1 5 0,-1-2-2 0,3 0-3 16,1 0 4-16,0-4 4 0,3 2-8 16,0-2-7-16,-1-2 0 0,2-2 0 15,2 3 1-15,-2-5-8 0,1 2-5 16,-2-1-9-16,4-4-15 0,-1 2-67 0,1 0-107 15,-1 0 74-15</inkml:trace>
  <inkml:trace contextRef="#ctx0" brushRef="#br0" timeOffset="40378.23">22889 1752 625 0,'3'-2'0'0,"5"2"3"15,-5 2 8-15,-3-2-5 0,0 3 4 16,0 2 3-16,-3-1 1 0,-1 3-5 0,0-1 2 16,1 2 1-16,0-4 0 0,0 3-1 15,0 2 1-15,-1-1 7 0,4-4-8 0,-3 4-1 16,3-3 4-16,0 0-1 0,0-1 1 16,7 2 0-16,-4-1-4 0,3-3 1 15,1 1-2-15,0-1-6 0,0-2 5 0,-1 0-1 16,4-2 0-16,-3 2-3 0,0-3-4 15,2 1-2-15,-2-3 6 0,0 2-1 0,0-1-6 16,-1-2 1-16,1 1-4 0,-1-1-6 16,1 2-16-16,3-3-22 0,-3-3-90 15,6 2-87-15,4-2 77 0</inkml:trace>
  <inkml:trace contextRef="#ctx0" brushRef="#br0" timeOffset="42744.58">10893 2552 755 0,'3'-2'0'0,"-3"-2"10"0,0 4-2 0,0-1-2 0,0 1 7 0,7 0-6 0,-7-3 7 0,0 3 1 0,0 0 5 0,0 0-7 0,0 0 4 0,0 0-4 16,0-3 8-16,0 3-10 0,0 0-2 15,0 0 0-15,0 0-5 0,-3 7 2 16,6-1 6-16,-3-1-3 0,0 5-6 0,0 0 3 16,0 1 7-16,0 1 2 0,0 2 6 0,0 1 0 15,0 1-5-15,3 2 4 0,-3 1 8 16,-3-1-13-16,3-1 1 0,0 5 1 15,0-1 2-15,3 1 1 0,-3-4 6 0,0-1-7 16,0 1 0-16,0-1 2 0,0-2-4 16,0-3-7-16,3 4 8 0,-3-4 1 15,0-2-11-15,0 0 8 0,3 1-3 0,-3-3 1 16,0 0 2-16,0 1 1 0,0-5 2 16,4 4 4-16,-4-4-1 0,0 2 3 0,-4-2-4 15,4-1-2-15,4 1 0 0,-4 0-3 16,0 0 1-16,4-1-2 0,-4-3-6 0,0 3 5 15,0-3-11-15,0 3-1 16,0-3-15-16,0 0-19 0,0 0-19 0,0-13-16 16,0 8-15-16,0-2-94 0,3 1-245 0,0-1 68 15</inkml:trace>
  <inkml:trace contextRef="#ctx0" brushRef="#br0" timeOffset="43435.03">11986 2604 1072 0,'6'-2'-39'0,"-1"0"7"0,-2-2 11 0,0 3 11 0,0 1 4 0,1-3 3 0,-4 3 7 0,3-3 7 15,-3 3 3-15,3 0 4 0,-3 0 0 16,0 0 6-16,0 0 2 0,0 6 0 16,-3-1 0-16,3-1 1 0,0 6 8 15,0 1-6-15,0-1 3 0,0 1 5 0,0 3-7 16,0-3 4-16,0 6-1 0,0-5-1 0,0 2 0 16,0 4-3-16,0-5-1 0,0 5 2 15,0-4-1-15,0 1 2 0,3 0-7 16,-3-1 4-16,-3 3-5 0,3-5-1 15,0 1-1-15,0-1-1 0,0-2 2 0,0 1 0 16,0-3-2-16,0 2 2 0,0 1-2 16,0-4 1-16,0-1-4 0,0-2-1 0,0 4-3 15,0-4 2-15,0-1 2 0,0 3-5 0,3-5 2 16,-3 5-6-16,0-5-5 0,3 3-17 16,-3-4-23-16,3 0-31 0,2 0-18 15,-2-5-30-15,0-2-118 0,7 1-250 0,-4-1 11 16</inkml:trace>
  <inkml:trace contextRef="#ctx0" brushRef="#br0" timeOffset="43916.55">12852 2604 1240 0,'0'0'-41'0,"0"0"9"0,-12 9 11 0,5-5-2 0,0 6 8 0,-9 1 5 0,3 1 3 0,-1 2 13 0,1-1-5 0,-1 2 4 0,1 0-5 16,-1-1 5-16,4 3-2 0,1-3 0 15,-2-2-4-15,8 1 11 0,0 2-8 0,3-5 0 16,3 2 1-16,-3-1 0 0,6 2 7 16,5-5-6-16,-5 0-1 0,4 1 3 15,4-2 4-15,-4-2 2 0,4-3-3 0,-1 0 4 16,-1 1 8-16,2-3-6 0,-1-3-1 15,1 1 3-15,-1-4 5 0,-3-1-4 0,4-3-2 16,-5-2-4-16,5-1 2 0,-4-2 0 16,-4-3-1-16,-2 4-2 0,-4-4-9 0,0 4-5 15,0-4-13-15,-4 3 2 0,-2-2-9 16,-1-1-6-16,-3 3-12 0,0 2-15 16,0-3-62-16,-4-1-193 0,8 6 46 0,0-3 216 15</inkml:trace>
  <inkml:trace contextRef="#ctx0" brushRef="#br0" timeOffset="44398.56">14000 2563 747 0,'6'0'5'0,"-2"0"0"0,-4 0 1 0,6 0 1 16,-6 0 2-16,0 0-3 0,0 1 2 0,0-1 0 15,-10 7 5-15,-4-1 10 0,5 2 11 16,-12 2-2-16,5-1 8 0,-1 4-1 16,-2-1-2-16,5-2-10 0,-2 3 6 0,2-1-4 15,1 1-5-15,2 2 3 0,2-5-8 16,-1 2 1-16,7-1-2 0,-5-1 1 0,5 1 2 15,3 0-7-15,0-4-3 0,3 4-2 16,-3-4 1-16,5 3 0 0,1-2-2 16,-3-1 0-16,7-1 6 0,1-2-6 0,1 0 7 15,1 2-6-15,1-6-1 0,7 2 4 16,-5 1 1-16,4-6 3 0,-1 1-2 0,8 0-3 16,-3-3-1-16,3-2 6 0,-1-2-6 15,4 0-1-15,-3-1 6 0,3-4-1 16,-7 3 0-16,0-3 6 0,4-3 6 0,0 2 1 15,-11 1-3-15,1-1 3 0,-1 0-2 16,-2-1-5-16,-4 1 0 0,-4 3-16 16,2-1-6-16,-5 1-8 0,-3 2-8 0,-3 0-15 15,-8-1-24-15,2 4-13 0,-4 0-10 16,-11-4-74-16,4 4-290 0,-1 0 49 0</inkml:trace>
  <inkml:trace contextRef="#ctx0" brushRef="#br0" timeOffset="44816.66">15017 2495 1143 0,'9'-3'-31'0,"-6"3"10"0,4-3 10 0,-1 2 10 0,-1 1 13 0,1 0 13 0,-3-3 3 16,0 3 6-16,4 0-6 0,-7 0-1 15,3 3-3-15,0-3-1 0,2 1 2 0,-5 6 2 16,3-1 9-16,-3 2 2 0,3-1 1 16,0 3-2-16,1 2 2 0,-1 1 0 0,-3 2 3 15,3 0-3-15,-3-1 3 0,0 3 1 16,3-1-3-16,0 0 0 0,2 2-2 15,-2-4-2-15,-3 4 2 0,3-3 2 16,-3 0-5-16,0-1 1 0,3-1-4 0,-3-2 0 16,4 1-1-16,-4-2-4 0,0 0 0 15,3-3 1-15,-3 4 2 0,0-4-2 0,3-2-2 16,-3 2-2-16,0-1 1 0,0-2-2 16,3-1-5-16,-3-2-3 0,0-1-30 0,3 0-34 15,-3 0-36-15,4-4-36 0,3-3-42 16,-4 1-235-16,1-3-134 0,2-1-36 15</inkml:trace>
  <inkml:trace contextRef="#ctx0" brushRef="#br0" timeOffset="45676.65">16116 2514 1322 0,'0'0'-69'0,"0"0"12"0,-3-4 14 0,3 4 2 0,-4 0 8 16,4 0 6-16,0 0 4 0,0 0 8 0,0 0 0 0,-3 4 4 0,3 2 2 0,-3-1 4 16,0 2 8-16,-4 3 0 0,3 0 5 0,1 1 0 15,-4 1-1-15,1 1 4 0,3-1-3 16,-4 1 1-16,7 1-3 0,-4-2 1 16,4-1 3-16,-3-1-2 0,3 0-2 0,0-3 5 15,0 1 0-15,3 2 13 0,-6-3 3 0,6-2 10 16,-3 2 4-16,0-1 8 0,4-1 2 15,-4-3 4-15,0 0-2 0,3-2-6 0,-3 0-4 16,0 0-2-16,0 0-4 0,0-8 1 16,0 7-4-16,0 1-8 0,0-6 0 15,-3 2-2-15,3 1-8 0,0 0-7 0,0-1-17 16,-4 0-11-16,4 0-22 0,-3 0-14 16,3-5-20-16,0 5-15 0,0-7-93 0,0 4-258 15,0 0 49-15</inkml:trace>
  <inkml:trace contextRef="#ctx0" brushRef="#br0" timeOffset="46462.45">18200 2650 1274 0,'3'2'-44'0,"3"-2"16"0,-3 0 19 0,1 2 17 0,0-2-4 0,-4 0 5 0,3 3 0 0,0-3 0 0,1 0-12 16,-1 3 9-16,0-3-2 0,-3 0-1 15,6 0-6-15,-2 0-1 0,-4 0-5 0,10 3-23 16,0-3-14-16,4 0-15 15,-1 0-98-15,4-3-157 0,2 0 168 0</inkml:trace>
  <inkml:trace contextRef="#ctx0" brushRef="#br0" timeOffset="46622.1">19123 2654 871 0,'3'0'2'16,"-3"0"4"-16,7 0 12 0,-1 0-3 15,-2 0-5-15,-4 0-4 0,7 0-8 16,-4-2-1-16,3 2 5 0,1 0-17 0,7 0-10 16,2-2-18-16,1-2-76 0,13 3-127 15,-3-2 233-15</inkml:trace>
  <inkml:trace contextRef="#ctx0" brushRef="#br0" timeOffset="46774.87">19936 2627 722 0,'10'0'12'16,"-3"2"9"-16,3 1 3 0,-4-3-1 0,5 0 0 16,-2 3-2-16,1-3-2 0,10 0-7 15,1 0-3-15,6-3-14 0,3 3-24 0,6-5-38 16,1 3-83-16,5-2-66 0,6 0 73 16</inkml:trace>
  <inkml:trace contextRef="#ctx0" brushRef="#br0" timeOffset="46982.11">21306 2589 588 0,'20'3'24'0,"-3"0"12"0,-4-2 7 0,4 3 9 0,-7-2 9 15,3 0 7-15,-3-2 12 0,-3 3 9 16,3-3 4-16,-3 3 5 0,2-3 0 0,-5 3-1 16,2-3-9-16,1 0-5 0,0 0-7 15,-4 0-10-15,4 0-7 0,-4 0-11 0,7 0-8 16,-3-3-29-16,6 3-40 15,1-3-36-15,2 0-23 0,4 1-28 0,1 0-88 16,9-3-271-16,0 2 18 0</inkml:trace>
  <inkml:trace contextRef="#ctx0" brushRef="#br0" timeOffset="47287.97">23066 2560 1285 0,'10'3'-35'0,"1"-2"14"0,-5 2 4 16,4-3 10-16,-1 3-4 0,5-3-2 0,-1 0 9 15,4 0-1-15,4 0 0 0,1 0-7 16,5-3-4-16,6 3-10 0,-3 0-9 0,7-3-8 16,0 2 4-16,3 1-6 0,-4-3 2 15,7 0-2-15,4 0 5 0,-10 1 5 0,-1 2 6 16,2-6-1-16,-5 5 5 0,0-5 2 15,-3 5 3-15,0 1 2 0,0-3 8 16,1 0 5-16,-1 0-2 0,-5 3 4 0,-1 0 6 16,-1-2 2-16,-2 2 1 0,1 0 8 15,-1-2 1-15,-1 2 7 0,3-4-5 0,-6 4-2 16,3-1 2-16,-4-2-11 0,5 0-30 16,-2-4-101-16,1 0-76 0,4 2 69 15</inkml:trace>
  <inkml:trace contextRef="#ctx0" brushRef="#br0" timeOffset="47424.46">24799 2432 618 0,'7'0'19'0,"0"0"13"0,-4 0-7 16,4 0-7-16,-4-3 2 0,0 3-8 0,4 0 2 16,-7 0-22-16,4-2-32 0,-4-4-147 15,0 6 9-15,-4-4 60 0</inkml:trace>
  <inkml:trace contextRef="#ctx0" brushRef="#br0" timeOffset="50494.54">6569 2495 508 0,'-10'-13'123'0,"-2"-2"-55"0,1 0-10 0,-2 1-17 0,-1 1-5 0,8 1-1 0,-4-1-12 0,4 2-7 0,-2 4 0 0,-2 0 3 16,4 2-6-16,3 5-4 0,0 5-1 0,3 5 3 16,0 5-2-16,6 6 1 15,-6 4 9-15,3 6 3 0,0-4 1 0,-3 8 2 0,4-3 2 16,-4-1-10-16,3-1-3 15,-3 5 7-15,0-6 2 0,-3 0-5 0,3-4 2 16,-4 0-4-16,4-4-27 0,0 0-21 16,0-6-50-16,-3-2-192 0,3-4-15 0,0-6 193 15</inkml:trace>
  <inkml:trace contextRef="#ctx0" brushRef="#br0" timeOffset="50725.57">6463 2342 823 0,'10'-13'-5'0,"-1"4"-1"0,8-1 9 16,4 2-4-16,6 1 8 0,3 4 1 16,0 0-1-16,3 6 7 0,0 1 0 15,4 7 1-15,-1 2 5 0,-3 2 2 0,-6 4-2 16,-6 6-1-16,-9 6 0 0,-5-2-5 16,-7 2-7-16,-10 3 10 0,-3 7 0 0,-10-1-5 15,-7 0-2-15,0-2 2 16,0-5 5-16,0 0-5 0,3-2 1 0,3-9-3 0,2 0-16 15,5-5-10-15,4-3-17 16,2-10-39-16,8-1-207 0,3-3 36 0,0 0 236 16</inkml:trace>
  <inkml:trace contextRef="#ctx0" brushRef="#br0" timeOffset="51028.33">7426 2439 718 0,'6'0'7'0,"2"0"-2"0,-5 0 2 15,4 0 15-15,-4-1 5 0,3 1-4 16,-3 0 2-16,5 0 0 0,-2 0 2 16,4 0-5-16,0-3 0 0,4 3-4 0,2-3 2 15,-2 3 0-15,2-3-3 0,-2 3-3 16,-5 0-8-16,5 0 4 0,-4 3 8 0,-4 3-6 16,1-2-3-16,-4 4-2 0,-3 5 2 15,-6-1-1-15,-4 2 1 0,-4 1-4 0,-5 2 0 16,-2 1-3-16,-5 0 4 0,3 2-2 15,-4-5 1-15,7 0-7 0,3-2 6 0,1-4-3 16,-2 1 6-16,9-3 4 0,2 1-4 16,11-2 2-16,2-3-3 0,11-3 4 15,10-3-6-15,6-3-19 0,13-2-18 16,8 0-29-16,0-9-145 0,6 3-91 0,6-5 186 16</inkml:trace>
  <inkml:trace contextRef="#ctx0" brushRef="#br0" timeOffset="51454.71">8306 2264 839 0,'-7'0'-13'0,"-3"-1"6"15,4 2 2-15,-1 5 7 0,-3-1 2 16,-3 5 18-16,3 5 4 0,-4-2-6 0,5 1 6 16,-1 4 9-16,-1 0-10 0,5-4-2 15,-1 4 0-15,4 0 4 0,0-2 0 0,3 0 7 16,0-1-1-16,0 0 8 0,3-2-5 15,0-1-1-15,4-2-3 0,-4 0 2 16,3-3 2-16,5 1-7 0,-4-4 0 0,5 2 1 16,-1-5-1-16,2 3 5 0,-3-4 4 0,7-4 3 15,-4 0 8-15,4 0 0 0,-4-5 2 16,7 0 0-16,-3-4 3 0,-1-2 0 16,5 0-2-16,-5 1 3 0,1-3-2 0,-4 6 6 15,1 1-7-15,-5-1 1 0,1 1-10 16,-2 2-3-16,1 4-5 0,-5 0-5 0,2 4-4 15,0 1-1-15,-1 6 1 0,-2 7-1 16,3 1-1-16,-2-1-2 0,-4 4-2 16,0 2-3-16,3-1 1 0,0 5-1 0,-3-2-5 15,0-4 2-15,3 1-4 0,-3-2 3 0,0 1-4 16,0 0 1-16,0-4 0 0,3 4 0 16,-6-3-4-16,6 1-1 0,-6-4-24 15,6 1-45-15,-3-1-24 0,0-2-27 0,0 2-14 16,5-3-33-16,-5-2-85 15,3 0-386-15,7-5-130 0</inkml:trace>
  <inkml:trace contextRef="#ctx0" brushRef="#br0" timeOffset="51772.59">9006 2739 1611 0,'7'0'-71'0,"0"0"12"0,-1 0 12 0,-3 0 19 0,1 0 11 0,-4 0 5 0,3 3 13 16,-3-3 9-16,-7 4 10 0,-2 2 6 0,-9 2 3 15,-15 3 5-15,-10 0 0 0,-10 7 4 16,-20 2-2-16,-38 10-2 0,-12-1 9 0,-10 2-17 16,-11 1-3-16,-3 3 1 0,-6-2-3 15,0-1 2-15,-7-4-7 0,10-2-2 16,4 3 0-16,2-2 3 0,14-8-3 16,10 5 1-16,24-6-4 0,19-6 1 0,13-2-3 15,7 0-1-15,15-3 1 0,2 1 2 0,7-4-1 16,3 2-4-16,3-1 9 0,6-3-13 15,1 0-2-15,1 4 0 0,5-6-4 16,1 3-1-16,-1-3-6 0,4 1-6 0,4-1-8 16,-1 0-13-16,0 0-6 0,1 0-18 15,2 0-7-15,4 0-11 0,0-4-18 0,0 4-64 16,4-6-303-16,-1 4 27 0</inkml:trace>
  <inkml:trace contextRef="#ctx0" brushRef="#br0" timeOffset="86311.14">10337 1367 588 0,'9'-12'13'0,"-6"2"-12"0,4-3 1 0,-4 1 11 0,0-1-3 0,5 1-5 0,-5-1 4 0,0 1-1 0,-3-1-2 0,3 2 0 16,-6 0 7-16,0 1 1 0,0-1-3 15,-5 2-1-15,-1 0 0 0,-4 2 3 16,-4 3-2-16,-3 1 0 0,0 3-2 16,-7 3-1-16,4 4-9 0,-4 1 8 0,1 2-3 15,-1 5 2-15,4-1-6 0,-1 4 1 0,8 0 5 16,-4 3-5-16,7 0 4 0,-1 1-4 16,7-1-2-16,-2 1 2 0,4-2 0 15,2-1 4-15,3-1 2 0,0 0-4 16,3-4-1-16,2 0-2 0,4-3 3 0,1-2 0 15,4-1 5-15,2-4 0 0,4-4-4 16,0-3-1-16,3-1 3 0,1-4 5 0,-1 1-4 16,1-3 5-16,-5-5-7 0,-2 0 3 15,0-2-4-15,-7-1 7 0,0 0-5 0,-7 4 8 16,0-4-9-16,-3 3 5 0,-3-1-3 16,0 4 0-16,-4-1-16 0,0 4 0 0,-3 0-15 15,4 8-14-15,-8 1-52 0,1 1-179 16,0 8 211-16</inkml:trace>
  <inkml:trace contextRef="#ctx0" brushRef="#br0" timeOffset="86858.22">10283 1938 735 0,'-3'0'-14'0,"-4"0"5"0,0 0 0 0,-3 1 5 0,-3 2 2 0,-1 1 5 0,-5 7 0 0,2-4-3 0,0 6 1 0,-3 2 1 15,0 0-1-15,4 3 1 0,2-1 1 16,-2 1-2-16,-1 2 3 0,7-4-4 0,-1 2 1 15,5 3 2-15,-1-4-5 0,7 1 4 0,0-3 1 16,4 0-3-16,-1-1 8 0,3-3-3 16,8 2-3-16,-1-6 6 0,1-2-8 15,5-1 7-15,-1-1-1 0,2-3 4 0,6-5 1 16,-3-1 0-16,1-2-2 0,-1-3 2 16,-3-2 1-16,0-5 9 0,-3 4-3 15,-1-5-5-15,-6-2-5 0,1 0 7 16,-8 0-1-16,-3 3-2 0,-6-1 1 0,-8-2-14 15,-2 4 0-15,-5 2-12 0,-6 0-4 0,-6 2-10 16,6 2-17-16,-9 3-68 0,9 0-134 16,0 3 233-16</inkml:trace>
  <inkml:trace contextRef="#ctx0" brushRef="#br0" timeOffset="88100.17">9570 1220 610 0,'-8'0'-27'0,"2"1"10"0,-1 3 9 16,7-2 2-16,0 1 0 0,0 2 4 0,4-1-5 0,-1 7 5 0,3 2 2 0,-1 4 2 0,-2 8-1 0,-3 5 3 0,0 10 1 16,0 5 1-16,-8 5 4 0,-1 5-1 15,-4 8 0-15,-1-1 0 0,1 1-1 0,-1-6-2 16,1-6 5-16,3 3-4 16,-3-8 0-16,0 3 3 0,-1-6-1 0,1-1 4 0,3-9-1 15,3-1-4-15,-3-2 1 16,4-5-1-16,-1-4 2 0,0 0-1 0,3 0-3 0,-2-7 3 15,3 1 0-15,0-3-3 0,-1-2 6 16,1 3-5-16,0-5 3 0,3-1-3 16,-4 1-2-16,4-4 8 0,0-1-9 15,4 3 0-15,-4-6 2 0,3 1 2 0,-3 2-4 16,0-3 1-16,0 0-4 0,7 3 6 0,-4-3-6 16,-3 0-1-16,3 0 2 0,-3 1-4 15,0-1 6-15,3 4-6 0,0-2 3 16,1 0-3-16,0 1 4 0,-1 0-1 0,4 1-1 15,-1 2-1-15,-3-1-2 0,4-1 5 16,0 2 1-16,0-2-5 16,-1 3-1-16,1-1 3 0,0 2 3 0,-1-1-1 0,-2-3-3 15,2 4 1-15,-3 2 3 0,1-3-3 0,-4 1 4 16,3 1 1-16,-3-2-2 0,3 0 2 16,-3-2-5-16,4 1 2 15,-4-2-6-15,3-1 4 0,-3 2 5 0,4-3-3 16,-4 3 0-16,6-2 5 0,1 0-5 15,-1-3 2-15,8 0-3 0,-1-3-4 0,4 3 10 16,2-3-9-16,8-2 7 0,3-1-5 16,3 2-1-16,8 0 2 0,-1-5 0 0,3 1 2 15,4 1-4-15,-1-3 2 0,11 1-1 16,0 2-3-16,-1-4 3 0,1 1 2 0,3 0-4 16,0-1 1-16,-3 4-2 0,-7 0 1 15,-3 0 3-15,-1-1 0 0,-2 1 4 16,-4 1-1-16,-7 2-4 0,-3-1 7 0,-3-1-11 15,-1 5-7-15,-3-5-10 0,-6 1-24 16,-4-1-97-16,1 5-91 0,-4-6 80 16</inkml:trace>
  <inkml:trace contextRef="#ctx0" brushRef="#br0" timeOffset="88424.78">9089 1327 621 0,'30'0'-11'0,"0"0"4"0,7-2 2 0,13-2 1 0,7 3 6 0,10-2-3 0,6 0-1 0,4-1 0 16,-1-1 0-16,11 2 1 0,0-4 1 0,-1 1 1 15,-9 2 1-15,-8-1 1 0,-4 2 0 16,-13-3 0-16,-1 5-2 0,-8-2-3 16,-3 0 2-16,-10 3-13 0,4 0-21 0,-12-1-72 15,-2 1-46-15,-2 0 52 0</inkml:trace>
  <inkml:trace contextRef="#ctx0" brushRef="#br0" timeOffset="88940.37">9426 1814 471 0,'-20'3'20'0,"4"0"-1"15,2-2 6-15,1 3 1 0,0-4-1 16,2 2-8-16,5 1 2 0,-1-6-6 0,7 3 4 15,0 0-6-15,16-6-1 0,8 2 0 16,6-3-3-16,14-1 4 0,2 1-4 0,11 0 0 16,3-4-3-16,3 4-4 0,4 0 3 15,-4-4-2-15,4 4 2 0,-4 1-1 16,0-1 1-16,-3 2 0 0,-6-1-1 0,-1 5-1 16,-6-2 1-16,-4-1 0 0,0 1 1 15,-9-2-1-15,-1 2 0 0,-6 1 0 16,-1-2-3-16,-2 3 4 0,-5 1-1 0,2 0 1 15,-4-3 3-15,-1 3-5 0,-2-3 5 16,-1 3-7-16,0-1 2 0,1 1-3 16,-5 0 3-16,2 0 4 0,-1 0 2 0,-4 0-8 15,4-3 3-15,-3 3-2 0,0 0 4 16,-1-3 0-16,1 3 0 0,-4 3-2 0,4-6 3 16,-4 3 1-16,-3 0-3 0,7 0 1 15,-7 0-8-15,6 0-14 0,-2 0-20 0,-4 0-102 16,0 0-69-16,0 0 71 0</inkml:trace>
  <inkml:trace contextRef="#ctx0" brushRef="#br0" timeOffset="95816.69">9946 3050 539 0,'7'10'9'0,"-1"-3"-7"0,5-3-1 0,-2 2 4 0,4-1 6 0,1 1 0 0,2-6-1 0,1 1 1 0,4-2 9 15,1-2-6-15,5 0 6 0,-3-4-9 16,3-1 10-16,-4 1 5 0,-3-3 2 0,0-1 14 15,-4-1-6-15,1-1 1 0,-7 1-8 16,0-2 0-16,-3 1 1 0,-7-2 0 16,0 0-8-16,0-1 0 0,-3 1-5 0,-4 3 4 15,0-2-13-15,0 1 6 0,1 2-1 16,-4 1-6-16,3 1 2 0,-3 2-2 0,0-2 7 16,-3 1-13-16,3 7-13 0,-3-2-10 15,2 6-23-15,-2-3-44 0,3 5-167 16,-3-1 16-16,3 2 82 0</inkml:trace>
  <inkml:trace contextRef="#ctx0" brushRef="#br0" timeOffset="96531.87">10303 2742 670 0,'-14'-4'-10'0,"5"-2"5"0,-5 3-1 0,4 1 3 0,-3 0 0 0,-1-2-1 0,1 4 3 0,3 0-2 0,-3 4 3 16,-4-2 2-16,4 3-3 0,0 1 0 0,-1 2-4 15,1 0 5-15,-4 5 0 0,4-1-1 16,-1 1 0-16,5-1-4 0,-4 4 5 0,2-1 2 15,4-4-2-15,-2 6-2 0,1-5 5 16,2 1-3-16,3-5 4 0,-1 6-4 0,1-4 3 16,0-1-3-16,0 1 2 0,6-3-4 15,-3 4 4-15,0-4 0 0,3 0 3 16,0 1-1-16,1 1-2 0,2-8-2 16,-3 5 1-16,2 1 0 0,-2-5-1 0,3 4 0 15,-3-3 0-15,4-3 6 0,-7 0-1 16,11-6-1-16,-5 3 6 0,1-5-1 15,-1 4 1-15,0-6-3 0,-1 3 2 0,1-4-5 16,1-1 3-16,-4-1-2 0,0 1 1 16,0-2-3-16,-3-3 8 0,3 3-5 0,-3 2-3 15,0-4-1-15,4 7 2 0,-4-4-10 16,0 2-6-16,0 4-19 0,0 0-115 0,-4 0-47 16,1 3 66-16</inkml:trace>
  <inkml:trace contextRef="#ctx0" brushRef="#br0" timeOffset="155114.88">23710 3688 610 0,'-34'1'14'0,"1"5"25"0,3-1-17 0,-3-1-10 0,-5 12 3 0,5-1 4 0,-7 7-3 0,1 3-7 0,-2 3 3 0,8 2 1 0,3 1 2 15,0 1-3-15,10-3 1 0,0-1 0 16,7 2 3-16,-1-3 2 0,11-2 2 16,0-2 15-16,3 0-4 0,9-4 5 0,5-5 3 15,2 0 2-15,11-9 1 0,3-3-1 16,4-4-3-16,13-6 7 0,6-7 3 16,0 2 6-16,-6-6 4 0,-1 1 2 0,-5-4 2 15,-8 2-4-15,-6-5-6 0,-8-4-10 16,-8 3-2-16,-8-4-11 0,-10-6-15 0,-6 2-16 15,-8-4-13-15,-9 2-22 0,-3 4-11 16,-6 6-23-16,-1 2-11 0,-1 10-18 16,-15 3-100-16,9 10-208 0,-13 9 82 0</inkml:trace>
  <inkml:trace contextRef="#ctx0" brushRef="#br0" timeOffset="155846.87">23960 3292 1081 0,'6'-3'-37'0,"-3"-1"3"0,0 4-4 0,5 4 11 0,-8 7 5 0,0 3 7 0,0 10 1 0,-8 8 5 0,5 5 7 0,-3 13 13 0,-4 6 3 15,4-2-7-15,-2 0 12 0,2 2 4 16,-1-1-4-16,4-2 4 0,-3-3 0 0,6-7 0 16,-5-6-6-16,2 1-3 0,0-9 10 15,3-1-9-15,0-3-8 0,0-6-6 16,-3-3-16-16,3-4-12 0,3-2-18 15,-3-7-14-15,0-6-68 0,0 3-162 0,-7-14 192 16</inkml:trace>
  <inkml:trace contextRef="#ctx0" brushRef="#br0" timeOffset="156249.15">23719 3807 780 0,'-6'-4'-12'0,"3"-3"9"0,3 3 6 16,-7 1 1-16,7-1 5 0,0 1-2 15,7-2 2-15,-1-1-1 0,4 2 1 16,4 0 3-16,9-5 1 0,0 1-6 15,4 0 2-15,9-5-5 0,-3 1 0 0,5-5 0 16,-2 3 2-16,1-1 5 0,-4-2 6 16,3-1 4-16,-5 0 5 0,-5 0 0 0,1 4 5 15,-7 2 0-15,3 2-2 0,-6 0-1 16,-4 2-9-16,1 1 13 0,-1 1-14 0,-2 2 1 16,-2 6-4-16,-2 3 1 0,-4 5-4 15,-3 2-5-15,0 4 3 0,-3 2 3 16,3 1 3-16,-7 3-12 0,4-1 9 0,0-1-4 15,0-5 2-15,-2 2-2 0,5-2 0 16,-3-3 1-16,3-2 0 0,-3 1 3 16,3-1 2-16,0-3 9 0,3 1 2 0,0-4 8 15,2-4 2-15,1-2-3 0,4 0 1 0,-1-2 0 16,-1 3-3-16,1-5 0 0,-2 5-1 16,4 1-5-16,-5-3-3 0,0-3-2 15,-2 6-4-15,2-2 0 0,2 2-2 16,-5 2-3-16,7-2 1 0,-1 6-1 0,2-2 1 15,5 2-1-15,8-1-6 0,2-3-12 16,8 3-33-16,2-5-31 0,4 3-36 16,4-9-63-16,-1 2-329 0,-4-1-4 0</inkml:trace>
  <inkml:trace contextRef="#ctx0" brushRef="#br0" timeOffset="157148.88">22209 3895 1323 0,'0'-3'-47'0,"4"1"17"0,-4 2 7 0,3 0 7 0,-3 0 3 0,0 5 8 0,0 0 10 0,0 5 7 0,-3 1 9 15,-1 3 2-15,-2 1 13 0,3 5 12 0,-1 0 11 16,-2 0 2-16,2 2 2 0,-3-1 5 16,1 1-2-16,-1 3 6 0,1-4-1 15,-1 3-4-15,0-2-4 0,1 1-2 16,2-2 1-16,-2 3 0 0,-2-5-5 0,2-2-5 16,0 2-3-16,2-5-3 0,-2 2-4 15,2-4-6-15,0 1-3 0,1-4-2 16,0 2-2-16,0-5-4 0,3 5-3 0,-3-7 2 15,-1 5-2-15,4-1-3 0,-3-4-4 0,0 4 2 16,3-6 0-16,0 2-4 0,-3 0-7 16,3-4-30-16,0 0-28 0,-5-8-32 15,2 2-31-15,0-2-27 0,0 0-14 0,0-5-27 16,-1 1-134-16,1-4-224 0,0 2-45 16</inkml:trace>
  <inkml:trace contextRef="#ctx0" brushRef="#br0" timeOffset="157418.26">22369 3888 1414 0,'8'-3'-61'15,"-5"0"15"-15,0 0 6 0,3 2 4 0,-2 1 10 16,-1-3 1-16,0 3 6 0,-3 0-1 16,0 0 2-16,8 0 0 0,-8-4 5 0,0 4-3 15,6 4 10-15,1-4 0 0,-1 3-2 16,5 1 1-16,-2-1 5 0,1 2-4 15,0-3 1-15,0 2 5 0,0 3-6 0,0-3 7 16,-3 2-6-16,3-2 2 0,-4 0 2 16,1 4-2-16,0-2 0 0,0 1 11 0,-1 4-5 15,-3-4 0-15,-3 3-6 0,4-1-4 16,-4 2-10-16,-4-1-10 0,4-3-12 16,-3 1-41-16,-3-6-104 0,2 2-45 0,1-4 78 15</inkml:trace>
  <inkml:trace contextRef="#ctx0" brushRef="#br0" timeOffset="157621.68">22910 3539 677 0,'3'-1'15'0,"0"2"-1"0,-3 5 1 16,0 3-2-16,-6 7 3 0,-1 6 8 15,0 7 3-15,-6 7 6 0,-4 3 5 0,1 4-5 16,-5 0 5-16,5-5-7 0,2-4-4 15,1 0 4-15,-1-2-13 0,1-2 5 16,7-5 0-16,-5-4-27 0,5 3-18 0,-1-4-23 16,1-7-29-16,6-3-150 0,-3-3-24 15,3-6 233-15</inkml:trace>
  <inkml:trace contextRef="#ctx0" brushRef="#br0" timeOffset="157743.74">22723 3938 720 0,'0'-10'9'0,"0"-1"10"16,6 1-8-16,1-1-2 0,7 3 9 0,5-2-8 15,5-3 2-15,3 5-2 0,9-3 1 16,-6 5-1-16,7-2-7 0,-7 1-11 0,0 2-21 16,-7-2-90-16,-3 4-115 0,-3-3 80 15</inkml:trace>
  <inkml:trace contextRef="#ctx0" brushRef="#br0" timeOffset="158256.72">20976 4004 674 0,'0'0'8'0,"0"0"11"16,0 0 6-16,0 0 8 0,0 0 17 16,0 0-5-16,0 0 4 0,0 0-5 15,0 0-1-15,0 0-3 0,10-8-15 0,-3 4 7 16,0 2-9-16,2-3 1 0,5 2-6 15,-1 0-2-15,-3 2-1 0,7 1 1 0,-7 0-5 16,3 1-1-16,-3 5-2 0,0 1-6 16,-3 1 9-16,0 5-8 0,-7-1 0 15,-4 3 11-15,-3 2-4 0,-3 1-3 0,1-1 3 16,-5-2-10-16,1 6 6 0,-1-7-4 16,1 4 11-16,3-7-17 0,0 0 11 15,0 2-6-15,4-4 10 0,-1 2 0 0,4-5 2 16,-5 2-2-16,8 3-7 0,8-5 11 15,-2 2-3-15,7-1-4 0,1-1-1 16,6 2-1-16,3-1-1 0,1-3-5 0,2 5-22 16,1-4-23-16,-1-1-16 0,-2 2-20 15,-7-5-87-15,2 3-186 0,-2-8 133 0</inkml:trace>
  <inkml:trace contextRef="#ctx0" brushRef="#br0" timeOffset="158531.09">21303 3992 977 0,'0'-13'-23'0,"0"5"10"0,0 2-2 16,0 1 4-16,0 2-1 0,3 3 1 15,-3 0 8-15,4 6 0 0,-4 1 2 0,-4 2 19 16,4 0-14-16,0-2 2 0,0 2 0 16,0 0-6-16,0-5 6 0,-3 4-5 15,3-4 5-15,0 2-3 0,0-3 1 0,7-1-2 16,-1 0-1-16,0-4 7 0,8 2-3 15,-4-5-15-15,7 2-4 0,-1-1 4 0,5-3-6 16,-5 3 3-16,1 2-1 16,-1 0 2-16,4 2 4 0,-3 0 0 0,3 2-3 15,0 0 0-15,1 1 2 0,1-2 4 16,2-1-8-16,6 0-14 0,0-1-81 0,6-6-119 16,8-3 77-16</inkml:trace>
  <inkml:trace contextRef="#ctx0" brushRef="#br0" timeOffset="158639.26">23409 4117 642 0,'34'11'-3'0,"-4"-4"-4"15,-4-2-44-15,-2 0-141 0,0-5 59 16,-2 1 45-16</inkml:trace>
  <inkml:trace contextRef="#ctx0" brushRef="#br0" timeOffset="159136.9">24350 4367 414 0,'3'11'65'16,"-3"1"12"-16,0-6 8 0,-3 5 3 15,0-3 0-15,-5-2-7 0,-5 2 5 0,-1-1 6 16,-5 7-3-16,-8-4-5 0,-6 0-1 16,-11-1 1-16,-12 2-7 0,-7-4-6 15,-24 3-4-15,-6 0-7 0,-41 5-6 0,-12-5-4 16,-15 2-6-16,-5-5-5 0,-14 2-2 15,-4-1-4-15,-9 0-6 0,0 3-2 0,-1-1-1 16,1 3 3-16,0-1-5 0,10 1-6 16,2-4-1-16,8 7 1 0,7 4-7 0,12-3 2 15,7 4-3-15,11 1 0 0,9-5 0 16,27-2-3-16,24-2 1 0,12-4-3 16,7 2-1-16,11-4-7 0,2 0-12 0,5-1-15 15,9 1-2-15,6-4 3 0,4-1 6 16,10 1-2-16,4-3 5 0,9 0 5 15,-3 0-1-15,23-10 2 0,1-1 2 0,-1 2 4 16,10-4 1-16,-3-2-1 0,0 2 4 16,-7 1-2-16,1 5 15 0,-5 0 6 15,2-4 6-15,-4 5-1 0,-1-1-3 0,-5 3-1 16,-2 1-3-16,-5-2-1 0,-4 5-3 16,0 0 4-16,-21 11-5 0,5-4 2 15,-8 5-3-15,-6 6 0 0,4-4 1 16,-4 4-1-16,6-5-2 0,5 2 2 0,-2-5-4 15,5 2 3-15,6 1-2 0,0-1 1 16,7 1 4-16,6-3-2 0,3-1 2 0,15 4-5 16,5-5-25-16,11-1-32 0,9-3-35 15,8 2-32-15,-4-3-110 0,13-1-298 0,4 1-32 16</inkml:trace>
  <inkml:trace contextRef="#ctx0" brushRef="#br0" timeOffset="161088.82">10683 3825 351 0,'-7'-4'114'0,"4"0"-43"15,-1 2-17-15,1 0-14 0,0-1-3 0,3 0-3 0,-4 0-7 0,4 3 0 0,-6 0-2 0,3-1-6 0,3 1 7 16,-4-3-5-16,4 3-2 0,-7 0-2 16,7 0-2-16,0 7-4 0,0 6 3 0,4 9 3 15,-1 6-11-15,7 9 6 0,-3 9-4 16,-1 1-4-16,5 6 1 0,-2-3 6 0,-2 1 1 16,0 2-4-16,3-6-1 0,-4 2 0 15,4-6-3-15,-7-3 9 0,2-5-4 16,1-3 2-16,-3-6-13 0,0-1-11 0,-3-1-18 15,-3-12-61-15,3 1-152 0,-6-6 14 16,-2-2 79-16</inkml:trace>
  <inkml:trace contextRef="#ctx0" brushRef="#br0" timeOffset="161489.29">10849 4257 687 0,'3'-4'23'16,"2"-3"0"-16,1 3 1 0,-3-2-1 0,4-1 3 15,-1-1 0-15,5-2-9 0,2-1 9 16,4-7 2-16,-1 3-1 0,8-6-9 0,-1 4-2 16,0 1-6-16,0 3-1 0,-6 1 3 15,0-1-2-15,0 8-4 0,-4 2 6 0,1 6-4 16,-5 2 3-16,-2 5-1 0,-1 1 0 16,-6 6-4-16,3-2 0 0,-6-1-3 0,0 4 7 15,0-3-5-15,3 0 0 0,-4-1-3 16,1-1-1-16,3-2 8 0,-3 1-9 15,3-6 1-15,-3 5-6 0,3-3 3 0,0-2 3 16,0 2 2-16,6-2-1 0,7-1 3 16,-2-3 1-16,5 2 1 0,4 0-9 15,4-4 3-15,-2 3 5 0,5-3 1 0,0 1-1 16,-3 2 1-16,-1-3-5 0,-3 4 2 16,0 0 3-16,-4-2-4 0,1 2 1 15,-4 4-2-15,1-1 1 0,-4 3 3 16,-7 1 2-16,-3 3-1 0,-3 0-2 0,-7 1 3 15,0 0-1-15,-10-1-20 0,0-1 1 0,0-2-16 16,-3-3-18-16,-7-2-61 0,9 2-151 16,-1-8 1-16,1-3 224 0</inkml:trace>
  <inkml:trace contextRef="#ctx0" brushRef="#br0" timeOffset="161825.54">11146 3688 705 0,'-36'-13'-13'0,"-5"8"7"0,8 2 1 16,-7 11 3-16,0 2-3 0,-7 12 5 0,-13 10 2 16,-13 18 5-16,4 7 0 0,-2 7 0 15,8 1 2-15,6 0-1 0,14-5-1 16,13-10-2-16,0 4 6 0,9 3 9 16,8-7 1-16,7 4 3 0,6 1-1 0,6-3 0 15,12 5 6-15,4-1-14 0,11-6 8 16,8-7-4-16,5-6 8 0,5-5-3 0,2-12 8 15,0-8 5-15,0-9 11 0,7-10 13 16,4-3 2-16,-1-5 5 0,4-7 5 16,-1-9 1-16,-9-1 2 0,-4-8-4 0,-5-3-5 15,-12-7-6-15,-9-4-7 0,-8-7-6 16,-8-3-7-16,-8-4-7 0,-6-2-4 0,-5 1-8 16,-4 5-15-16,-6-1-14 0,-1 8-17 15,-4 1-18-15,5 12-8 0,6 9-14 16,5 5-26-16,-4 6-17 0,2 7-72 0,2 8-294 15,7 3 20-15</inkml:trace>
  <inkml:trace contextRef="#ctx0" brushRef="#br0" timeOffset="166290.7">11450 3695 525 0,'3'1'9'0,"-3"5"4"0,3-1 2 0,-3-2 9 0,0 1-2 0,3-1 7 0,-3 0-3 0,0-2 8 0,4 3 1 0,-4-2 7 15,-4 0 1-15,4-2 1 0,0 0 3 0,0 0-1 16,0 0-8-16,-3-12-2 0,-3 5-8 16,2-7 0-16,-6 0-1 0,3-4-5 15,1 0 0-15,-4 1-3 0,3 2 1 0,-3-3-1 16,0-1 6-16,3 2-7 0,-3-4-3 16,1 2-5-16,-5-1 1 0,7-1-1 15,-6 2-2-15,3-2 3 0,3 7-7 0,-2-1 6 16,2 1-2-16,0 3-4 0,0 1 1 15,4-1-3-15,-3 1 0 0,2 2-2 0,-2 1-1 16,3 0-3-16,-2 0 1 0,2 2 7 16,-3 2-11-16,3 3 9 0,-1 0-4 15,-2 4-9-15,-2 4 2 0,5 1 14 0,-3-1-8 16,-1 6-1-16,4-3 3 0,-8 0 4 16,8 2-6-16,0-4-5 0,-4 1 8 0,4 1 3 15,0-4-6-15,0 3 6 0,0-2-8 16,-5-4-4-16,8 5 4 0,-3-5 9 15,0 0-2-15,3 2-6 0,-4-1 2 0,8 1 2 16,-8-5 0-16,4-1 3 0,0 0-1 16,0 0 3-16,0 0 2 0,-3-18-6 15,3 10 1-15,3-5 3 0,1-2 2 0,-1 0-10 16,-3-1 3-16,3 0-2 0,0-2 9 16,5-2 0-16,-5-1-5 0,0 2 2 0,4-2 3 15,-4 3-3-15,0 1 2 0,0 2-3 16,5 3 1-16,-5-2 1 0,0 3-5 0,1-2 2 15,-1 3 7-15,0 1-13 0,0 2 5 16,5 1-1-16,-2 1-4 0,1 5 5 16,2-2-5-16,5 2 5 0,2 2 4 15,-2 3-5-15,5 2 4 0,5 4-6 0,-4-1-3 16,3-3-2-16,4 3-24 0,-4 2-19 0,4-1-31 16,0 3-180-16,0 4-62 0,-5-4 162 15</inkml:trace>
  <inkml:trace contextRef="#ctx0" brushRef="#br0" timeOffset="169601.63">7820 4740 845 0,'-4'-8'-13'0,"1"4"7"0,3 1 0 0,0 0 0 0,-3 1 0 0,3-3 1 0,0 5-1 0,0 0 0 0,0 0-2 0,3 17-4 16,4-2 9-16,-1 8-2 0,4-1 8 0,0 8-3 16,0 2-1-16,4 0 2 0,-4 2-3 15,3-1-1-15,-3-1 4 0,3 0 3 0,-3-2-2 16,0 2 0-16,0-1 7 15,3-1 0-15,-6-3 0 0,0 1 4 0,-1-6-6 0,1 1 3 16,0-3-1-16,0-1 3 16,-4 2-1-16,3-6 3 0,-2-1-4 0,-1 2 1 15,0-4 3-15,0 1-8 0,2-4 6 16,-2 2 1-16,0-1-4 0,0-3 4 0,-3 1 0 16,0-1-4-16,3-1 2 0,1-2 2 15,-4 0 7-15,0 2-7 0,3-1 1 0,-3 1-1 16,0-5 2-16,0 2-8 0,0-3 6 15,0 0-19-15,0 0-12 0,0-10-24 0,-7 3-125 16,1-5-129-16,0-1 187 0</inkml:trace>
  <inkml:trace contextRef="#ctx0" brushRef="#br0" timeOffset="170011.56">8112 4940 750 0,'-3'-4'-20'0,"3"3"8"0,0 1 4 0,0 0 1 0,-3-3 5 0,3 0 0 0,0 3 4 0,0 0-3 0,-3-1 4 16,3-2-2-16,0 3 2 0,0-3 0 0,0 3-5 15,-4-2 6-15,4 2 1 0,0 0-1 16,-3-3-3-16,3 3-1 0,0 0 5 0,0-2 0 16,0 2-3-16,0-4-3 0,0 4 2 15,0 0 0-15,0-4-1 0,0 4-6 16,-3-3 0-16,3 2 0 0,0 1 3 15,0 0-6-15,0-6-2 0,3 4 0 0,-3 2 2 16,0-3 1-16,0 3 2 0,0 0-2 0,0-6 0 16,0 6-3-16,0-1-1 0,0 1-12 15,-3-3-32-15,3 0-58 0,-3 2-32 16,0-5 50-16</inkml:trace>
  <inkml:trace contextRef="#ctx0" brushRef="#br0" timeOffset="171059.53">8210 4904 435 0,'0'0'29'0,"-8"0"1"0,8 0 11 0,0 0 3 0,-3-4 6 0,3 4-5 0,0-3-1 0,0 3 10 0,0-11-15 16,0 4 7-16,-3 0-8 0,3-4 1 0,0 4-8 15,0-2 0-15,3-4-2 0,0 3 0 16,-3-2-13-16,4-1 10 0,0 1-7 0,2 2-5 15,-2 0 4-15,2-1-2 16,-3 2-2-16,0 4-2 0,1-3-2 0,-4 1-7 16,4 2-2-16,-1 5 0 0,0 0 10 15,1 5-13-15,-1 2 13 0,0 3-6 0,0 1 9 16,1-3-16-16,-4 3 9 0,3-1-8 0,1 0 1 16,-1-2-4-16,0-1 11 0,-3 6-1 15,4-5-1-15,-4 0-1 0,3 1-6 16,-3-1 0-16,3-1 2 0,-3 0-5 0,0-2-1 15,3 2 6-15,-3-1-1 0,4-1-3 16,-4-3 11-16,3 3-1 0,-3 1 0 16,3-5-6-16,-3 2-1 0,4 0 2 0,-4-2 1 15,3 3-3-15,1-2 7 0,2 1-7 16,-3-1-5-16,4 1 7 0,0 0 0 0,3-2-6 16,-7 5 2-16,4-1 3 0,-1 0 4 15,1 4-5-15,0 4 4 0,3 2-3 0,-4 3 9 16,2 2-2-16,-2-4 5 0,-3 5-7 15,0 0 1-15,-3 1 1 0,0-2 4 16,0 2-5-16,-3 1 10 0,0 2-7 16,-3-5 5-16,-2 5 1 0,2-6 4 0,-1 5 2 15,-3-7-1-15,0-1 2 0,3 2 0 0,1-5-6 16,-1-1 3-16,0-1-2 0,4-1-2 16,-4 0-11-16,4 0-7 0,0-2-13 0,0-1-27 15,-1-2-42-15,-3-3-103 0,7 1-228 16,0-3 75-16</inkml:trace>
  <inkml:trace contextRef="#ctx0" brushRef="#br0" timeOffset="171664.53">10280 7222 1083 0,'-11'14'-32'0,"5"7"9"0,-1 1 9 0,4 2 3 0,-4 8 11 0,4 0-3 0,-1 5 4 0,1-1 1 0,3 2 2 15,0-5 0-15,0 0-8 0,0-5 8 16,0 0-1-16,0-3-5 0,3 0-17 0,-3-6-22 16,0-2-119-16,-3-3-110 0,0-7 212 15</inkml:trace>
  <inkml:trace contextRef="#ctx0" brushRef="#br0" timeOffset="172018.72">10229 7400 748 0,'17'-18'11'0,"-4"3"3"15,1 1 6-15,-1 1-5 0,8-2 0 0,1 0-2 16,5-1-3-16,6 1-2 0,0 3-2 16,2-1 3-16,-5 6-1 0,-5 0 2 0,2 2-2 15,-3 2 2-15,-4 6-2 0,0-2-2 16,-3 5-1-16,-4 2-4 0,-3 2 10 15,-3-1-4-15,-4 4 0 0,0-1-2 0,-3 4 0 16,0-4 3-16,0-2-2 0,-3 2 0 16,3-2-1-16,-3-3 4 0,3 4-3 0,0-4-2 15,-4 0 1-15,8-1 7 0,-4 2-4 16,6-4 5-16,4 2-9 0,4 1 4 16,-1-2-5-16,4 1 2 0,-1-2-1 15,1 0 4-15,-1 2-8 0,1 2 2 0,-4-1 9 16,1 3-4-16,-4 1 6 0,-1 1-8 15,-4 1-3-15,-5 3 5 0,0 0-5 0,-8 3 11 16,-2 2-8-16,-2-4 3 0,-2 1-9 16,-2 0 2-16,-5-6-6 0,1 1-15 15,1-5-10-15,-2 0-6 0,4-5-52 0,-2-6-131 16,5-1-37-16,1-6 225 0</inkml:trace>
  <inkml:trace contextRef="#ctx0" brushRef="#br0" timeOffset="172194.42">10946 7360 768 0,'23'0'17'0,"-2"0"3"0,-5-3 10 0,1 3 0 16,-7 0 9-16,0 0-4 0,0 0 4 0,3 0 5 15,-2 0-3-15,1 3 1 0,2-3-5 16,-1-3-2-16,3 3-7 0,1-3-2 0,1 3-5 16,-6-1-10-16,6-2-6 0,-2-3-20 15,1 4-16-15,-1 0-17 0,-2-3-47 16,-1-1-130-16,0-1-66 0,1 2 192 0</inkml:trace>
  <inkml:trace contextRef="#ctx0" brushRef="#br0" timeOffset="172438.17">11540 7150 764 0,'0'0'-3'15,"-8"0"9"-15,8 0 1 0,0 7 5 0,0-3-1 16,0 7 4-16,5 2 1 0,-5 2 6 0,6 2 3 16,-6 2 11-16,3 5 4 0,4 1 3 15,-4 0-9-15,3 0-1 0,2 1 0 0,-5-1 3 16,0-1-10-16,4 1-4 0,-4-6-4 16,0 2-5-16,0-6-7 0,2-1-27 15,-2-1-17-15,0-5-26 0,-3-4-130 0,0-1-112 16,0-3 178-16</inkml:trace>
  <inkml:trace contextRef="#ctx0" brushRef="#br0" timeOffset="172783.85">11746 7179 870 0,'7'-7'-3'0,"0"2"7"0,-1-2-2 0,1 0 6 15,3-2 6-15,-3 1-1 0,2 4 4 0,1 0 3 16,-3-2-6-16,3 1 8 0,-3-1-9 15,-1 5-1-15,1-2 6 0,0 0-6 0,-1 6-1 16,4 0 1-16,-6 2 1 0,3 2 0 16,-4 3-5-16,0-2 4 0,0 2-1 15,1 0 0-15,-1-1 3 0,0 1-5 0,-3-3-3 16,3 1-1-16,2 1-1 0,1-2-2 16,-3 0 1-16,7-2 1 0,1 2 8 0,-2-1-6 15,4 1 1-15,1 1 2 0,2-4 1 16,1 3 1-16,4-1-6 0,-5 2 2 0,4-1 2 15,-1 3-1-15,2-5 7 0,-4 5-4 16,-4-2 2-16,0 2 0 0,1 1-1 16,-8 3-5-16,-3 3 3 0,-3 1-6 0,-6 1-17 15,-11 5-13-15,-6-2-6 0,0 0-18 16,-7-2-7-16,-10 3-52 0,-4-3-99 0,-5-1-81 16,-5-1 194-16</inkml:trace>
  <inkml:trace contextRef="#ctx0" brushRef="#br0" timeOffset="172984.83">10386 8051 841 0,'-46'25'19'0,"5"-1"6"0,11-5 10 0,7-6 6 15,6-1 8-15,4 1-5 0,10-5 4 16,10-1 11-16,9-3 1 0,14 0-2 16,23-8-7-16,28-4-5 0,42-16-1 0,20-2-8 15,21-10-3-15,5-2-4 0,8 1-5 16,7-2 0-16,-1-1-5 0,-3-2-2 15,-4 6-14-15,-9 1-31 0,-10 2-16 0,-13 4-11 16,-15 1-20-16,-22 0-32 0,-33 3-149 16,-19 6-104-16,-14-2 127 0</inkml:trace>
  <inkml:trace contextRef="#ctx0" brushRef="#br0" timeOffset="173276.58">12816 7379 1008 0,'0'-7'2'0,"-3"2"13"15,3-1 10-15,-3 5-4 0,3-5-3 16,-4 5 7-16,4-2-11 0,0 3 9 16,0 0 15-16,4 17 15 0,2-5 12 0,0 9 15 15,2 1 18-15,-2 0-1 0,4 3-1 0,0 3-3 16,0-8-2-16,0 3-6 0,-3-2-3 16,0 0 0-16,-1-3 13 0,1-7 9 15,-1 0 5-15,5-3-4 0,8-10-7 0,8-7-3 16,20-10-18-16,20-16-5 0,36-26-12 15,14-11-5-15,9-16-11 0,10-6-5 16,-2-6-15-16,-1 0-16 0,-3 7-29 0,-6 11-24 16,-8 7-17-16,-16 15-22 0,-10 6-19 15,-19 18-21-15,-15 15-17 0,-12 14-13 16,-8 7-11-16,-12 10-67 0,-8 8-437 0,-5 14-163 16</inkml:trace>
  <inkml:trace contextRef="#ctx0" brushRef="#br0" timeOffset="198136.7">3859 8665 424 0,'-3'0'119'0,"0"3"-50"0,3-3-7 0,-4 0-19 16,4 0-15-16,-3 1 1 0,3-1-5 15,0 0-4-15,0 0 1 0,0 0-2 0,-6 3-5 16,6-3 8-16,0 0-7 0,0 0-5 15,0 0 3-15,0 3 2 0,0-3-7 16,0 0-2-16,0 0-2 0,13 0-1 0,1-3 1 16,-1 3-4-16,7 0 11 0,2-3-8 15,5 3 5-15,6 0-8 0,1-1 5 0,6 1-1 16,3-3-6-16,-3 3 11 0,4 0-11 16,2-3 6-16,1 3-8 0,-1 0 3 15,-2-2 1-15,-4 2 3 0,-3-3 2 0,-4 3-6 16,-6-2 6-16,-1 2 0 0,-5 0-3 15,1 0 6-15,-5-4 0 0,-4 8 2 0,-2-4 3 16,-8 0-11-16,-3 2 3 0,0-2 2 16,-17 3-1-16,-2 2 1 0,-5-1-5 0,-3 2-4 15,-3-5 6-15,-6 5 1 0,3-1 3 16,-11 1-6-16,1-2 3 0,-3 0-2 16,-1 0-6-16,-4-2 8 0,2 3-5 0,-2-2-5 15,1 0 6-15,4-2-6 0,3 2 9 16,2-3-4-16,5 3 0 0,6-2-2 15,0-1 1-15,3 4-4 0,3-2 0 0,2-2 3 16,5 0 4-16,0 0-4 0,0 3 6 16,4-3-9-16,6 0 10 0,1 2-5 0,6-2 1 15,0 0-3-15,13 0 3 0,-3 0 2 16,10-2 0-16,-3-1 2 0,9 3 2 16,4-2-5-16,0-3-2 0,7 2-1 0,-1 0-4 15,8-1 2-15,-1-1-3 0,1 0 4 16,-4 1 0-16,-4 0-1 0,1 1 5 0,-4 2 1 15,-3-5 1-15,-3 4-3 0,-3 2 6 16,-4-5-4-16,-1 5 8 0,-2-4-12 16,-1 3-2-16,-2 1-6 0,-1-3-13 0,-2 0-9 15,-1-1-20-15,-7 1-103 0,0-2-140 16,4-1 189-16</inkml:trace>
  <inkml:trace contextRef="#ctx0" brushRef="#br0" timeOffset="199171.79">4016 9915 867 0,'-3'-6'13'0,"-1"4"7"0,4 0 3 0,-3-2-4 0,3 3 4 0,0 1 6 0,0 0 0 0,0-6-2 0,0 5-3 15,0 1-9-15,0 0 2 0,3-3-3 0,8 0-2 16,-1 0-3-16,6 1 12 0,4-4-9 15,7 5-3-15,6-6 2 0,4-2 0 16,2 5-4-16,2-4 4 0,2-2-8 16,-3 3 2-16,-3-1 7 0,0 1-1 0,-4-1-9 15,-6 2-1-15,-1 2 8 0,-3 1-7 0,-3 2 0 16,-7 1 1-16,-5 0 3 0,-5 7 3 16,-9 0-7-16,-5 4 6 0,-8 1-12 0,-8 5 8 15,-3-2-1-15,-7 5-5 0,0-2-3 16,-6 1 9-16,0-1-8 0,-4 2 3 0,1-1 4 15,2-1-6-15,7-3 1 0,4 1 3 16,0-4 6-16,9-2-3 0,-3-2 6 16,11-4-5-16,5 2-2 0,5-3 3 15,6-6-2-15,0 3 2 0,24-15 3 0,-1 2 0 16,7-5-6-16,13-4-12 0,8 0-18 16,9-9-15-16,3-1-20 0,-3 2-115 0,-4-2-177 15,1 0 131-15</inkml:trace>
  <inkml:trace contextRef="#ctx0" brushRef="#br0" timeOffset="199563.92">4453 9415 958 0,'-4'-3'-21'0,"1"1"7"0,3 2-4 0,0 0 3 0,-10 5 7 0,7-1 0 0,0 7 5 0,-1-1 0 0,-2 1 5 0,6 0-8 15,-4 2 2-15,4-1 0 0,0 1 2 0,0-1 8 16,0-2-7-16,4 3 7 0,-1-4-1 15,0 2 2-15,1-1-3 0,-1-3 5 16,3-3 8-16,1 5 3 0,0-7 7 16,3 1 1-16,0 0 2 0,3-3 0 0,-3-3 4 15,0 0 5-15,1-2-5 0,-2-1-3 16,-6-1-1-16,4 0-2 0,-7-4-8 0,0 0-4 16,-7-3-16-16,1 3-11 0,-4-4-10 0,0 2-15 15,-3 2-12-15,-1 0-71 0,-6-3-235 16,0 6 133-16</inkml:trace>
  <inkml:trace contextRef="#ctx0" brushRef="#br0" timeOffset="199945.7">4547 8919 965 0,'0'-9'-12'0,"-5"-1"2"0,2 3 0 0,0-1 0 16,0 5-1-16,-1 1 5 0,-2 2-3 0,0 2 4 16,-2 3-3-16,-2 5 0 0,4 0 0 15,-4 2 0-15,3 4 2 0,4-4 9 16,-1 1-3-16,1 2 2 0,3-3 0 0,0 1 8 15,3-1 9-15,-3-2 0 0,7 0 6 16,-4-2-6-16,4-4-2 0,0 2 11 16,3-6-9-16,0 0 0 0,0-6 2 0,3 2 3 15,-2-4-5-15,-2 1 13 0,1-3-10 16,-4-4 4-16,2 0-10 0,-5-1 4 0,-3-2 0 16,0-1-13-16,-3-1 0 0,-5 1-5 15,-1 0-9-15,-4 5-22 0,-4-1-4 16,1 3-23-16,-5 4-76 0,-6 2-207 15,7 5 147-15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18:01:19.46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3429 1646 875 0,'3'-4'-40'0,"5"1"8"0,-5 2 6 0,0-2 3 0,0 0 3 0,1 3-2 0,-1-2 0 0,-3 2 2 15,3 9 1-15,0 2 2 0,-3 2 2 0,0 4 1 16,0 5 1-16,0 6 2 0,0-1 5 16,0 4-1-16,-3 1 4 0,3 3 0 0,0-5 1 15,-3 2-1-15,3-3 1 0,-3 0-1 16,3-2 2-16,0-2-1 0,0-2 5 0,0-2 1 16,-4 0-2-16,4-3-1 15,0-1 3-15,0-2 2 0,-3-2-3 0,3 2 1 16,0-3 1-16,0-2 2 0,0 0-3 0,0 1 2 15,0-4 2-15,0 2-5 0,0-3 3 16,0 1 4-16,0-3-7 0,0 2 0 0,0-1-3 16,0 1 4-16,0-5 5 0,0 5-7 15,0-5 4-15,3 3-1 0,-3 0 4 16,0-4-12-16,0 3-1 0,4-3-12 16,-4 0-12-16,0 0-70 0,3-5-78 0,-3-1 60 15</inkml:trace>
  <inkml:trace contextRef="#ctx0" brushRef="#br0" timeOffset="432.59">3807 1817 506 0,'3'-7'2'0,"0"-1"5"0,0 2 2 0,0-1 2 0,1 3 0 0,-1-1 3 0,0 0-4 15,-3 0 2-15,3 2-6 0,-3-1 1 16,5 4-4-16,-5 0-1 0,0 0 1 15,3 12 0-15,-3 1 1 0,0 4-4 0,-3 3 7 16,3 5-3-16,-5 0 1 0,-1 0-2 16,3 2 1-16,-1 1 0 0,-2-3 0 0,3 2 0 15,0-4 1-15,-5 2-1 16,5-3-1-16,0-3 2 0,-1 2-2 0,1-3-2 16,3-3 5-16,-3-2-4 0,3-1 4 15,-3 1-6-15,3-1 3 0,0-2 0 0,-3 0-2 16,3-3 6-16,0 1 3 0,-5-1-5 15,5-3-4-15,0 2-7 0,0 2-19 0,5-5-37 16,-5 1-116-16,0-1 28 0,3-3 51 16</inkml:trace>
  <inkml:trace contextRef="#ctx0" brushRef="#br0" timeOffset="2362.84">4577 1789 646 0,'-5'-1'-23'0,"5"1"6"0,0 0 1 0,0-3 5 0,0 3 2 0,0 0-3 0,0 0 0 0,0 0 1 0,-6 7-2 0,3-3-2 0,-1 5 5 0,-2 0 0 16,3 4-2-16,0-1 3 0,-5 6 3 15,2 0-1-15,-4 2 2 0,7-2-2 16,-4 1 5-16,0 1-3 0,4-2 1 15,-1 1 3-15,1-3 2 0,0 0-2 0,0 1 2 16,-1-5 2-16,1 2-1 0,3-1-1 16,-4-2 2-16,8-3-1 0,-8 3 5 0,8-1 6 15,-4-2 3-15,3-1 3 0,-3 0 3 0,4-1 7 16,-1-1-4-16,0 0 7 0,4-3 2 16,-1-2-8-16,-2 0 6 0,6-2 3 15,-4-1-7-15,4 1 2 0,-2-3 3 0,1-2-3 16,1-1-5-16,-4-1-2 0,2 1-6 15,-2-3 0-15,1 1-3 0,-4-2-1 0,0-1 3 16,0 1-9-16,-3-1 4 16,0 1-3-16,-3-1-7 0,0-2-5 0,-4 2-13 15,1-1 0-15,0 2-11 0,1 1-7 16,-1-2-5-16,-1 4-25 0,-2-1-76 0,6 0-83 16,-2 0 76-16</inkml:trace>
  <inkml:trace contextRef="#ctx0" brushRef="#br0" timeOffset="2893.01">4779 1777 606 0,'0'-2'-14'0,"4"-2"8"0,-4 4 8 0,0-1 1 0,3-2 7 0,-3 3-1 0,0-3 4 0,0 2 4 16,0 1-2-16,0 0 1 0,0-6 3 0,0 6-6 15,0 0 1-15,0 0-5 0,0-2 0 16,0 2-1-16,0 0-2 0,0 0-3 16,0 0 2-16,0 0-2 0,-3 8-3 0,3-1 1 15,0 3 0-15,3 6 3 0,-3 2 2 16,0 6-1-16,0 1-4 0,0 4 4 16,4-1 0-16,-8 2 1 0,4-3-4 0,0 3 4 15,0 1-1-15,0-5-1 0,-3 2-3 16,3-3 8-16,0 0-4 0,0-3-1 15,3-1 7-15,-6-1-6 0,3-4-1 0,0 2 1 16,0-5-1-16,0 2-1 0,0-3 3 16,0-2-1-16,0 3 5 0,0-2-1 0,0-4 11 15,0 0 1-15,3 1-7 0,-3-1-1 16,0 1-3-16,0-4 3 0,0 2-3 16,0-2 2-16,0-1-13 0,0 0-8 0,4-2-17 15,-4-1-14-15,0 0-21 0,6-4-119 16,-2 1-54-16,-4 2 79 0</inkml:trace>
  <inkml:trace contextRef="#ctx0" brushRef="#br0" timeOffset="4720.51">5032 2096 654 0,'0'0'-2'0,"0"0"4"0,0 0 10 0,0 6 4 0,0-6 2 0,0 0 3 0,0 0 2 0,0 0 1 15,0 0 3-15,0 0-2 0,0 0-2 16,-6 3 1-16,6-3-4 0,0 0 1 15,0 0-4-15,0 0-3 0,0 0 1 0,0 0-1 16,0 0-7-16,0 0 4 0,0 0-1 16,0 0-9-16,0 0-10 0,0 0-18 0,6 2-14 15,-6-2-45-15,8 0-107 0,-5 0-25 16,4 0 74-16</inkml:trace>
  <inkml:trace contextRef="#ctx0" brushRef="#br0" timeOffset="4872.67">5236 2100 580 0,'0'0'-3'0,"3"0"6"0,-3-4 1 16,0 4-1-16,4-1-1 0,-1-2-1 0,-3 3-10 16,7-3-35-16,0 2-102 0,-1-2 13 15,4 0 45-15</inkml:trace>
  <inkml:trace contextRef="#ctx0" brushRef="#br0" timeOffset="5056.66">5556 2046 376 0,'4'-1'15'0,"-4"1"4"0,0 0 0 16,6-3 2-16,-6 3 2 0,4 0 2 15,-4 0 1-15,3-3-3 0,-3 3 1 0,3 0-2 16,-3 0-3-16,3-1 2 0,-3 1-2 15,4 0-3-15,-1-3-10 0,-3 3-12 16,0 0-25-16,0 0-107 0,7-3-32 0,-7 3 58 16</inkml:trace>
  <inkml:trace contextRef="#ctx0" brushRef="#br0" timeOffset="13415.37">3339 1370 486 0,'-10'-6'30'0,"4"5"-24"0,-1-2 4 0,0 0 0 0,4 1-4 0,-4-1-4 0,4 3 2 0,0-2-3 0,3-2 2 15,-3 3-2-15,3 1-3 0,0-3 2 0,0 3 0 16,6-3-2-16,4 3-3 0,4 0 1 16,5 3-3-16,5-3 5 0,9 0 0 15,8 0-4-15,8 3 3 0,8-6 0 0,0 3-1 16,12 0-1-16,9-3 1 0,-6 3 1 15,6-1 0-15,1-2-2 0,-2 0 0 16,3 3 6-16,-3-2-6 0,-1 2 3 16,-2 0-3-16,-4 0 6 0,-4-3-5 0,-12 3 3 15,3 0-3-15,-8 0 5 0,1 3-2 0,-4-3 1 16,-5 0-3-16,-4 0 1 0,-1 0 5 16,-3 0-3-16,1 0 0 0,-4 0 3 15,0 0 4-15,-4 0-2 0,1 0 0 0,-3 0 1 16,-5 0 1-16,2 0-18 0,-5 2-23 15,-2-2-90-15,-5 0 9 0,2 3 39 0</inkml:trace>
  <inkml:trace contextRef="#ctx0" brushRef="#br0" timeOffset="14101.09">4053 2195 317 0,'10'1'-5'0,"0"5"1"0,-4-3 8 0,8-1 1 0,-4-2 4 0,0 3 3 0,0-6 3 0,3 1 3 0,-2-1 0 15,1-3 0-15,-2 2 3 0,1-3 0 0,2-1 4 16,1-2-4-16,-8 0 0 0,4-2 2 15,-1 2-5-15,-1-5 2 0,-2 2 0 16,-2 1-3-16,-4-3 2 0,-4-2 2 0,1-4-7 16,0 4-8-16,-8-3-5 0,5 3-1 15,-7 0-14-15,2 3-9 0,1-1-33 0,-2 8-117 16,-2 2 33-16,4 2 48 0</inkml:trace>
  <inkml:trace contextRef="#ctx0" brushRef="#br0" timeOffset="14799.43">4069 1930 368 0,'7'-9'2'0,"0"5"11"0,0 0 4 0,-4-2 4 0,-3 4 0 0,3-1-2 0,-3-3 5 15,3 5-8-15,-3-2 4 0,0 0-4 0,0 3-4 16,0-4-1-16,0 4-6 0,-3-3 5 15,3 3 1-15,-10 0-5 0,3 3-3 16,1 0 1-16,-4 1-5 0,0 4 6 16,0-1-6-16,-3 6 0 0,-4-1 2 15,4 2-2-15,-1 3-1 0,1-3 3 0,-4 1 5 0,4 3-6 16,-4-1-3-16,4 1-1 0,3 0 5 16,-1-1-4-16,-1 3 6 0,5-3-8 15,1 1-1-15,-2-1 3 0,2-2 1 0,2-2-1 16,1-1 3-16,3 1 0 0,3-1-4 15,-3-2-1-15,7 1 5 0,-1-4 1 16,2 0-4-16,5-2 8 0,1 1-7 16,-1-6 4-16,3 0 0 0,1 0-1 0,3-3 3 15,-4-3-2-15,5-2 0 0,-1 1 8 16,-1 0-9-16,-2-4 5 0,0 0 0 0,0-3-1 16,-4 0 0-16,4-1-4 0,-4-2 2 15,-3-1 5-15,0 0-3 0,0 0 2 0,-4-1-4 16,2-1-6-16,-5 2 2 0,0 0-18 15,0 4-13-15,-3-4-77 0,3 4-55 16,-3 2 55-16</inkml:trace>
  <inkml:trace contextRef="#ctx0" brushRef="#br0" timeOffset="16145.61">2486 1989 438 0,'4'-12'-3'0,"-4"2"7"0,0 0 7 0,3-1 2 16,-3 3-2-16,0-3 2 0,0 4-1 0,0 0-1 0,0-4 0 0,0 4-1 0,0 0 6 0,0-1-8 0,0 3-2 0,0 0-1 15,0-1-1-15,0 5 0 0,0-5-1 16,0 6-2-16,3 7-1 0,0 4 3 16,-3 2 1-16,4 6-4 0,-4 4 3 15,3 2 1-15,-3 2 1 0,0 4-3 0,0-2 3 16,0-1 1-16,0 2-1 0,0-3-1 15,0 1 1-15,0-3 0 0,-3-3-2 0,3 3-3 16,0-7 3-16,0 0 1 0,0-4-5 16,-4 1 1-16,4 0 10 0,0-5 3 15,4 2 12-15,-4-2-5 0,0-3 8 0,0-1-7 16,0-1 0-16,0-2 2 0,0-3-6 16,0 0-5-16,0-14 1 0,0 7 2 15,-4-5 1-15,1-2-5 0,3-4-2 0,0-2-5 16,-3-5 5-16,3-4-4 0,-3 3-1 15,3-5-4-15,0-1 3 0,0-4 3 16,0 10-6-16,0-5 0 0,3 6-1 0,-6 3 4 16,3 1-2-16,0 5-1 0,0-1-1 0,0 0 5 15,0 3-11-15,0 2 8 0,0 2-3 16,0 2-1-16,3 2 2 0,-3 6-1 16,0 0 8-16,6 9-10 0,-2 0 4 0,-1 2 1 15,0 2 2-15,1 1-3 0,3 1 1 16,-4 0-2-16,3 3 1 0,-2-1 0 15,2 1 2-15,-2-1-1 0,-1-2-2 0,-3 0 0 16,4-2 2-16,-1-1 1 0,0 1-1 16,0-1 1-16,1-2 4 0,-4 0-6 15,3-2 3-15,-3 2 1 0,3-3-2 0,1-2-3 16,-4 2 5-16,4-1 2 0,-4-1 0 16,0 0-1-16,3 0-2 0,-3-2 1 0,0-2-2 15,3 5-2-15,-3-5-1 0,3 3 1 16,-3-2 5-16,0 1-7 0,0 2 4 15,0-2-4-15,0-2-2 0,0 2 6 0,0 0 0 16,0 2-3-16,0 2-4 0,0-1 5 16,0-2 2-16,3 4-2 0,-3-4 0 0,4 2-6 15,-1-3-1-15,0 1 10 0,1 0-7 16,3 2 1-16,-4-4 2 0,3 1 4 16,4 0-3-16,4-3 1 0,-4 0 4 0,7-3-5 15,-1-2 1-15,4-2 2 0,4 0-5 16,3-6 6-16,2-2-3 0,1-3 3 0,-3 1-3 15,-1-1-1-15,1-1 1 0,-3-5 1 16,-1-1 7-16,-7-1 1 0,-2-2 5 16,-1-5 3-16,-3 2-3 0,-7-1-2 15,-6 3 8-15,0-4-10 0,-4 2 0 0,-2 2 4 16,-2 1-4-16,-2 3 0 0,-4 0-3 16,1 7-10-16,-1 4 3 0,-7 2 7 15,1 6-3-15,0 5-2 0,-7 2 3 0,3 6-4 16,-6 10 2-16,3 0-6 0,0 3 7 15,3 5-1-15,3 2-5 0,2 1 1 0,1 2 6 16,5 2-7-16,2 1-2 0,5-1 7 16,2 0 3-16,0 0-6 0,7 2 4 0,0-4-5 15,3-2 1-15,4-2-1 0,3-1 7 16,3 0-8-16,1 0 7 0,-1-4-2 16,4-4 2-16,2-2 0 0,2-3-3 0,-1 1-3 15,7-5 3-15,0-6-1 0,3 0 1 16,-1-4-1-16,1-4 3 0,7-2 8 15,-4-5-10-15,4-5 2 0,-1-4 1 0,1-3 2 16,-1-3-3-16,-6-2 4 0,-3-2 0 16,-3-3-3-16,-4 0-5 0,-4 2 3 15,-5 1 7-15,-5 2-3 0,1 0-4 0,-7 1 5 16,-3 3-3-16,-4 2-9 0,0 3-3 16,-6 3-3-16,-3 3-10 0,-8 0-13 0,4 5-11 15,-7 6-17-15,3 4-18 0,-6 1-104 16,1 5-131-16,6 4 172 0</inkml:trace>
  <inkml:trace contextRef="#ctx0" brushRef="#br0" timeOffset="16529.98">2516 2563 808 0,'-7'4'-41'0,"1"0"8"0,2 0 7 0,-2-2 4 0,6 0 4 0,0-2 0 0,6 3 3 16,8-6-1-16,6 1 3 0,13-4 4 15,8 2 1-15,14-3 0 0,10-3 4 16,4-1 5-16,-2 1-4 0,-1 1 0 0,-2-1 0 16,-8 2 6-16,-5 1-4 0,-8 0 5 15,-4 1 7-15,-9 3 5 0,1-1 1 0,-11 0-2 16,-4 4-2-16,-5 0 2 0,-11 4-3 15,-11 0 2-15,-5 2-4 0,-14 1-3 0,-10 1 3 16,-7 2 4-16,-2-3-6 0,-8 3-1 16,0 1-1-16,0-3-3 0,10 3 3 0,1-4-1 15,3 0 3-15,2-1-1 0,11-1-1 16,0 1-3-16,3-2 0 0,8-1 0 16,-1-2 2-16,4 3 2 0,5-4-5 0,8 0 3 15,3 0 1-15,17-5 2 0,-1 2-19 16,7-1-24-16,4-5-79 0,13 1-113 15,4 0 77-15</inkml:trace>
  <inkml:trace contextRef="#ctx0" brushRef="#br0" timeOffset="17659.47">8027 705 603 0,'12'-13'-22'0,"-2"1"6"0,-2 2 3 0,-2 3 0 0,-3 4 6 0,0-2-3 0,1 5 0 0,-4 0 1 0,-4 9 1 0,-2 7-6 0,-8 6 7 15,-2 6 2-15,-8 6 1 0,-2 4 0 16,-4-1 2-16,-4 4 2 0,4-4 2 0,0 3-2 16,0-5 6-16,0 0-4 0,3 1 2 15,2-10 0-15,4-1-1 0,1-1 1 0,4-7 2 16,2-1 3-16,1 1 13 0,2-3 16 15,2-3 17-15,-1-3 5 0,0 1 3 0,3-4-7 16,0-2-6-16,1-3 1 0,-4-6-14 16,3 1-4-16,0-2 2 0,-2-3-9 0,-2-4 1 15,1 3 1-15,1-7-7 0,-2 3-3 16,5 2 3-16,-1 1-4 0,-3 2-2 16,7-2 2-16,-4 3-4 0,0 1-7 0,1 2-4 15,3 6 3-15,3 0 2 0,-4 7-2 16,4 4 4-16,0 2 6 15,0-1-9-15,4 2 2 0,-1 4 1 0,0 0-5 0,0-4 7 16,1 4-8-16,-1-5-3 0,1 2 8 16,-1-4-1-16,0 3-3 0,1-3 1 15,-1 3 3-15,0-7 3 0,0 3-8 0,4 1 3 16,-4-4 6-16,4-2-2 16,3 2-3-16,3-1 2 0,4-5-4 0,3 2 6 15,7-3-6-15,7-3-3 0,-1-1-18 0,13-4-36 16,1-2-21-16,6-5-35 0,17-5-160 15,-3 1-34-15,6-2 180 0</inkml:trace>
  <inkml:trace contextRef="#ctx0" brushRef="#br0" timeOffset="33803.48">7287 3027 377 0,'0'0'48'0,"0"-2"-11"0,0 2-14 0,3-4-5 0,-3 4 5 0,0-1-8 16,0 1-3-16,0 0-2 0,0 0 5 15,0 0-1-15,0 0-1 0,0 0 2 0,0 0-2 16,-8 0-5-16,8 0 3 0,0 0-2 16,0 0-4-16,0 0 1 0,-6 1-1 0,6-1-1 15,0 4-1-15,0-4-1 0,0 0-1 16,-7 2 2-16,4 0-1 0,0 4-2 0,3-2 0 16,-3 2 2-16,0-1 1 0,-2-1-1 15,2 5-4-15,0-2 4 0,0 0 2 16,-1 1-5-16,4 2 0 0,-3-1-1 0,3 0 3 15,-3 3 2-15,3-2-3 0,-3 0 3 16,3 2-7-16,0-2 3 0,0 0 3 16,0 1-4-16,0-3 3 0,0 3-4 0,0-4 1 15,3 4 5-15,-3-4-4 0,0 0 1 16,0-1 0-16,0 1 0 0,0-2 0 16,3 1 2-16,0-2 0 0,1 0-4 0,-1 0 3 15,0-2-1-15,5 3-1 0,-2-2-1 16,0-3 2-16,1 0 0 0,-1 0 0 0,2 0 0 15,1-3 2-15,-2 0-4 0,-1-1 3 16,5 0 5-16,-1-3 0 0,-4 3 1 0,5-4 0 16,-1 1-3-16,-4 0 3 0,5-2-1 15,-5 1 9-15,1 1 1 0,-4 0-7 16,3 0 5-16,-3-4-7 0,1 7 7 0,-4-6 0 16,4 5-7-16,-4-1 0 0,0-1 1 15,3 2-1-15,-3-1 6 0,0 5-8 0,-3-5-5 16,3 2-9-16,-4-2-7 0,0 4-10 15,1-4-8-15,-3-1-44 0,-1 3-108 16,-2-2 5-16,4-2 62 0</inkml:trace>
  <inkml:trace contextRef="#ctx0" brushRef="#br0" timeOffset="34507.69">7496 3114 488 0,'-3'-1'-11'0,"3"1"4"16,0-3-1-16,0 3 1 0,-4-3 1 0,4 3 1 0,0 0 1 0,0 0-5 0,0 0 2 0,-6 7 2 0,6-4 0 0,-3 5 3 0,3-1-1 0,0 0-1 0,-4 4 2 0,4-1 0 0,0-3 1 16,0 3 2-16,0 1-4 0,0-4 2 0,0 2 1 15,0 1 2-15,0-3-3 0,0 1-1 16,0 2 3-16,4-3 2 0,-4 1-4 0,0-2-3 15,0 1 3-15,0-3-2 0,0 4 4 16,0-2-3-16,3-2 2 0,-3-1-2 16,3 0 3-16,-3 2 0 0,3-3 2 0,-3 0 0 15,4 1 2-15,-4-3-1 0,3 0 3 16,-3 0 4-16,10 0 3 0,-6-3-3 0,2 1 2 16,1 0 2-16,-4-3-1 0,7-1-3 15,-3 2 5-15,-1-4-6 0,1 2 7 16,3-1 1-16,-3 0-5 0,-1 0 0 0,1-4 3 15,0 4 1-15,0 0-2 0,-1-4-5 16,-3 4 14-16,1-4-8 0,-1 4 1 0,0-3 3 16,-3 1-2-16,4 2-6 0,-4-2 5 15,0 0-9-15,0 2 6 0,-4-2-5 16,1 1-9-16,0 1-1 0,-1 0-4 16,-2 2-9-16,-1 3-8 0,0-3-16 0,1 2-44 15,-4 0-136-15,0 3 74 0</inkml:trace>
  <inkml:trace contextRef="#ctx0" brushRef="#br0" timeOffset="34954.82">7747 3095 557 0,'0'0'-16'0,"0"-3"5"0,0 3 4 0,0-3 6 0,0 3-1 0,0 0 1 0,0 0 1 0,3-1 1 0,-3 1 0 0,0 0 4 0,0 0-1 0,0 0-3 16,0 0 2-16,0 0 0 0,0 0-3 16,0 0 3-16,-3-6-2 0,3 6-2 0,0 0-2 15,-5 7 3-15,5 0 1 0,0 1-2 16,0 1 1-16,-3-1 3 0,3 3-4 0,0 2 2 16,0-1-2-16,-3-2 1 0,3 2 0 15,0 1-2-15,-3-1 2 0,3-2-5 16,0 3 5-16,-3-1 3 0,3-1-6 0,0-4 4 15,-4 3-2-15,4-2 6 0,0-1-2 16,0 3-2-16,0-2 8 0,0-4-9 16,0 5-10-16,0-2-26 0,0-2-80 0,4 2-16 15,-4-1 44-15</inkml:trace>
  <inkml:trace contextRef="#ctx0" brushRef="#br0" timeOffset="35402.17">7933 3125 386 0,'3'-4'6'15,"-3"0"3"-15,4 0-1 0,-4 1 6 16,0 0 0-16,0-2-3 0,3 3 2 0,-3-2 2 15,3 3-6-15,-3-2 5 0,0 0-5 16,0 3 2-16,3-1-2 0,-3-2 0 16,0 3-1-16,0 0 1 0,0 0-4 0,0 0 6 15,0 0-8-15,0 0-1 0,0 0 0 16,0 0-1-16,0 0 3 0,0 0-3 0,0 7 2 16,0-3-4-16,0 4 3 0,0 1-2 15,0-1-2-15,-3 3 5 0,3-1 0 0,0 2-1 16,0-2-6-16,-3 3 3 0,3-2 0 15,-3 1 3-15,3-2-3 0,0 1-4 16,0 0 7-16,0-1-1 0,-4 2-2 16,8-3 4-16,-8-1-3 0,4 0-5 0,0 1 4 15,0-2 0-15,0 0-1 0,0-5 5 16,-3 7-4-16,3-5 3 0,0-1 1 0,0 2-4 16,0-1 3-16,0-1 2 0,0 0 0 15,0 0 1-15,0-3-13 0,0 7-17 16,-4-7-87-16,4 1-43 0,0-1 53 0</inkml:trace>
  <inkml:trace contextRef="#ctx0" brushRef="#br0" timeOffset="38748.26">6650 3135 335 0,'0'-3'25'0,"0"3"-1"0,-4-5 0 0,4 5-1 0,0-2 0 0,0 2-3 15,-3-4 1-15,3 4-5 0,-3 0 3 0,3 0-7 0,-4-1-3 0,4 1-2 0,0 0-1 0,0 0-1 16,-7 0 5-16,7 0-8 0,0 5 3 15,-3-1-2-15,3 5 2 0,-3-5-1 16,3 4 1-16,0-1-2 0,0 0-3 16,0 0 0-16,3 1-3 0,-3 1 3 0,3-2-1 15,0 2 4-15,1 0-6 0,0-2 0 16,2-2 0-16,1-1 1 0,-1 5 3 0,5-5-7 16,2-1 4-16,-4-2-1 0,5-1 7 15,-1 0-4-15,-2 4 4 0,2-8 1 0,0 4 1 16,1-1 1-16,-5-5 0 0,5 5 6 15,-4-5 4-15,0 1-4 0,0-1 0 16,-3-1 0-16,-1 0 0 0,1-4-2 0,-1 4-1 16,-2-5 2-16,-4 5-3 0,4-3 1 15,-8 0 0-15,4 2 2 0,-4-2-3 16,1 3 5-16,0-1-7 0,-4 1-2 0,1-1 1 16,-5 2 1-16,1 2 0 0,1 0-6 15,-2-2-2-15,1 3-4 0,-3 3-6 0,3 0-6 16,0 3-3-16,-3-3-5 0,6 0-6 15,0 0-2-15,4 3 0 0,0 0 3 0,0-2 4 16,3 2-1-16,0 0 4 0,3-2 1 16,3 3 4-16,1-4-1 0,0 2 4 15,3-2-1-15,0 0 3 0,3 0 2 0,4 0-2 16,-4 0 3-16,4-2 1 0,-3 2 4 16,2 0 1-16,-2-4 0 0,-5 4 5 0,4 0 2 15,-2 0 0-15,-5 0 2 0,1 4-1 16,-1-4 1-16,2 0 1 0,-2 2-5 0,-3 0 2 15,0 4-4-15,1 1 7 0,-1-3-3 16,0 7 2-16,0-4-5 0,-3 4 0 16,5-1-1-16,-5 0 3 0,3-1 0 15,0 0-7-15,0-1 5 0,1 3 0 0,-1-4-1 16,-3 0-2-16,3 1 3 0,3-2-2 16,-1 1-1-16,1 1 4 0,-3-6 0 0,1 6 1 15,2-5-2-15,0 1 4 0,2 0 5 16,-5-4 5-16,4 4-2 0,-1-4 5 0,4 0-5 15,-3-4 8-15,0 3-7 0,-1-2 2 16,4-1 4-16,-3-2-2 0,-4-1 6 16,4 2-4-16,-1-2 1 0,-6-2-3 0,4 5 6 15,-1-4-1-15,-3 4-8 0,0-2-1 16,0-1-5-16,-3 2-3 0,-1-1-9 0,1 2-21 16,-7 1-26-16,0 0-101 0,-3 1-22 15,3 2 60-15</inkml:trace>
  <inkml:trace contextRef="#ctx0" brushRef="#br0" timeOffset="52281.08">6449 3077 86 0,'0'0'51'0,"0"0"-18"0,0 0-15 0,0 0 2 0,-6 2-11 0,6-2 0 0,-4 3-5 0,1 0 3 15,0 0 4-15,0 1 7 0,-1 0 3 0,-3 2-4 16,4-1 0-16,3 1-4 0,-3-5 1 16,-1 5 1-16,-2-5-1 0,3 3-3 15,-1 0-1-15,4-1-2 0,-3 0-2 0,3 1 3 16,3-1 0-16,-6 1-2 0,-1 0-5 15,4-2 3-15,0 3 2 0,-3-2-3 0,3 1 0 16,0-1 1-16,0 0-2 0,-3-2 0 16,3 3-5-16,0 0 2 0,-4-1-2 15,4 0 2-15,0 0 4 0,4 4-4 0,-4-2 0 16,3-1 0-16,0-1 2 0,1 3-4 16,-4-2 4-16,3-1-2 0,1 2-2 0,-4-3 4 15,3 0 1-15,0 1-4 16,0 0 7-16,4 0 2 0,0-3-1 0,-4 0-1 15,4 1 1-15,3-1 2 0,-4-1 2 0,5-5 0 16,-2 3 0-16,1-1 0 0,4-1-4 16,-4-1 0-16,-1-1 4 0,2 2 4 15,-1-2-3-15,-4 0 5 0,2-2-1 0,-2 0-4 16,-3 2 1-16,0-4 4 0,1 1-6 16,-4 3 1-16,3-3 2 0,-6 2-7 0,3-2 0 15,-4 3-4-15,1 2 6 0,-3-2-6 16,-5 1-12-16,5 1-23 0,-7 3-98 15,2 2-69-15,-2 0 68 0</inkml:trace>
  <inkml:trace contextRef="#ctx0" brushRef="#br0" timeOffset="116458.82">1783 352 301 0,'10'-22'56'0,"-7"2"-27"0,0-1 1 0,5 5-11 0,-5-1-2 0,0 3-1 0,-3-1 2 0,3 1-3 0,0 1-4 0,1 1 6 0,-4-1 3 0,3 2-2 0,-3 2-8 0,0-1 1 16,3 3-3-16,-3 4 2 0,8 3-3 0,-5 13-6 15,6 6 2-15,1 14-5 0,7 12-1 16,4 12 1-16,1 5-1 0,-1 4 4 16,12 21 0-16,-10-15 2 0,1-9 0 15,-5-1-4-15,5-1 3 0,-11-4-4 0,7 3 5 16,-3-10 0-16,-4-3 0 0,0-1 3 16,1-1-6-16,-1 2 0 0,-3-3 2 0,0-5 1 15,0-4-2-15,1 0 1 0,-2-5 0 16,-2-1 5-16,-1-5-9 0,2 1 3 15,-2-6 0-15,0 1 3 0,-2-2 0 0,2-6 3 16,2 1 15-16,-5-1 4 0,0-2 8 16,0-2 6-16,4-1 1 0,-7-4 0 15,3-3-9-15,-3 0-9 0,-3-10 11 0,3 2-10 16,-4-2-5-16,-2-2-1 0,0-1 4 16,-2 1 0-16,-5-3-9 0,-1 2 2 0,5-4-1 15,-1 2-7-15,-4 1 3 0,4 0-1 16,4 3 3-16,-1 3-3 0,0-3-10 15,-3 4 1-15,7 0 11 0,-3-1-8 0,2-1 0 16,1 8-10-16,-1 1 4 0,4 0 1 16,0 0 1-16,4 10-2 0,3-1 0 0,-1 2 4 15,1-1 4-15,3 5-3 0,3 2-2 16,-3-2 1-16,1-1-1 0,1 0 1 16,1-3 2-16,-2 3-2 0,-5-7 0 0,4 1-2 15,-2-1 7-15,1 0 5 0,-2-1 7 16,-1-6-13-16,5 0 10 0,-5-6 8 0,7-1-13 15,-2-4 1-15,2-3-2 0,1-1-4 16,2-2 3-16,-3-3-3 0,1-5 0 16,-2-3 1-16,6-3-22 0,2-5-40 0,-4-10-68 15,17-5-250-15,1-7 112 0</inkml:trace>
  <inkml:trace contextRef="#ctx0" brushRef="#br0" timeOffset="125801.02">11499 300 549 0,'17'-8'25'0,"-4"4"17"0,-2 1-16 0,-2-2 0 0,-2 5-2 0,-1 0 7 0,-1-3-1 0,-5 3-7 15,0 0 0-15,0 0-2 0,-24 4-9 16,7 3 1-16,-2-3-1 0,-5 6 3 16,-3-2-8-16,-6 4 6 0,-4 1 2 0,4-3-5 15,-4 5-2-15,-3-3-3 0,0 4 8 16,1-4 3-16,-5 8-16 0,1-2 3 16,-4 0 8-16,4 7-5 0,-4 0-5 0,4 0 11 15,3 7-16-15,2-3 7 0,2 0-1 16,6 5 1-16,0 0 1 0,6 2 0 15,8-6-3-15,-1 3 4 0,7-1 0 0,1 3-8 16,2-2 12-16,3 0-4 0,1-4-1 16,3 1-1-16,0 0 1 0,3 2 0 0,-3-4-4 15,4-2 6-15,-1 3-6 0,1 1 4 16,-1-3 4-16,0-2-2 0,4 3 1 16,-1 0 4-16,2-3 0 0,-5 0-1 0,6-3 2 15,-2 3 6-15,-1-5-12 0,5 2 6 16,-5-3-4-16,1 2-9 0,-1 0 10 0,2-4-1 15,-5 3-5-15,3-3 7 0,1 1 3 16,-7-3-5-16,6 2 2 0,-1-2-7 0,-5-1 7 16,0 3-2-16,3-3 1 0,-3-2 3 15,0 4-4-15,0-4 2 0,0 1 0 0,0-1 2 16,-3 1 7-16,3-1-7 0,-8-2 5 16,5 1-2-16,-4 1 1 0,1-2 1 15,-5 1-3-15,-2 0-2 0,1 2 3 0,-2-1 0 16,-2-2-7-16,2 3 4 0,-3-1-3 15,-3 1-6-15,7-4 1 0,-7 4 6 16,3-5-3-16,1 2-2 0,2 0-5 0,-2-2 5 16,2-1-1-16,1 0-2 0,0 1-2 15,-1 2 7-15,4-3-5 0,1 4-3 16,-5-3-2-16,4 3 6 0,-1 2-5 0,2-3 6 16,-1 5-5-16,4-3 0 0,-2 6 2 0,-2-4 3 15,4 4-2-15,0 0-4 0,-2-1 2 16,2 1 4-16,-1 2-3 0,1-4-3 15,3 5 4-15,-2 0-3 0,2-2 0 0,0-1 7 16,0 2-6-16,-1 2 2 0,4-1 1 16,-3-2-4-16,3-1 4 0,3-1-2 0,-3 4 0 15,0-2 1-15,4 1-2 0,-1-1 2 16,0 5 2-16,5-6-3 0,-2 1 4 16,0 1 0-16,1-2-1 0,-1 0 0 0,5 1 2 15,-5-5-5-15,1 4 7 0,-1-3-6 16,2 2-1-16,-2 1 5 0,4-3 0 15,-4 2 1-15,2 0-2 0,2-1 1 0,-4-3-1 16,0 2 1-16,2 3-1 0,-2-4 1 16,1 1-1-16,2 2 3 0,2 0-2 15,-4-5 1-15,-1 1-7 0,0-1 4 0,2 1 0 16,-2-1 0-16,1 1-1 0,-4-1 3 16,4-2-1-16,-4 1 3 0,1 3-3 15,2-4 2-15,-2 2 1 0,-1 1-1 0,0-1 0 16,-3-2 5-16,3 0-3 0,1 1 1 15,-4-3-1-15,3 3 1 0,0-4 0 0,1 0-1 16,-1 1-2-16,1 1 2 0,-1-5 1 16,0 4-2-16,0-1-2 0,1-1 4 15,-1 1-4-15,0-6 0 0,1 5 0 0,3 2 3 16,-4-1-4-16,0-3-1 0,4 4 1 16,-4 1 1-16,4-2-1 0,0 0-1 0,-1 1 0 15,4 2 3-15,1-3-1 0,-2 1 0 16,1-1-2-16,4-3 2 0,2 4-1 0,4 1 3 15,-4-2-2-15,8 0 2 0,-4 1-3 16,7-1 1-16,0 1 3 0,3-4-4 16,3 2 3-16,4-2-1 0,2 2-1 0,1-1 1 15,-2-3 0-15,4 3-3 0,6-5 0 16,1 3 4-16,1-3-2 0,4 3 0 16,-1-6-2-16,7 3 0 0,3-3 6 0,3 0-3 15,-9 1-2-15,10 0 1 0,0-3 0 16,-4-1-1-16,4 2 5 0,-4-2-3 0,4 2-3 15,-4-4 0-15,0 4 5 0,1-2-3 16,-4-1-2-16,-10 2-3 0,4 2 2 0,-2-1 1 16,-1-2-2-16,-5 1 2 0,1-1 2 15,-4 6 0-15,1-1 0 0,-8-2 1 0,1 0-4 16,-7 2 1-16,6-2 1 0,-6 3 0 16,0-3-2-16,-3 0 2 0,0 1-1 15,0 2-1-15,-1-2 3 0,-3-2 0 16,4 4 1-16,0 0 2 0,-1-1-3 15,1-2-1-15,0 0 0 0,3 2 5 0,-3-2-5 16,3 0 1-16,0-2 2 0,0-1-1 0,-1 2 4 16,5 1-3-16,-4-1 0 0,0-2 4 15,-1 2-4-15,1-1 1 0,0-1-2 0,-3 2 0 16,-3 1-2-16,-1 0-1 0,-3-1 0 16,0 4 0-16,0-4-1 0,-3 3 0 15,0-2 0-15,3 3-1 0,-1 0 3 0,2 0-1 16,2-3 3-16,3 3-5 0,-2 0 1 15,6 3 2-15,-4-3 0 0,8 3 0 0,-4-3-2 16,3 1 5-16,-3-1-3 0,0 4 0 16,3-2 4-16,-3 0-4 0,4 1 1 15,-1 0 1-15,0 0-3 0,-3-2 6 16,3 2-5-16,2 0 0 0,-2 2 0 0,-3-3 0 16,3 0 0-16,0 1 1 0,4 3 1 15,-1-5 0-15,1-1 2 0,4 0 4 0,5 3-2 16,1-3 0-16,-1 0-2 0,4 3 0 15,4-6 0-15,-1 3-2 0,3 3 3 0,-2-2-6 16,0 3 0-16,-2-4 3 0,2 4-1 16,-1-1 0-16,-3 0-1 0,-3 0 2 15,-1 1-4-15,1-1 2 0,-4-2-1 0,1 5-3 16,-1-1 1-16,4-2 2 0,-4 1 3 16,4-1-2-16,-1 1 0 0,2 0 0 15,-2-2 2-15,4 0-1 0,-4 4 1 0,1-3 1 16,-1-2-1-16,2 5 0 0,-5-5 2 15,1 3 1-15,-8-4-2 0,0 2 3 0,1 0-1 16,-4 1 1-16,-3 0 1 0,0 0 0 16,0-2-4-16,0 5-1 0,0-5 1 0,-3 3 0 15,3 0-1-15,-3-1-2 0,3 3 9 16,0-5-2-16,0 5-4 0,0-6-2 16,0 5 5-16,0-1-3 0,0-1 1 0,3 3-1 15,-3-5-3-15,0 5 4 0,4-5 0 16,-1 3 0-16,3-4-2 0,7 4 0 15,-2-4 3-15,2 3-3 0,1 0 0 0,2-3 1 16,1 3-3-16,-1-2 2 0,1-1-2 16,3 0 1-16,-6 0 3 0,2 0-5 0,4-1 2 15,-7 1-1-15,4-3-1 0,0 0-1 16,-4 0 2-16,4 3-3 0,0-2 2 0,-1 0-4 16,1-2 2-16,-4 3 2 0,4 1-2 15,-1-6 5-15,1 5-4 0,0-2 1 16,0 0-2-16,-1-2-1 0,1 3 0 0,2-2 0 15,-1 3 2-15,-2-5-1 0,1 6-1 16,-1-1 1-16,-2-5-3 0,2 3 4 0,-8 3 1 16,1-2-3-16,-2 0 0 0,-1-2 0 15,1 3 4-15,0-2-1 0,6 0-1 0,0 2-1 16,1-2-2-16,-1 0 4 0,4-4-2 16,-1 2 0-16,5-2-1 0,-5-2-1 15,4 1 3-15,-3 1 0 0,-1-3-3 16,-3 1 5-16,1 2-3 0,-1-4 2 0,-6 1 2 15,0 0-3-15,-4-1 4 0,-3 3 4 16,-3-1 7-16,-4 0 6 0,0 2-1 16,-2-4 5-16,-2 1 6 0,1 0-7 15,-2-1 0-15,-2 3-2 0,1-5 4 0,-4 1 1 16,1-1-11-16,-5-2 4 0,1-3-3 16,1 1 5-16,-5-1 0 0,1-1-7 0,-1-5 0 15,-3 2-6-15,0 0 0 0,5-3 3 16,-8-3-5-16,6 3 3 0,-2-3 2 0,-1-1-8 15,0-2 0-15,0-2-5 0,0 7 9 16,1-6-6-16,0 4-5 0,-1-5 4 0,0 1-3 16,1 0 3-16,-1 1 3 0,-3 3-4 15,0 1-1-15,0 0-1 0,-3 2 3 16,-1-4 2-16,1 3 4 0,-4 1-5 0,0 1-6 16,1 3 2-16,-1-2 5 0,-2 3-4 15,-5-2-4-15,4 4 2 0,-4 1 0 0,1-1 0 16,-4 0 0-16,-2 4 2 0,2-4 3 15,-4 6-1-15,5-3-1 0,-4 2-7 0,1 1 3 16,-5-1 1-16,0 3-5 0,-2-2 5 16,3 5-4-16,-4-4 3 0,-3 4-2 15,0 0 2-15,-3-1-1 0,3 3-3 16,-11-3 5-16,5 4 6 0,-7 1-2 0,2-2-4 16,1 2-3-16,1 3 4 0,-1 0 3 15,-4 0-6-15,-2 3 4 0,-1-1-4 0,7-2-1 16,-1 0-3-16,-2 3 4 0,0-3 1 15,0 3 0-15,6-2 2 0,1 2-6 0,-1-3 3 16,1 3 5-16,1-3 1 0,5 0-5 16,-3 1-3-16,0-1 3 0,3 0 1 0,0 0-4 15,-3 0 3-15,3 4-1 0,-4-4 2 16,-2 0 1-16,3 2-4 0,-4 1-1 16,1-3-3-16,-2 2 5 0,-2 1 6 0,1 1-6 15,-5-1 2-15,1 1 0 0,3 0 1 16,-4 1-1-16,5-3 1 0,-9 4 1 0,9-2 2 15,-7-1-5-15,-2-2 3 16,5 3-2-16,-4-2-2 0,1 1 2 0,-1-1-1 16,7 1 4-16,-4-3-3 0,8 3 4 0,-1-3-6 15,4 1 2-15,3-1 4 0,3 0-2 16,4 0-3-16,0 0-4 0,0 0 10 16,-1 0 0-16,8 0-3 0,-4 0 0 0,2-1-5 15,-1 1 5-15,2 0 3 0,4-3-3 16,-4 0 3-16,4 1-8 0,-1-1 4 15,1 1 4-15,4-2-7 0,-5 3 1 0,1-5-2 16,2 2 6-16,-2-4 0 0,0 1-2 16,-1-3 4-16,5 2-8 0,-5-5-1 0,-2 1 8 15,2-2-7-15,1-3 1 0,0 1-2 16,-1-1 2-16,1-4 1 0,-1 0-1 0,-2-4 1 16,2 4-2-16,-2-4 0 0,2 0 5 15,1 0-4-15,-4 2 1 0,4-2-6 0,-1 3 9 16,5-1 0-16,-4 1-6 0,2 1 2 15,-2-1-2-15,-1 1 3 0,5 0 5 16,-4 1-5-16,-1 0-3 0,1-1-1 16,3 2 2-16,-4-1 6 0,5 2-5 0,-5-1 0 15,1-2-5-15,-1 4 6 0,-2-1 2 16,-1 0-2-16,4 0-2 0,-4 2 1 0,1 0 0 16,2 2 0-16,-6 2 1 0,3-5 0 15,1 6-3-15,-1-3 2 0,1 3 4 16,-4 1-7-16,2-1 4 0,2 2-4 15,-4 0 5-15,1 2 1 0,-5 0-2 0,4 0-2 16,-10 2 0-16,6-1 0 0,-6 5 4 0,-3-2-1 16,-1 3-2-16,-2-3-3 0,0 3 2 15,-1 3 3-15,-10-3-1 0,4 3-1 0,-4-2-3 16,1 5 5-16,-5-5 4 0,5 5-6 16,-4-1 10-16,-4 1-8 0,5-2-4 15,-11 4 8-15,9-3-6 0,-2 0 4 0,0-1-4 16,3-1-1-16,-1 5 6 0,2-3-3 15,-1-3 1-15,0 1-6 0,0 1 5 16,6-1-2-16,-2 0 3 0,9-3 1 0,-2 1-2 16,1-1 0-16,5 0 1 0,0 0-5 15,-1 0 4-15,4 0 1 0,0-1 7 0,4 1-8 16,2 0 0-16,1-3 6 0,0 0-7 16,-1 2 3-16,1-2-7 0,-3 0 2 0,-1-2 3 15,4 3-1-15,-4-3 2 0,0-1 0 16,3 2-3-16,-1-1-1 0,-2 0 3 15,0 0-1-15,3-1-3 0,1 2 6 0,0-1 1 16,0 0-3-16,-1-3-1 0,4 1 0 16,-3 2 1-16,3-4 2 0,-4 5-4 0,5-3 2 15,2-1-1-15,-4 1-2 0,2 0 7 16,-1-4-5-16,4 4 2 0,-5-3-5 16,4 2 0-16,-2-2 3 0,-2 0 2 0,5-1 1 15,-4 3-7-15,0-3 4 0,0-2 1 16,-3 1-5-16,2-1 4 0,-2 4-1 0,3-4 2 15,-3-2 3-15,-1 5-4 0,5-2 1 16,-5-4-3-16,1 4 0 0,2-1 4 16,-1 1-2-16,5 2-2 0,-7-2 3 0,1-1-3 15,3 1 4-15,0-1 1 0,0 1-7 16,0 2 2-16,-3-3 0 0,3 2 1 0,0 0-1 16,-1 1 4-16,5-1-2 0,-4 3-5 15,1 2 6-15,-2-2-6 0,4 1 2 16,-2-1-1-16,2 2 2 0,1 5 3 0,-8-5-3 15,0 2 1-15,-2 0 1 0,6 3-6 16,-3-2 7-16,-1 3 0 0,1 0-2 0,0-2 0 16,-1 4-1-16,1-2 1 0,2 0-2 15,-1 3 6-15,-2-2-3 0,1 3-2 0,-1-1 3 16,5-2-1-16,-2 2 2 0,1 0-7 16,1-2 7-16,2-1 3 0,0 4-3 15,-3-4-4-15,3 0 4 0,1-4-1 0,-1 3 4 16,1-2-2-16,-1-1-3 0,0-3 2 15,-3 3-1-15,7-3-1 0,-4 0 0 16,1-1 2-16,2 3-4 0,-2-6 3 0,-1 3-2 16,4 2 1-16,-1-2-3 0,1 4 5 15,-1-4-2-15,1-1-4 0,4 2 5 0,-5 3 2 16,4-4-3-16,-4 1 1 0,4 0 0 16,-2-1 3-16,-2-1-3 0,4 1 7 15,-4 0-10-15,1-1 1 0,0 2-2 0,-1-2 5 16,1 0-5-16,0 2 5 0,0-1-7 15,-1 2 3-15,1-2 1 0,0 4-2 0,-4-3 1 16,4 3-2-16,-4-1 2 0,1 3 0 16,-5-1 1-16,1 3 4 0,1-3-4 0,-2 3 0 15,1 0 4-15,-4 0 1 0,5 3-3 16,-5-3-3-16,1 3 1 0,3-1 5 16,-3 1-5-16,-1-1 1 0,-2 1-3 0,6-2 0 15,-3 6-31-15,2-6-27 0,2 5-36 16,-1-4-46-16,2 3-28 0,6 7-32 15,-6 4-14-15,2 6-63 0,2 7-196 16,1 11-154-16,-4 6-127 0</inkml:trace>
  <inkml:trace contextRef="#ctx0" brushRef="#br0" timeOffset="128693.06">16676 735 1591 0,'0'0'-88'0,"7"0"20"0,-7 0 16 0,3 0 7 0,-3 0 12 0,4-3 4 0,-4 3 11 0,0 0 11 0,3-2 1 0,-3 2 7 0,0-3 11 0,0 3 9 0,3-2 2 0,-3-2 5 0,0 4 5 0,0-1-8 0,0 1 1 0,0 0 1 0,-3-3 1 0,3 3-3 0,0 0-3 0,-7 0 0 0,7 0-6 0,0 0 0 0,-10 3 3 0,6-2-6 0,-2 3 0 16,0-2-3-16,-1 1-2 0,-4 2 0 0,-1-1-2 0,-1 3 1 0,-1 2-3 0,1 3 1 0,-4 1 1 0,4 2-1 0,-1 0-1 0,1 2 0 0,-1 1 1 0,4 0 8 0,1-1-11 0,2 3 5 0,0-3 1 0,4 4-7 0,-1-4 4 0,4-1 0 16,0 2-2-16,4 0 2 0,2 0 0 15,5-4 1-15,-2 4 1 0,4-5 2 0,-2-1-9 16,5 1 6-16,-2-3 1 0,2-2-3 15,4-7 1-15,1 5-1 0,1-6 0 0,-1 0 1 16,6-6-1-16,3 2 4 0,-4-4-4 16,8-2-2-16,-4-2 0 0,3-1 2 15,-6 1-2-15,3-4 4 0,-8 4 2 0,-1-2 7 16,-1 1 7-16,-4 1 12 0,-2-1 4 16,-4 1 3-16,-1 1-2 0,-1 1-1 15,-5 0-4-15,-3 3-4 0,-3-1-4 0,-5 5-4 16,2-1-1-16,-4 4-5 0,-4 3-1 15,-2 1-2-15,2 0 3 0,-5 5-3 0,-1 0-1 16,0 4 0-16,3-2-3 0,0 1 0 16,4-2-1-16,-4 1-3 0,7 0 1 15,1-1 1-15,-2 0-2 0,5-2-2 0,-1 2-3 16,4-3 2-16,0 1 1 0,3 2 0 16,0-5 1-16,3 2-1 0,0 0 1 0,4-4 1 15,3 0-2-15,-3-2 1 0,6-1 0 16,0 0-4-16,-3-1 3 0,7 1 1 15,-4-6-2-15,4 5-2 0,-1-2-1 0,5-2 0 16,-8 2 3-16,4-3-1 0,-8 6-4 16,4-1-1-16,1 1 2 0,-4 0 0 15,1 0-4-15,2 1-14 0,-4 3-15 0,2-2-16 16,-1 1-8-16,2 2-9 0,2-2-7 16,-4-2-17-16,4 2-3 0,-1 0-6 0,0-2-4 15,7-1 1-15,0 0-4 0,-3-1-2 16,0-2 7-16,2 0 6 0,-5-1 2 0,-1-1 9 15,1-4 34-15,-1 2 10 0,1 3 13 16,-5-4 16-16,-2 2 10 0,2-1 5 16,-1 3 12-16,-2-1 1 0,1 2 3 0,-4-3 9 15,3 5 2-15,-1-2-7 0,-2 0-4 16,0 3 4-16,-3-1-5 0,0 1-3 0,0 0 6 16,3 4-5-16,-3 0 0 0,-3 2-2 15,0-1-2-15,3 2-1 0,-3-1-1 16,-2-5-1-16,5 5 5 0,0-1 4 0,-3-2 13 15,3 0 14-15,0 1 7 0,0-4 1 16,0 3-1-16,0-3 13 0,0 1 1 16,0-1-7-16,0 0-4 0,0 0-5 0,0-11-4 15,0 3-7-15,0 1-2 0,0 0-5 16,3-1-4-16,-3-2-2 0,8 0-4 16,-5 0 0-16,3-2-1 0,1 1-6 0,-1 1-3 15,2 3-1-15,2-3-1 0,-1 5-3 16,-1-2-1-16,-2 1-3 0,4 4 2 0,-4-1 3 15,5 3-5-15,-1 0-2 0,-4 3 3 16,0-3-1-16,5 2 2 0,-4 1-3 16,-1 0 3-16,0-3-2 0,2 1-2 0,2-1 1 15,-7 3 2-15,7-3 0 0,-3 0 0 16,6 3-2-16,-3-6 3 0,0 3-3 0,0 0 3 16,0-3-1-16,0 2 1 0,0 1-2 15,-4-3 2-15,1 0 2 0,3 3 2 16,-6 0-1-16,2-2 4 0,-3 2 4 0,4 0 0 15,-7 0-6-15,7 0 2 0,-3 0-7 16,-4 0 4-16,3 2-4 0,-3-2-5 0,6 0 2 16,-6 0 1-16,7 0 1 0,-7 0-2 15,6 0 2-15,-3-2 0 0,2 2 0 0,1 0 0 16,-6 0 0-16,10 0 0 0,-4 0 0 16,5 0 1-16,-5 0 1 0,1 0-2 15,-1 0 1-15,-3 0 1 0,5 0-2 0,-5-3 7 16,0 3-8-16,-3 0-1 0,10-2 2 15,-7-2 0-15,0 3 1 0,2-2-2 0,-2 0 0 16,3-1 1-16,1-1 0 0,-4 0 1 16,3 0 1-16,-1 2 0 0,-2-1-3 0,0-4 2 15,4 5 2-15,-4-3-1 0,0 2-2 16,-3 1 3-16,3 2 1 0,-3-2-2 16,3 0-1-16,-3 1-1 0,4-1 3 0,-4 1-4 15,0 2 0-15,0-4-1 0,0 4-3 16,0 0 1-16,0 0-1 0,0 0-1 0,0 0 3 15,0 0-4-15,-4 11 4 0,4-8 1 16,-3 1-2-16,6-1 0 0,-3 1-1 16,0 2-2-16,4-1 2 0,0-2 2 0,2 1-1 15,1-1 2-15,-1 0-1 0,8-2 2 16,-4 3-4-16,0-2 2 0,3-2 0 0,0 3 2 16,-2-3 1-16,2-3 0 0,-3 3 1 15,3-2-5-15,-3-2 3 0,0 3 0 16,0-5 1-16,0-1-1 0,-3 2 2 0,3-2-1 15,-3-3 2-15,-1 2-1 0,-3-2-1 16,4 0 3-16,-1 3 7 0,-1-1 0 0,-2 1 1 16,0 2-2-16,0 0-3 0,-3 0-2 15,3-1-2-15,-3 6 3 0,0 0-6 0,4 7 0 16,-1 2 1-16,-3 6 4 0,0 0-3 16,0 2 0-16,-3 8-1 0,-1-2 0 15,1 4 2-15,-3 3 0 0,-2 2-2 0,-5 4 3 16,-3 3 2-16,-1 2-2 0,-6 0-1 15,-1 2 1-15,-5 7-1 0,-1-12 3 16,6-2-3-16,-6-4 3 0,4 0-5 0,5-7 6 16,-1-6-2-16,4-1-1 0,-2-2 2 15,1-7 15-15,-2-2 8 0,4-3 7 16,1-4 2-16,-4-8-1 0,4-4-1 0,2-4-5 16,4-2-3-16,4-3-4 0,2-2-4 15,11 1-4-15,-1-3 2 0,11 0-6 16,6 0-3-16,4 2-3 0,14-2-5 0,-2 3-27 15,7 1-23-15,2 3-30 0,2 2-34 16,-7 6-33-16,0 0-23 0,-2 0-27 0,-8 2-150 16,-3 4-281-16,3 4-122 0</inkml:trace>
  <inkml:trace contextRef="#ctx0" brushRef="#br0" timeOffset="129284.34">17950 1388 1576 0,'-7'-3'-95'0,"4"3"10"0,-4-3 14 0,3 3 9 0,1-2 11 0,-3-1 3 0,6 3 3 0,-7 0 12 15,0 3 1-15,0 2 6 0,1-2-1 0,-1 4 8 16,1 3 0-16,-2-1 3 0,2 4-2 15,0 5 3-15,-4-3 4 0,6 2-1 0,-3 2 2 16,4-1 3-16,0 0 4 0,3 0-3 16,0-4 1-16,0 4-3 0,3-5 8 15,0-1-2-15,0 1 2 0,5-3-1 0,-2-1 4 16,4-3-4-16,0-1 1 0,7-3 5 16,-4-2-2-16,4-2-1 0,0-2 0 15,-1 3-2-15,1-5 4 0,-1 5-12 16,1-5-16-16,-4 4-21 0,1-3-96 0,-1-3-80 15,-3 4 75-15</inkml:trace>
  <inkml:trace contextRef="#ctx0" brushRef="#br0" timeOffset="129831.86">18290 1364 627 0,'0'-9'8'0,"0"0"3"0,0 5 1 15,0-3 3-15,-4 4 0 0,-2 1-1 0,-2 2 0 16,-1 2 5-16,-1 4-3 0,-1-5-2 15,2 5 0-15,2 1-3 0,1 1-1 0,-5-4 4 16,8 3-2-16,0 2 1 0,0-1 7 16,3-1 9-16,0-6-3 0,3 5 2 15,0-1-2-15,0 1-4 0,0-5 0 0,5 2 2 16,-5 0-1-16,4-3-6 0,-4 0 1 16,3 0-3-16,-3 0-3 0,5-3 3 15,-5-1 1-15,0 1-5 0,1-2-2 0,-1-4-5 16,3 2 6-16,1-2-9 0,0-1 8 15,0 0-7-15,2 0 5 0,5-2-3 16,-4 1-6-16,0 1 2 0,0 3-4 0,0-1 0 16,0 6 3-16,-4-2-3 15,1 8 6-15,0-2 3 0,-4 3-7 0,-3 2-1 0,3 0 12 16,-3 2-17-16,-3 0 12 0,3-2-4 16,0 2 5-16,0-1-9 0,3-1 5 0,-3-2 6 15,4 0-3-15,-1 0-2 0,0-2 18 16,4-2-5-16,0 2-1 0,-1 0 6 15,1-3 5-15,0 0 3 0,3-3 6 0,-4 0-4 16,1-4 4-16,-1 2-3 0,-1-2-2 16,1 0-7-16,-3-4-4 0,0 1-6 0,1 3-18 15,-4-1-24-15,3 1-13 0,0 1-10 16,-3 5 1-16,3 1-9 0,-3 0-3 16,-3 12 4-16,0-2-6 0,3 1 9 0,-3 6 6 15,-1 2 1-15,-2 4 6 0,3-3 7 16,0 1-1-16,-5 0 11 0,5 0 0 15,0-4 0-15,-1-1 2 0,1 1 5 16,3-3 6-16,0-2-2 0,0 1 5 0,0-5 2 16,7 2-3-16,-1-5-13 0,2-3-62 15,1-2-96-15,4-2 62 0</inkml:trace>
  <inkml:trace contextRef="#ctx0" brushRef="#br0" timeOffset="130271.17">18726 1363 533 0,'10'-13'15'16,"-3"2"2"-16,0 4 3 0,-1 2-7 0,-6-2-1 0,3 4 2 0,-3 3 0 0,0 0-4 0,0 0 7 0,-13 10-5 0,6-5 2 0,1 2-6 0,2-1 1 0,-2 1 2 0,3-2-2 0,-1 1-3 0,4-2 1 0,-3 0 2 0,3 2 0 0,-3-3 0 0,3-1-5 0,0 4 1 0,0-5 0 0,0-1 3 0,3 3 11 0,0-3-5 0,1 0 3 0,-4 0 4 0,6 0-9 0,-3-3 0 0,1 3 6 0,-1-1-2 0,0-2-1 0,4-2-1 0,-3 2-3 0,2-4-2 0,1 1-3 0,-1 2 1 0,5-1 2 0,-2-4 1 0,-2 5-4 0,4 0 0 15,-2-2 1-15,-2 4-12 0,-1-3 5 0,5 1 4 16,-5 3-1-16,1-2-7 0,-4 3 3 16,3 0 1-16,2 0 5 0,-2 0-5 0,-3 0 0 15,7-3-3-15,-2 2 6 0,-2 1-3 16,4-3 0-16,-1 0 1 0,2-2-7 15,-1 3 15-15,-1-3-19 0,2 2 13 0,-4-1-2 16,-1 4-5-16,0-3 11 0,2 0-8 16,-5 3 2-16,4 0-5 0,-4 0-3 0,-3 3 6 15,3 0 2-15,-3-2 4 0,-3 5-7 16,3-1 2-16,-3-3 5 0,3 3-5 16,0-2-3-16,0 0-8 0,3 1-7 0,0-1-9 15,7-2-14-15,0 5-37 0,0-3-104 16,4-1-43-16,2 1 77 0</inkml:trace>
  <inkml:trace contextRef="#ctx0" brushRef="#br0" timeOffset="130367.19">19309 1421 632 0,'0'0'-7'0,"4"-1"-11"0,-4-6-80 16,3 1-76-16,3-1 60 0</inkml:trace>
  <inkml:trace contextRef="#ctx0" brushRef="#br0" timeOffset="130486.63">19536 1207 504 0,'10'-7'6'0,"3"-1"-1"0,1 1 2 15,2-1-5-15,8 1 15 0,0 0-12 16,1-1-3-16,5-1-9 0,0 2-48 16,0 0-111-16,4 2 57 0</inkml:trace>
  <inkml:trace contextRef="#ctx0" brushRef="#br0" timeOffset="137908.38">10359 4204 530 0,'0'-4'22'0,"0"4"11"0,-3-4-4 0,3 4-5 0,3-1-1 0,-3 1-5 0,0 0-3 0,0 0-1 0,0 0 0 0,0 0 1 0,0 0-1 0,0 0-6 0,0 0 3 0,0 0 0 0,0 0-9 16,0 0 1-16,0 0 0 0,0 0 1 16,0 0-2-16,0 0 9 0,3 9 1 0,2-6 7 15,-2 1 3-15,0 2 2 0,0 2-2 16,0-4-4-16,1 2-1 0,-4-1 3 0,3 0-8 16,0 0 6-16,0-2 2 0,2 1 3 15,-2-1 0-15,0 2 4 0,-3-3 4 16,3 2 8-16,0 0 2 0,1-1 8 0,-4-3 10 15,3 1 8-15,0 2 4 0,0-3 5 16,-3 3 4-16,5-3-2 0,-5 0-1 16,0 0 1-16,6-3-7 0,-3-1-5 0,7-4-7 15,1-2-8-15,2-5-5 0,7-2-6 16,2-1-6-16,5-6-6 0,-3 5-8 16,6-6-23-16,0 0-23 0,0 0-17 0,0 0-30 15,0 0-21-15,0 4-22 0,0 3-16 16,-6 0-39-16,-2 3-132 0,-1 5-134 0,-4 4 55 15</inkml:trace>
  <inkml:trace contextRef="#ctx0" brushRef="#br0" timeOffset="174044.66">4556 3063 280 0,'-9'1'93'0,"1"2"-34"0,-2 1-30 0,1 0 0 0,2-2-9 16,-3 0-8-16,-3 1-2 0,6 3-10 0,-10-5-104 0,4 5-42 0,-4-1 50 0</inkml:trace>
  <inkml:trace contextRef="#ctx0" brushRef="#br0" timeOffset="181070.42">5832 3992 621 0,'14'-14'-26'0,"-7"3"1"16,-1-2 3-16,-3 5-31 0,-3 0-56 0,-3-2-23 16,0-1 45-16</inkml:trace>
  <inkml:trace contextRef="#ctx0" brushRef="#br0" timeOffset="-204758.84">8950 7003 641 0,'-8'7'83'0,"2"0"-36"0,3-2-18 0,0 2-10 0,-1-1-8 0,1-1 6 0,0-1-7 0,0-1-9 0,-2 3 0 0,2-5-11 0,0 5-7 0,3-5-3 0,-3 3-15 0,3-2-32 0,-7 0-60 0,4 1-72 0,0 0 68 0</inkml:trace>
  <inkml:trace contextRef="#ctx0" brushRef="#br0" timeOffset="-203951.24">8860 5804 535 0,'0'3'0'0,"0"-3"3"16,0 0 2-16,0 0-2 0,0 0 0 0,0 0 1 16,3 3 4-16,-3-3 1 0,0 0-1 15,0 0 0-15,0 0-5 0,0 0 0 0,0 0 2 16,0 0-3-16,0 1 2 0,0-1 1 16,0 0-1-16,0 0-1 0,0 4 0 15,0-4-1-15,0 0-3 0,0 0 1 0,0 0 6 16,0 0-8-16,0 0-4 0,0 0-41 15,0 0-68-15,0 0-40 0,0 0 53 16</inkml:trace>
  <inkml:trace contextRef="#ctx0" brushRef="#br0" timeOffset="-191242.45">7606 4825 441 0,'0'17'12'0,"0"2"0"0,0 5 0 0,3-5-3 0,-3 6-2 0,0-4 3 0,0 1-1 0,0-2-1 0,0-2-3 0,0 0-2 0,4-1 1 0,-4-1 3 0,0 1-3 0,0-5 2 0,3 1-5 0,-3-1 2 0,0 1 2 0,3-6 4 0,-3 3 7 0,0-2 5 0,0-1 1 0,0 0 13 0,4 1-6 0,-4-4 14 0,0 2-2 0,0-5 10 0,0 5-7 0,0-6-2 0,0 0-1 0,0 0-5 0,0-10-1 0,0 0-6 0,0-2-5 0,-4-1-1 0,4-2-3 0,-3-2-6 0,3-1 6 0,0-1-6 0,0-5-2 0,0 2 5 0,-3-3-7 0,3-3-4 0,0 3 4 0,0 3-2 0,0-3-5 0,3 0-1 15,-3 3 4-15,3-2 3 0,-3 3-4 0,8-2-4 16,-5 1-2-16,0-1-3 0,3 4 5 16,-2 1-4-16,2-2 2 0,-3 2-2 0,5 3 1 15,-5 0-3-15,3 2 1 0,1-1 2 16,-4 3-1-16,5-1 2 0,-2 2-2 0,4 0 7 15,-4 3-9-15,2 2-2 0,-2-2 3 16,4 1-5-16,-1 4 8 0,2-1-6 16,-1 1 12-16,-1-2-4 0,2 8-4 15,-4-8-7-15,2 4 5 0,2 4 0 0,-5-2 0 16,1 1-2-16,2-1-3 0,-1 4 7 16,-2-2-6-16,-2 6 7 0,-1-2 1 0,-3 2-2 15,3 0-6-15,-3-1 11 0,0 4-4 16,-3 2-5-16,0-2 8 0,-1 2-5 0,1 0 5 15,-4 0-3-15,0-1 2 0,1-1 0 16,-1-1 2-16,1 1-3 0,-2-2 3 16,5-3-5-16,-3 1 5 0,3 0-4 0,-1-2 5 15,-2 2-2-15,3-4 1 0,-2 2-6 0,2-3 5 16,0 2 6-16,3-1-6 0,-3 1 2 16,0-2-7-16,3-1 4 0,-4-2 1 15,1 5-3-15,3-3 4 0,-3-1-3 0,3 1-3 16,0 0 4-16,-3-2 3 0,3-1-2 15,0 0 2-15,0 3 1 0,0-3-2 0,-5 3 1 16,5-3-2-16,0 1 0 0,0-1 6 16,0 0-3-16,-3 4-2 0,3-4 1 15,0 2-3-15,0-2 2 0,0 0-6 16,0 0 11-16,0 0-10 0,0 0-2 0,0 0 8 16,0 0 5-16,0 0-8 0,0 0-6 15,0 0 6-15,0-10 3 0,-3 7-7 0,3 2 5 16,0 1-4-16,0 0-1 0,0 0-5 15,-3-6 15-15,3 4-4 0,0 2-3 0,0 0-8 16,-3-3 2-16,3 3 2 0,0 0 1 16,0 0-3-16,-7-2 1 0,4 2 2 15,3 0 1-15,0 0-2 0,-8 2-5 0,2 1 3 16,6-3 5-16,-3 2 8 0,-1-2-17 16,1 3 7-16,0-3 2 0,0 3-2 0,3-3 3 15,0 0-5-15,-8 0 1 0,8 0 5 16,-3 0-4-16,3 0 5 0,0 0-9 15,0 0-1-15,-3 1 4 0,3-1 0 0,0 0 0 16,0 0-3-16,6 6 1 0,2-5 0 16,-5 3 0-16,7-2 0 0,-1 3 1 0,5 1 3 15,-4-2 0-15,7 0-1 0,-1 5 0 16,1-4 6-16,-1-1-8 0,8 3-1 16,-7-1-1-16,6-1 3 0,-3 1 5 0,0 1 0 15,0-2-1-15,-3 0-3 0,-1-3-1 16,1 4 4-16,-7-5 7 0,4 5-12 0,-5-5 4 15,4 3 0-15,-5 1 1 0,1-5 2 16,-2 2 2-16,-1 4 0 0,2-5 3 0,-2-1-4 16,1 3 1-16,-1-3-5 0,-3 3 5 15,2-2-2-15,-2 3 2 0,3-4-3 16,-3 2-2-16,-3-2 4 0,4 0-5 0,-4 0 6 16,6 3-12-16,-6-1-27 0,0 1-117 15,-3 0-102-15,-7 1 224 0</inkml:trace>
  <inkml:trace contextRef="#ctx0" brushRef="#br0" timeOffset="-187687.69">8156 4579 710 0,'4'-4'37'0,"-1"1"-3"0,-3-2 6 0,3-1-22 0,0 2 2 0,0 1-2 0,-3-1-3 0,4-1 0 0,-4 0 6 0,0 1-3 0,0 3 9 0,0-5-6 0,0 5-7 0,0-2 11 0,0 0-6 0,-4 1-6 0,-2-1 6 0,-4 3-5 0,1-2 0 0,-5 2 3 0,1 2-1 0,-1-2 9 0,-2 3-9 0,-5-1 10 0,4 4-4 0,-2-2-2 0,-5 0 0 0,4 5-4 0,-3-1 1 0,0-4 4 0,3 4-2 0,0 2-1 0,3-3-2 0,1 1 0 0,-1-1-6 0,4 0 4 0,2 0 3 0,-2-1-8 0,3 2-4 0,3-1 1 0,-2-3 3 0,2 5 1 0,4-4-4 16,0-1 3-16,3 3-3 0,0-1 0 15,3-1 7-15,0 1-3 0,4-2-3 0,-1 0 2 16,4 0 0-16,0-2 0 0,3 1 4 16,1-1 2-16,-1-2 7 0,4 0-5 15,3 3 2-15,-3-3 1 0,-1 0 0 0,4 0-7 16,-3 3 1-16,-1-3-5 0,2 0 2 16,-6 0 0-16,6 1-1 0,-9-1-3 0,4 3 0 15,1 0-2-15,-4-2 1 0,-4 3 1 16,5 1-3-16,-2 0 1 0,-2-1-1 0,-1 2 4 15,2 1 6-15,-2 1-1 0,-2-1 1 16,-1 3 5-16,0 1-4 0,0-3-1 0,-3 1 0 16,0 0 2-16,0 2-2 0,0-1 2 15,-3 0-4-15,0 0 4 0,-4-1-2 16,4 2-1-16,-3-4-1 0,-2 0 4 0,5 4-5 16,-7-4 2-16,4 0-4 0,-5-1 0 15,5 1-2-15,-4-2 2 0,4 1-5 0,-5-5-1 16,1 2-18-16,-4 0-25 0,5-3-20 15,-1 0-25-15,0 0-15 0,0 0-9 16,0-6-51-16,0 6-144 0,3-4-115 16,4 1 70-16</inkml:trace>
  <inkml:trace contextRef="#ctx0" brushRef="#br0" timeOffset="-186459.88">8849 4775 1112 0,'-6'0'-31'0,"6"-3"11"0,-4 1 9 0,4 2 4 0,-6 0 12 0,3-3 1 0,3 3 6 0,-3-2 7 0,-2 2 1 0,2-4 1 0,3 4 12 0,0 0 7 0,-3-1-5 0,3 1 4 0,0 0-7 0,0 0-1 0,0 0 2 0,0-3-7 0,0 3 0 0,0 0-9 0,0 0 8 0,0 0-2 0,11 3 0 0,-2-6 3 0,4 6-6 0,4-3 2 0,7 1-2 0,6 3-2 0,6-4-1 0,1 0 5 0,10 2-9 0,2-2 5 0,5-2-3 16,0-2-4-16,1 4 3 0,2-1-3 0,0-2-1 0,-3 0-3 0,-1 3 7 0,-3-1-3 0,-3-2-2 0,-4 0-2 0,-10 1 1 0,3-1 4 0,-6 3-4 0,-3 0 6 0,-3-2 6 0,-1 2 4 0,-3-4 9 0,0 4-1 0,-3 0 10 0,-4-1-5 0,4 1 1 0,-7-3 2 0,3 0-6 0,-3 3-4 0,0-1-2 0,0-2-4 0,-3 3-6 16,0 0-3-16,-1-3-17 0,-3 3-24 15,1 0-31-15,-4 3-21 0,0-3-19 0,-7 3-13 16,-2-3-15-16,-2 0-46 0,4 0-136 15,-9 4-128-15,2-4 56 0</inkml:trace>
  <inkml:trace contextRef="#ctx0" brushRef="#br0" timeOffset="-186050.29">9252 4692 1118 0,'-3'-6'-35'0,"0"5"12"0,0-5 2 0,3 5 7 15,-4-5 4-15,4 1 6 0,-3 3 5 0,3-2-1 16,-3 3 6-16,3-2-7 0,-3 0 3 15,0 2 4-15,-2-2 1 0,5 3-3 16,0 0-6-16,-3 7 4 0,-3 1-4 0,2 5 5 16,1-1 4-16,0 2 0 0,3 4 1 15,-3 2 5-15,0-1 4 0,-2 2 1 16,2 0 5-16,3-4 5 0,0-2 2 0,-3 0-1 16,6 0 5-16,-3-1-2 0,0-1-3 15,0-1 2-15,0-1-9 0,0-1 2 0,3-3-1 16,-3 3-1-16,0-5-2 0,5 2-7 15,-5-1-6-15,3-1-14 0,-3 0-17 0,3-3-18 16,-3-2-18-16,0 0-13 0,3-7-68 16,-3 2-243-16,3-2 105 0</inkml:trace>
  <inkml:trace contextRef="#ctx0" brushRef="#br0" timeOffset="-185548.38">9386 4670 1050 0,'7'-9'-15'0,"-4"2"9"0,0 3 7 0,1-4 10 16,-1 2 13-16,1 2 4 0,-1 0 6 16,4-4-5-16,-4 5 5 0,0-3-4 0,0 2-5 15,4 0 2-15,0-2-9 0,0 4 3 16,-1-3-7-16,4 0 0 0,4-1 0 16,-1 5-2-16,0-2-1 0,4 0-4 0,-3 3-2 15,-2-2-2-15,1 2-2 0,1 2 4 16,-4 1 1-16,4 1-4 0,-5 2 0 0,-2-1 2 15,-1 2-3-15,-1 0-2 0,-5 4 5 16,0-1-2-16,0 1 4 0,-5 0-4 16,2-1 4-16,0 3-2 0,0-4-5 0,-4 2 8 15,4-4-1-15,-3 0-4 0,1 4 1 16,2-6-3-16,0 3 2 0,0-7 0 0,3 6 1 16,-4-1-1-16,1-1 4 0,3-2 3 15,0 1 2-15,-3-1 7 0,3 0 2 0,3-2 2 16,-3 3 6-16,3-2-11 0,4-4 1 15,-7 2 1-15,14 0-5 0,-5 0 0 16,4 0 0-16,1-4 9 0,-1 4-10 0,1 0 1 16,-1 0 1-16,1 0-4 0,-4 4-3 15,-4-4-1-15,4 5 5 0,0 0-2 16,-3-1 2-16,-1 3 2 0,-3 2 6 0,1 0-1 16,-4 4 6-16,0-2-5 0,-4 1 3 15,1-2-4-15,0 1 0 0,-3 3 4 0,-1-4-1 16,-4 2-4-16,2-2-2 0,-4 0-1 15,2-2-2-15,-2 2-3 0,-1-5-5 0,1 2-32 16,-4-1-36-16,4 1-22 0,-4-2-16 16,1 2-21-16,-1-4-70 0,-2 1-314 0,2 2-11 15</inkml:trace>
  <inkml:trace contextRef="#ctx0" brushRef="#br0" timeOffset="-178098.42">8487 4486 279 0,'0'0'93'0,"3"-1"-39"0,-3-2-23 0,0 3-10 0,0 0-4 0,0 0-2 0,0 0-2 0,-3-3-8 0,3 3-3 0,0 0 2 0,0 0 1 0,-5 6-3 0,5-6 5 0,-3 1-2 0,0 5-1 0,3-3 2 0,-3 2-1 0,-1 2 2 0,1-3 1 0,-3 5 1 0,6-1-1 0,-3 0-1 0,-2 1-3 16,2 0 5-16,0-2 1 0,0 7-2 0,3-4 0 0,0 0-2 0,-4-1 3 0,4 2-2 0,4 2-1 0,-4-1 2 0,0-2 0 0,3 0-1 0,0 0-5 15,0-2 0-15,2 0 5 0,-2 1-1 16,3 0 0-16,1-2 1 0,-1-1-4 0,2 2 2 15,-5 2-3-15,3-5 3 0,1 0 3 16,-1 0-7-16,2-1-1 0,-2 3 6 16,1-3-4-16,-4-2 4 0,3 3 2 0,2-2-7 15,-2 0 6-15,-3-3-7 0,4 1 9 0,-1-1-4 16,1 0 8-16,0 0-1 0,0-1 7 16,-1-2 3-16,0 0 7 0,2 1 1 15,-2-3 7-15,-2 0-4 0,2-2-2 0,4 1-6 16,-6-5 2-16,2 3-3 0,1-5 8 15,-1 2-17-15,1-1 2 0,-3-1-6 16,-1 1 8-16,4-1-5 0,-4 1-7 16,0-1 10-16,0 4-15 0,-3-1 11 0,4 0-8 15,-4 2-1-15,3 1 1 0,0 0 2 16,-3-1-1-16,0 3-6 0,0 0 0 0,0-2-2 16,0 1 2-16,0 4-2 0,-3-3 3 15,3 1-4-15,0 3 0 0,3-5 0 0,-3 5 3 16,0-2-1-16,0 0-1 0,4 1 1 15,-4-1-11-15,3 1-1 0,-3-2-1 16,0 4 3-16,4-1-5 0,-1-2 6 0,0 0 4 16,0 2-5-16,1 1 0 0,-1-3 2 15,0 0 6-15,1 3-4 0,-1-2-3 0,4-1-3 16,-1 1 10-16,4-2-3 0,-2 4-2 16,1-1 2-16,4-2 5 0,-2 0-2 0,-2 3-4 15,4-1 5-15,1-2-6 0,-1 0 4 16,1 3 2-16,-1-2-1 0,1 2 7 0,-4 0-10 15,-1 0 0-15,2-3 9 0,-1 3-5 16,-4 0-1-16,0 0-4 0,2 3 0 16,-2-1 4-16,-2 4 8 0,-4-5-7 0,3 6-2 15,-6 4 7-15,3-1-2 0,0 3 1 16,0-1-2-16,-4-2-2 0,4 5 5 16,-3-2-2-16,0 2 1 0,3 0 4 0,0-4-7 15,-4 6 3-15,4-5-2 0,4 1-2 16,-8-1 2-16,8-2 2 0,-4 0 5 0,0 0-11 15,0-1 3-15,3 2 4 0,-3-4 7 16,3 3-6-16,-3-6-1 0,4 5-4 0,-1-1 4 16,-3-4-4-16,3-1 3 0,-3 2 2 15,3 0 1-15,0-3 8 0,1 1-3 0,0 0-3 16,-1-2 5-16,4-2-1 0,-4 1 2 16,3-3 0-16,1-2-1 0,3 0 2 0,-3 0 7 15,-4-2-6-15,4-1 3 0,0-1-3 16,-1 2 3-16,-2 0-9 0,2 0 7 0,-3-4 2 15,4 2 0-15,-4-1-5 0,1 3 3 16,-1-4-5-16,1 1 4 16,-4 0 1-16,0 3-5 0,3-4 0 0,-3 4-4 0,0 0 10 15,-3-4-8-15,3 4-2 0,-4 2-1 16,1-2-5-16,-4 1-2 0,0 2-21 0,-2-1-3 16,-5 2-14-16,1 1-7 0,0-2-6 15,-4 4-3-15,4-1-16 0,-4-2-78 0,0 3-196 16,1 0 142-16</inkml:trace>
  <inkml:trace contextRef="#ctx0" brushRef="#br0" timeOffset="-156952.18">11743 6607 900 0,'-4'0'-26'0,"4"0"8"0,0 0 10 0,-6 3 1 0,3-3 6 0,3 0 1 0,0 0 7 0,-4 1 3 0,4-1 4 0,0 0-2 0,0 0 4 0,-6 4 5 0,6-4-5 15,0 0 11-15,-4 0 0 0,4 0-2 0,0 0-4 0,0 0-3 0,-4 2-2 0,4-2-3 0,0 0 0 0,0 0 1 0,0 0 2 0,0 0-6 0,0 0 4 0,0 0-8 0,-3 2 1 0,3-2 0 0,0 0-5 0,0 0 11 0,0 0-5 0,0 0-5 0,0 0-3 0,0 0 2 0,0 0-1 0,0 0 3 0,0 0 2 0,0 0-1 0,0 0-4 0,0 0-1 0,0 0 6 0,0 0 1 0,0 0-4 0,0 0 0 0,0 0-5 0,0 0 2 0,0 0 6 0,0 0-5 0,0 0-4 0,0 0 8 0,0 0-4 0,0 0 2 0,0 0-1 0,0 0 1 0,0 0-1 0,0 0-4 0,7-8-3 0,-7 8 5 0,0 0 1 0,0-1-5 0,0 1 6 0,0 0 1 0,4-3 1 0,-4 0-5 0,0 3 1 0,0 0 2 0,0 0 0 0,0 0 0 0,0 0-7 0,0 0 4 0,0 0 5 0,0 0 0 0,0 0 4 0,0 0-9 0,0 0-1 0,0 0 3 0,0 0 2 0,-4-4 0 0,4 4-6 0,0 0 4 0,0 0-5 0,0 0 1 0,0 0 0 0,0 0-3 0,0 0-16 0,0 0-4 0,0 0-15 0,0 0-5 0,0 0-32 0,-7 4-99 0,4-1-117 0,-3 0 190 16</inkml:trace>
  <inkml:trace contextRef="#ctx0" brushRef="#br0" timeOffset="-153270.49">11549 6769 777 0,'0'0'-7'0,"0"0"3"0,-3 0 8 0,3 0 7 0,0 0-2 0,-3-2 8 0,3 2 0 0,0 0-2 0,-6 0 2 0,6 0 0 0,0 0 7 0,-8 0 0 0,5 2-3 0,3-2 7 0,-7 0-4 0,7 0 8 0,-9 3 10 0,1-3-7 0,2 0-2 0,-4 3 5 0,4-3-2 0,3 0 0 0,-5 3 1 0,2-3-4 0,2 1-1 0,1-1-2 0,3 0-7 0,-6 3 4 0,2-3 1 0,4 0-2 0,0 0-1 0,-3 3-1 0,3-3 0 0,0 0-2 0,13-3 4 0,4 3-4 0,6 0-1 0,10-3 2 0,11 2-1 0,5-2 0 0,11-3-5 0,8-2 0 0,-2 4 1 0,4 0-1 0,-3-2-4 0,-4-1 0 0,0 3-2 0,-9 0-1 0,-4 1 1 0,0 2 0 0,-6-2-1 0,-5 0 1 0,-2 3-3 0,-4-3 8 0,-3 3 2 0,-3-2 8 0,3 2 3 0,-10-2 7 0,3 2-3 0,0 0 2 0,4-4-6 0,0 0 0 0,3 0-2 0,0-2-1 0,13 1-3 0,-2-1-5 0,-2-1-1 0,4-3-3 0,-2 2 2 0,5 0-2 0,-6-1-5 16,-3 1 5-16,0 1-5 0,-7 0 0 0,0 2 0 0,-8-1 1 0,2 2 2 0,-4 0 2 0,-4 1 0 0,-2 0 2 0,2 0 5 0,-5 1 0 0,-1 0 1 0,-1-2 1 0,-1 4 1 0,-2-1-4 0,1-2 2 0,-4 3 0 0,-3 0-4 0,0-3 1 0,0 3 0 0,0 0-2 0,-10 0-3 0,10 0-1 0,-10 0-2 0,3 0 3 0,1 0-6 0,-4 0 1 0,3 3-1 0,3-3-1 0,-5 0 1 0,2 0 0 0,1 0-3 0,-2 3-1 0,-1-3-1 0,-1 1-1 0,-1-1 3 0,2 0-2 0,-4 4 0 16,-4-2-1-16,1 0 5 0,-2 4-5 0,-5-3 0 15,-4 1-1-15,1-1 1 0,-4 2 1 16,-3-1-2-16,-1 5 0 0,-6-5-2 15,0 4 1-15,1-4-1 0,-5 5 2 0,4-2-1 16,-4 0 0-16,1-2 0 0,-4 2-1 16,1 0 0-16,-1 1 1 0,1 1-1 0,-2-1 0 15,-1 0-1-15,-1 1 0 0,0-5 0 16,-7 4-3-16,-3 2 2 0,10-6-3 0,-10 3-2 16,11-1 0-16,-5-1-1 0,7 2 0 15,1-1-1-15,-1-1 4 0,4-1-2 0,3 2 1 16,7-3 3-16,-5-2-3 0,11 2 2 15,-3 0 1-15,11-2-3 0,-1 3 2 16,0-2 2-16,0-2 1 0,6 2 2 0,-2 1-3 16,2-3 1-16,4 0 1 0,-3 3 0 15,3-3-2-15,0 3 0 0,0-3 1 16,0 0 0-16,3 1 1 0,1 2-5 0,-1-3 2 16,4 3 0-16,-4-3 2 0,3 0 1 15,-2 0 0-15,3 1-3 0,0-1-1 0,-1 4 0 16,4-4-3-16,-3 0 6 0,3 0-7 15,0 0 0-15,7 2 3 0,-1-2 1 0,11 0-1 16,6 0 0-16,10 0 3 0,17-2 2 16,4-3-3-16,16-1 2 0,4-1-1 0,11-4-1 15,2 3 2-15,7-3 0 0,-7-2-1 16,-1 1-3-16,1-1 1 0,-4 1 3 16,-3 2 0-16,1-3 1 0,-18 4-2 0,-3-1 1 15,-4 0-2-15,-6 2 3 0,-7 1 2 16,-2-1-1-16,-5 2 1 0,-6 2 1 0,-3 0 0 15,-4-2-4-15,0 3 2 0,-6 1-2 16,0 0 0-16,-4-2 7 0,4 3-3 16,-7-2-1-16,0 3 0 0,-4-3 2 0,1 2-1 15,-4 1-1-15,-3 0 2 0,0-3-4 16,0 3 3-16,-16 0-2 0,3 3-1 16,-1-3 3-16,-2 1-1 0,-8-1-2 0,1 3-3 15,-7 0 3-15,0 2 0 0,-3-3 0 16,-4 3-2-16,-4-2 1 0,-2 1 0 0,4 2 0 15,-5 1-2-15,1-2 1 0,3-2-4 16,-1 1-5-16,5 2-12 0,3-5-12 0,-1 3-18 16,4 0-15-16,0-1-11 0,4 0-20 15,-1 1-13-15,4-1-9 0,3-3-22 0,-4 0-152 16,5 0-200-16,-1 0-2 0</inkml:trace>
  <inkml:trace contextRef="#ctx0" brushRef="#br0" timeOffset="-149353.2">11940 6847 1266 0,'0'0'-65'0,"0"0"14"0,0 0 15 0,0-5 2 0,0 5 10 0,0 0-1 0,0 0 11 0,0 0 7 0,0 0 1 0,-11 2 3 0,11-2-4 0,-3 3 3 0,-4 0-3 0,1 1 7 0,3 3 2 0,-8 1-2 0,1 2 6 0,1 3-5 0,-2-2 6 0,1-3 5 0,-3 9-5 0,3-5 1 0,-3 2 2 0,3-1 4 0,0-1 1 0,3 1 1 15,-3-1-4-15,3 1-4 0,1-1 4 0,2 1 9 0,1-1-15 0,0-1 6 0,0 2-2 0,3-5 2 0,0 3 7 0,0-1-5 0,3 0 6 0,0 1-2 0,4-3-1 0,-1 0-3 0,1 2 5 0,0-4 1 0,3 1-3 0,0-2 3 0,-3 2-5 0,2-1 4 0,1-5 7 0,1 5 7 0,-2-4 2 0,1-2 5 0,4 3 5 0,-4 0-3 0,-1-3 1 0,-1 3 3 0,1-3 10 0,-2 0 9 0,-1-3 7 0,5 3 6 0,-5 0 0 0,-2-3-3 0,2 0-3 0,2-1-4 0,-2-1-2 0,-3-1-6 0,1 2 0 16,-1-4-1-16,0 1-2 0,0-3-4 15,0 2-1-15,2-2-7 0,-5 0-4 0,3-1-5 16,-3 0-2-16,0 1-6 0,0-2-3 16,0 1-2-16,0-2-3 0,-3 1 0 15,3 2-5-15,-5-3 1 0,5 4-2 0,-3-4-2 16,3 2-2-16,-3 3-1 0,0-3-3 16,0 1 1-16,-1 3-5 0,1-3 0 0,0 2-5 15,0 4 0-15,-5-5-2 0,5 1-1 16,0 4-3-16,-1 0 2 0,-2-2-1 15,3 3-2-15,0 1 1 0,-5 0-2 0,2 2 0 16,-4 0-1-16,4 2 0 0,-2-2 0 16,-2 2 0-16,4 1-2 0,0 3-3 0,-2-6-4 15,2 1-5-15,-1 2-1 0,4 0-2 16,0-2-2-16,-1 3-7 0,1-2 0 16,-1 0-17-16,4-2-31 0,-3 3-19 0,3 0-22 15,-3 1-12-15,3-1-18 0,-4 0-76 16,4-2-366-16,0 3-97 0</inkml:trace>
  <inkml:trace contextRef="#ctx0" brushRef="#br0" timeOffset="-148561.2">12346 6857 1518 0,'0'-3'-84'0,"0"3"8"16,0-4 14-16,0 4 12 0,0-3 7 0,0 3 11 0,-3-3 4 0,3 1 6 0,0 2 7 0,0 0 1 0,-3-2 8 0,3 2-6 0,0 0 7 0,0 0 6 0,0 7-1 0,0-1-2 0,0-2 8 0,0 4 16 0,0 2 14 0,0 0 0 0,0 2 7 0,0-2 1 0,0 2 1 0,0 4-1 0,0-4 1 0,0 2 5 0,-3 3 0 0,3-1-3 0,0 0 2 0,-5 2-3 0,5-4-3 0,-3 4 3 0,3-3-2 0,-3 0-3 0,3-1 1 0,-3-1-2 0,3 2-4 0,0-5 1 0,-4 2 1 0,4-1-7 0,0-1-2 0,-3 0-1 0,3-3-3 0,0 1-2 0,-3-1-2 0,3-3 2 0,0 4-2 0,0-2-2 0,0-2-2 0,0 2-1 0,0-5 1 16,0 5-5-16,0-4-1 0,0 1-1 0,0 3-2 0,0-6-8 0,0 1-36 0,0 2-35 0,0-3-26 0,0 0-20 0,3 3-17 0,-3-3-75 0,0-7-351 0,-3 4-61 0</inkml:trace>
  <inkml:trace contextRef="#ctx0" brushRef="#br0" timeOffset="-147414.09">12543 6886 1439 0,'3'-4'-62'0,"-6"1"12"0,3 2 4 16,0-5 12-16,0 1 14 0,0 3 4 15,0-3 3-15,0 2 13 0,0-1 2 16,0 1 10-16,-4-3 6 0,8 2-1 0,-4 0-1 15,0 3 4-15,0-2-4 0,3 0 3 16,-3 2 4-16,-3-2-7 0,3 3 3 0,0-6-3 16,0 6-3-16,3-2 4 0,-3 2 0 15,0-2-3-15,0 2 0 0,0-4-9 0,0 4 7 16,0 0-2-16,0 0-1 0,0 0-5 16,0 0 1-16,0 0 4 15,0 0-4-15,0 0-2 0,0 0 2 0,0 0-1 0,-3 8 4 16,3-5-4-16,0-3 0 0,3 6 2 15,-3-2-4-15,0-1 5 0,0 2 0 16,-3-3-5-16,3 0 0 0,3 1 1 0,-3 3 3 16,0-6-3-16,0 1-1 0,0 2 2 15,0 0 1-15,0-3 0 0,0 1 1 16,3 3-1-16,-3-4 3 0,-3 2-4 0,3-2 2 16,0 0-2-16,0 0 6 0,0 0-1 15,0 0 4-15,0 5 3 0,0-5 1 0,3 0-3 16,-3 0 6-16,0 3 0 0,0-3-1 15,0 0-4-15,0 0 5 0,0 0-3 0,0 0 1 16,0 0-4-16,0 4 2 0,0-4-5 16,-3 3 0-16,6 1-2 0,-3 2 1 0,0-1 3 15,0 5-3-15,0-2 0 0,4-1 2 16,-4 3-2-16,0 0 1 0,3 1-1 16,-6 1 1-16,6-2-2 0,1 1-1 0,-4 3 3 15,-4-4-4-15,8 2 3 0,-4-2 1 16,0-2 4-16,0 5-4 0,3-6 0 15,-3 2 2-15,0 0-2 0,0-2 3 0,3 0 1 16,-3 1-3-16,0-4 1 0,-3 3 2 16,3-1 0-16,0-1-1 0,3 1-3 0,-3-5 0 15,0 5-2-15,0-5 5 0,-3 5-6 16,6-1-1-16,-6-2 0 0,6 1 0 0,-3-1 1 16,0 1-1-16,0 4 0 0,0-2 3 15,0-2 0-15,0 2-2 0,0-5 2 16,0 5-3-16,0-1 3 0,0-2 1 0,-3 1 0 15,3-1-3-15,0 0 2 0,0-2 1 16,0 3-1-16,3-2 1 0,-6 0-2 16,6 1-1-16,-3 0-1 0,0-3-3 0,0 3 2 15,0-3 1-15,0 1-5 0,0-1 1 16,0 3 3-16,0-3-1 0,0 3 2 0,0-3-3 16,0 1 3-16,0-1-1 0,0 0-3 15,0 0 1-15,0 0 0 0,0 0 1 16,0 0-2-16,0 0 7 0,0 0-10 0,0 0 0 15,0 0-3-15,0 0-5 0,0 0-29 16,7-4-30-16,-7 1-23 0,0 3-27 16,0 0-25-16,0 0-14 0,0-4-96 0,-4-2-321 15,4 4-73-15</inkml:trace>
  <inkml:trace contextRef="#ctx0" brushRef="#br0" timeOffset="-146598.96">12863 6892 1467 0,'0'0'-73'0,"0"0"13"0,0 0 19 0,0 0 13 0,-7 5 6 0,0-2 15 0,4 1 12 0,-3 3 12 0,-4 4 3 0,6-1 6 0,-3 0 5 0,1 2 2 0,-4 1 1 0,4-1 7 0,-2 1-4 0,-1-1 4 0,2 3-2 0,1 2-1 0,-5 0-2 0,5-3-2 0,2-2 2 0,-2 1-4 15,-2-1 0-15,5 1-6 0,3-1 0 0,-3-1 1 0,3-1-5 0,0-3 2 0,0 3 1 0,3 1-6 0,0-4 2 0,2 0-1 0,1-2-4 0,-3 2 3 0,4-1 0 0,-4-1 2 0,0-1 4 0,8-1-1 0,-8 3 7 0,4-6 1 0,-1 1 5 0,-3-1 8 0,5 0 2 0,1 0-1 0,-2-4 1 0,-1 1-3 0,1-2 0 0,0-2 2 0,0 1 1 0,-1-4 2 0,0 2-1 0,2 0-4 0,-2-1-2 0,1 0-3 0,-4-1-3 0,0 0-5 0,1-1-3 0,-4 4-2 0,3 0-2 0,1-4 0 0,-1 4-4 0,-3 2-4 0,0-2-3 0,0 1-1 0,0-1-4 0,0 2-9 0,0-1-5 0,0 2-7 0,0 0-13 0,3-2-6 0,1 1-12 0,-1-1-5 0,-3 5-5 0,3-5-1 0,4 5-1 0,-4-2 0 0,1 0 0 0,-1 0 4 0,0 1 5 16,1 0 6-16,-1-2 3 0,3 4 2 0,-6-1 7 15,4 1 1-15,2 1 6 0,-2-1-1 16,-1 4 6-16,4-4-1 0,-4 4 1 16,0 2 3-16,1 1 7 0,2 3 2 0,-6 1-2 15,4 3 10-15,-1 1 1 0,-3 3 1 16,-3-1 5-16,3-2-1 0,0 0-2 0,-4-1 0 16,4 0 4-16,0-3-1 0,4 3 3 15,-4-7 7-15,3 3 3 0,1-2 1 16,5-4 3-16,1-1 0 0,4-3-3 0,-1 0 0 15,1-3 0-15,-1 2 5 0,4-2 6 16,-1-3 2-16,-2-2-2 0,-1 1 0 0,1 0-2 16,-1-4-4-16,-1 0-1 0,-1-4-5 15,-4 2 0-15,-1 1-4 0,0-1-3 16,2-2-4-16,-5 0-6 0,-3 2-13 0,-3-1-21 16,3 2-28-16,-4-1-29 0,-3 1-27 15,1-1-21-15,-1 5-22 0,-2-2-25 16,-5 3-160-16,1-1-244 0,-1 4-83 0</inkml:trace>
  <inkml:trace contextRef="#ctx0" brushRef="#br0" timeOffset="-145972.33">12033 7300 1497 0,'-17'3'-77'0,"1"-2"9"0,2 2 14 0,-2-3 24 0,2 3 9 0,1-2 6 0,-1 3 4 0,4-2 13 0,1 0 9 0,-2 1-6 0,5 0 5 0,-1 0 4 0,1-3 7 0,-1 1-4 0,3 2 0 0,4 0 1 0,-3-3-3 0,3 0 13 0,11 5 16 0,1-3 3 0,9-2 7 0,9 2 0 0,6-4-2 0,10 2-4 0,5-2-5 0,12-3-2 0,0 2-1 0,4-1-8 0,-1 1-3 0,-1-3-3 0,1 4 1 0,-3-4-5 0,-6 6-2 0,-4-1-1 0,0-2-3 0,1 3-1 0,-5 0-1 0,2-3-3 0,-4 3 3 0,-7 0-1 0,-4 0-4 0,4 0 3 0,-7 0-4 0,5 3 5 0,-2-3-2 0,-3 0 1 0,1 0 0 0,-4-3-1 0,0 3 0 0,0-1 3 0,-4-2 2 0,-3 3-1 0,1-3 1 0,-4 3 4 0,0-3 2 0,-4 3 5 0,-2-2-1 0,2 0-3 0,-3-2-3 0,1 4 1 0,-4-1-4 0,1-5-3 16,-2 5-4-16,-2-2-13 0,-1-3-21 0,-3 4-27 0,2-4-20 0,-2 5-27 0,-3-5-22 0,-3 2-22 0,-8-4-69 0,1 1-367 0,1 0-80 0</inkml:trace>
  <inkml:trace contextRef="#ctx0" brushRef="#br0" timeOffset="-145029.99">13233 7050 1505 0,'0'3'-72'0,"-3"-2"16"0,3 2 15 16,0 0 11-16,0-3 10 0,0 0 8 0,0 5 6 15,0-5 12-15,0 2 14 0,0-2 9 16,0 2 10-16,0-2 7 0,0 0 11 0,0 0 3 16,0 0 2-16,3-9 6 0,-3 3-2 15,0 2 9-15,0-4 4 0,-3-2 2 16,-1 0-4-16,0-5-3 0,-2-2-3 0,-4-1-4 16,0-1-6-16,0-6-5 0,-3 0 1 15,-1-3-4-15,1 0-7 0,-4 3-4 0,1-3-4 16,2-1-2-16,-2 4-4 0,-1-4-5 15,1 4-3-15,-1 0-3 0,4 8-2 16,-1 1-1-16,1-5-1 0,-4 6-2 0,4-2-2 16,-4 2-4-16,4 5 3 0,0-4-2 15,-1 3-3-15,4 1-1 0,0 2-3 0,3-2 0 16,-2 3 0-16,2-1 1 0,-4 1-2 16,5-1-2-16,0 2 2 0,-1 2-1 15,0 1-1-15,0-4 1 0,4 4-1 0,-3-1-2 16,2 0 1-16,1 3 0 0,0 1 0 15,3 0 0-15,-8 1-2 0,5 3-1 0,3 0 3 16,-3 5 1-16,3-2-2 0,0 0 3 16,0 4-1-16,0-3 1 0,3 3-3 0,0-1 1 15,-3 0 3-15,5 1-4 0,-2-3 3 16,0 3-1-16,4-1 0 0,-4 0 1 16,3 1 0-16,-3-4 0 0,1 0-1 0,0 1 4 15,-1-1-3-15,0-3-2 0,-3 2 2 16,4 2 1-16,-1-4 0 0,-3-1 2 0,3 1-1 15,-3 2 2-15,3-4 1 0,0-2 0 16,-3 0-2-16,0 0 0 0,4-4 2 16,-4-1-3-16,4-2-1 0,-4-4 2 0,-4 1-3 15,4-3 0-15,0 4 3 0,-4-4-4 16,4 2 2-16,0 3-2 0,0-5 1 16,0 5 1-16,0-2-1 0,0 3-1 0,0-1 2 15,0 1-4-15,0-1-1 0,0 2 0 16,0 5 0-16,8 1 1 0,-2-3 1 0,1 6 1 15,-1 2 0-15,8-1-2 0,-4 2 0 16,3 1 2-16,1-3-3 0,-1 4-3 0,0-2-43 16,-3-2-53-16,0 3-45 0,0-1-32 15,0-1-44-15,-3 1-168 0,-1-5-229 0,-2 5-118 16</inkml:trace>
  <inkml:trace contextRef="#ctx0" brushRef="#br1" timeOffset="-106254.08">5510 9437 1015 0,'-14'3'-20'0,"4"0"15"0,0-2-3 0,0 2 9 0,0 0 8 0,0-3-4 0,1 1 4 0,-2-1 10 0,1 4 1 0,4-2 0 0,-2-2 2 16,2 0 5-16,-1 3 0 0,4-3-2 15,3 0 5-15,-6 2-5 0,3 1-1 0,3-3-2 16,0 0-1-16,0 0-6 0,0 0 2 15,12 3-4-15,6-3 4 0,1 1-8 0,8-1 6 16,6 3-1-16,0-3-6 0,8 3-3 16,5-3 3-16,1 0-3 0,-7 0 6 15,6 0-3-15,-2 0-6 0,-4-3 4 0,-7 3 6 16,3-3-2-16,-6 3 3 0,1 0 10 0,-5 0 2 16,-5 0 3-16,-2 0-2 0,1 0 0 15,-2 0-1-15,-2-1-4 0,-2 1 3 16,-2-3-2-16,1 3 0 0,-2 0-4 15,2-3 2-15,-2 3-1 0,-2 0-9 0,-2 0-1 16,2-2 0-16,-1 2 0 0,2-3 0 0,-1 3-1 16,-1 0-3-16,1 0 3 15,-2-2-3-15,2 4-5 0,2-4 5 0,-4 2-1 16,2 0 0-16,-2-4-3 0,0 4 3 16,-4 0 2-16,4 0 1 0,-4-1 0 0,0 1-1 15,-3 0 11-15,7 0 6 0,-7 0-5 16,7 0 2-16,-7 0 0 0,3-3-1 0,1 3 2 15,-4 0-4-15,6 0-1 0,-6 0-2 16,3-3-2-16,-3 3-3 0,4 0 3 0,-4 0-1 16,0 0-2-16,0 0-2 0,0 0-1 15,0 0-20-15,3 3-30 0,-3-3-16 0,0 0-8 16,0 0-21-16,0 0-22 0,0 0-29 16,0 0-137-16,-10 3-179 0,7-2 37 15</inkml:trace>
  <inkml:trace contextRef="#ctx0" brushRef="#br1" timeOffset="-79803.38">7983 9330 421 0,'6'-4'59'0,"-2"4"-26"0,3 4-16 0,-4 1 4 0,3 3-3 0,-2-1 3 0,-1 5 0 0,-3 2-4 0,3 3 3 0,-3 5-2 0,0 0 3 0,0 1-2 16,-3 2-6-16,0 0-1 0,-4 0 2 0,1 5-1 16,-5-1 7-16,-2-1-10 0,3 1 8 15,-3 0-1-15,-4 1 2 0,4-5-4 16,-4 0-2-16,4 0 7 0,-4-9 4 0,4 2-3 16,0 0-2-16,3-4 5 0,-1 0 13 15,2-3 2-15,-1 0-1 0,-1-1-1 0,5-2 6 16,-1-4-3-16,-2-1-7 0,1 0 2 15,-1-3 2-15,-1-3-5 0,2 0-5 0,-1-1 0 16,2-4-5-16,1-2-2 0,3 3-2 16,-5-5-1-16,5-1-3 0,3-2-3 0,0 1-3 15,3 3-1-15,5-3 3 0,-2 0-7 16,1 2 1-16,2 2 2 0,2 0-2 16,-1-1-6-16,-1 4-3 0,2 2 3 0,-1-1 0 15,-1 2 4-15,5 1-1 0,-1 6-6 16,1 0 5-16,-4-2-2 0,6 3 4 0,-2 1 0 15,-1 3 4-15,0-4-8 0,0 0 3 16,4 2 0-16,-4-1-3 0,1 2-2 16,-1-1 10-16,0-1-6 0,1 0 5 0,-1 0-5 15,1-1 10-15,-1 2-13 0,-4-5 6 16,2 5-3-16,-1-3-1 0,-1-1 0 16,2 1-1-16,-5 0 5 0,4-2-5 0,-2 2 2 15,-2-3 0-15,1-3 3 0,-1 2-3 16,5 1 5-16,-5-3 1 0,4-2-4 0,-4 2-1 15,5-3 2-15,-5 2-1 0,1 0 2 16,-1 1-4-16,1-5 4 0,0 2 1 16,0-1-2-16,-1 3-1 0,-3-4 4 0,4 2-1 15,-3-1-2-15,-1 3 3 0,-3-1 2 16,3 0-1-16,1 0 3 0,-1-1 1 0,-3 5-1 16,3-2-1-16,-3-2-2 0,0 2-2 15,3 1 3-15,-3-2-5 0,0 4-6 0,0 0 3 16,0 0-4-16,-6 9 2 0,-1-4 3 15,1 5 0-15,-2-3 0 0,2 5 0 16,-4 1 0-16,0-1 1 0,3 1-2 0,-2-1-1 16,2 1-1-16,0 2 2 0,3-2 0 15,-2 2-3-15,3-3 2 0,0-2 1 0,-1 2-1 16,1-2-1-16,0 1-2 0,0-4 4 16,-2 3-3-16,5-2-1 0,-3-1 0 0,3-1 5 15,0-2-3-15,3-1 2 0,-3-2 1 16,8 3 3-16,-5-4-2 0,4-4-3 0,2 3 2 15,-2-2 1-15,3-1-1 0,-3-2 1 16,2-1 0-16,2-1 0 0,-1 1-2 16,-4-3 1-16,5-1-4 0,-5 1 2 0,1 1 7 15,-1 2-4-15,1-4-4 0,0 1 7 0,0 3-3 16,-4-1 3-16,3 1-4 0,-2 1-1 16,-1-1 4-16,0 2-2 0,1-1 1 0,-1 2-6 15,1 1-2-15,-1-1 3 0,0 1-8 16,0-2 3-16,7 5 2 0,1-2 7 15,-2 2-7-15,5 2 7 0,-1 1 0 16,0-3-6-16,4 5 5 0,-4-2 3 0,1 1-6 16,-1-1-2-16,-2 2 3 0,-2 0 0 15,1 3-6-15,-4-1 0 0,2 0 5 0,-5 1 0 16,4 2 2-16,-7-3-2 0,3 4 7 16,-3-4-6-16,0 0 2 0,0 1 8 0,3-4-6 15,-3 3 3-15,0-1-4 0,0-1 0 16,0 1-2-16,3-5 11 0,-3 2-2 15,0-3-3-15,0 0 3 0,0 0-3 0,0 0-2 16,0 0-2-16,8-10 4 0,-8 7-1 16,3-1-8-16,-3-4 3 0,3 4 0 15,-3-2 1-15,3 1-1 0,4-2-1 0,-7 0 1 16,3 1-1-16,0 1 0 0,-3-2-3 16,8 1-1-16,-8-1 4 0,3 2-2 15,0-2-1-15,4 0-3 0,-4-1 0 0,3-1-1 16,1 2 7-16,3-2-8 0,0 0 5 0,0 1-3 15,-3 0-2-15,3-2 4 0,0 0 1 16,0 0 0-16,0-1-1 0,0-1 2 16,-3 2 2-16,3-2-1 0,-4 2 2 0,1-3-1 15,-1 2 5-15,-2 0 2 0,-1-3-6 0,1 6 5 16,2-3 2-16,-3 4 0 0,-3-3 2 16,0 2-1-16,4 1-2 0,-8 0-2 15,8 1-10-15,-1 1 1 0,0 3 1 0,-3 2 3 16,0 0 2-16,4 13-4 0,-1-9-3 15,-3 6 5-15,4 2 2 0,-8 1-1 0,4-1 5 16,4 1-6-16,-4 2 3 0,0-2 3 16,0 2-2-16,-4 0 0 0,4-4-7 0,-3 3 9 15,3-4-5-15,-4 2 1 0,4-2 7 16,0 0-6-16,-3-2-3 0,3 2 1 16,0-3-1-16,-3 1-4 0,3-4 2 0,0 3 2 15,-4-1 1-15,4 2-7 0,0-5 8 16,0 1-1-16,0-1-1 0,-3-2 5 0,3-1-5 15,-3 0 4-15,3 0-6 0,-7 0 4 16,0-1 2-16,1-2-4 0,-1 3-2 16,1-3 1-16,-4 2-1 0,3-2 4 15,3 0-5-15,-2 3 2 0,-1-2 0 0,4 2 4 16,3 0-5-16,-10-3 7 0,10 3-4 0,-4-2-6 16,1 2 4-16,3 0 1 0,0 0-4 15,-6-4-1-15,6 4 3 0,0 0-1 16,0 0 4-16,9-1-2 0,-2-2-1 0,-3 3 2 15,6 0-11-15,-4 0-16 0,1-3-11 16,0 2-18-16,3-2-12 0,3 0-16 16,-3-2-71-16,3 3-249 0,0-3 83 15</inkml:trace>
  <inkml:trace contextRef="#ctx0" brushRef="#br1" timeOffset="-79062.17">8956 9644 1039 0,'-3'13'-41'0,"0"-1"4"0,-1 4 6 0,-3 0 4 0,1 2 4 0,-1 0 9 0,1 0 4 0,3-4 1 0,-5-1 3 0,2 2 1 15,3-5 4-15,-1 2 0 0,1-1 1 0,-3-1 0 16,1-3 19-16,5 1 9 0,-6-1 0 16,3 0 5-16,3-4 4 0,-4-3-8 15,4 0 0-15,0 0-9 0,0-10 3 0,0 5-12 16,0-5 2-16,0 0 6 0,4-2-6 16,-1-1 9-16,0-2-8 0,0 0 0 0,2-5 1 15,-2 2 0-15,3-1 6 0,1-1-11 16,-1 2 9-16,2 0-5 0,1 0-13 0,-2 4 7 15,2-1-4-15,2 3 1 16,-1 2-2-16,-1 0 0 0,5 0 3 0,-4 2-2 16,4 4 3-16,-1-2-10 0,-3 4 5 15,3-1-6-15,-3 3-3 0,0 0 7 0,0 0-2 16,-3 5 7-16,-1 1-7 0,-2 1 4 16,-1 0 5-16,-3 5-5 0,-3-1 0 0,-1 2-2 15,1-5 2-15,0 6 2 0,0-4-7 16,-1-3 8-16,4 4-6 0,-3-7-1 15,-1 4-2-15,4-3 9 0,-3 0-7 0,3-1 5 16,0-1-3-16,3 1 2 0,-3 0 4 16,4-4 1-16,3 0-3 0,-4 2 1 0,3-4 2 15,1 4-3-15,3-4-1 0,-3 2-4 16,3 0 3-16,0-4-3 0,0 4 0 0,-4 0 6 16,8 4-7-16,-7-8 2 0,2 4-4 15,1 4 0-15,1-4 8 0,-5 0-3 0,4 2 2 16,-4 1-4-16,-1 2 1 0,1-1 2 15,-3 3 1-15,0-1 3 0,-3 5-4 16,0-4 0-16,0 3 2 0,-3-1 0 0,0 2-3 16,-3 2 0-16,1-5 5 0,-4 3-3 15,2-1-1-15,-2 3 5 0,-2-4-7 16,1 2 4-16,1-1-2 0,-2-3 3 0,1 3-2 16,0-2 2-16,0-4-2 0,0 3-3 15,4-1 8-15,-1-1-5 0,-3 1-4 0,3-2 6 16,-3-4-7-16,0 3-11 0,0-3-17 15,0 0-10-15,0 0-14 0,0 0-9 16,4 0-31-16,-4-3-60 0,-1 3-186 0,2-3 145 16</inkml:trace>
  <inkml:trace contextRef="#ctx0" brushRef="#br1" timeOffset="-78776.07">9350 9772 898 0,'3'-3'-17'0,"0"2"9"0,1 1 5 0,-4-3-2 0,3 0-1 0,-3 3 4 0,0 0 2 0,3 6 2 15,-3-6 1-15,-3 8 8 0,0 1-3 0,-1-1 2 16,1 0 6-16,-4 3-6 0,3 2-4 15,1-3 3-15,-3 2-1 0,3 0 2 0,-1 1 1 16,-2-3-3-16,3 1-1 0,-2-3 1 16,2 3 2-16,0-1-2 0,0 0-6 0,0-2-8 15,-1-1-22-15,-2-3-103 0,3 0-155 16,-5-2 197-16</inkml:trace>
  <inkml:trace contextRef="#ctx0" brushRef="#br1" timeOffset="-78506.44">9213 9715 767 0,'0'-5'-9'0,"0"0"11"16,-4 0-1-16,4-1 0 0,4 2 9 15,-1-1-5-15,0-4 8 0,0 2 4 0,2 3 5 16,-2-6 0-16,0 2 10 0,0 4 4 15,0-2 17-15,1 1-11 0,-1-2 8 0,-3 4-7 16,3-1-6-16,0 1 4 0,-3 0-3 16,0 1 0-16,5-3-9 0,-5 1 1 0,0 3-9 15,0 1-3-15,0 0-3 0,0-6-22 16,3 6-13-16,-3 0-16 0,0 0-27 16,0 0-74-16,0 0-241 0,6 3 109 0</inkml:trace>
  <inkml:trace contextRef="#ctx0" brushRef="#br1" timeOffset="-77816.61">9489 9600 977 0,'-3'-7'-25'0,"3"1"7"0,0 4 2 16,0-3 6-16,0 0 3 0,0 2 2 0,0 0 1 15,0 3 0-15,0 0-1 0,0 0 1 16,0 0-3-16,0 0 8 0,0 13 3 16,0-2-3-16,0-3-2 0,0 6 1 0,-3 1 2 15,3-1 5-15,-3 2-5 0,3-1 1 16,0 0-1-16,0 0 4 0,-4-1 0 16,4 4-3-16,0-5 1 0,0 2-5 0,0 0 6 15,0-1 2-15,0-1 0 0,0-1 2 16,0-1-8-16,0-1-2 0,0-3 4 0,-3 1 1 15,3 2 2-15,3-6-4 0,-3 2-2 16,0-1 0-16,0-1-8 0,-3-1 1 16,3 0 7-16,0-3-7 0,0 0 0 0,0 0 2 15,3-8-4-15,-3 8 8 0,0-7-5 16,0 4 1-16,0-1 0 0,0-2 2 0,4 1 4 16,-4-1-1-16,0 2 2 0,-4-3-2 15,4 4-2-15,0-2 6 0,0-1 1 16,-3 2 4-16,3 0 4 0,-4 1-2 0,1 0-5 15,0-2 4-15,3 3 1 0,-4-3 4 16,1 2-5-16,3 0 5 0,-3 2-4 0,0-5 4 16,3 4 3-16,-4-1-9 0,4 3 1 15,-3-2 1-15,0-2 1 0,-1 3 1 0,1-2-3 16,3 3 1-16,-4-3-3 0,4 3 0 16,0-1 7-16,0 1-12 0,0 0 3 15,0-6 7-15,4 4-2 0,-1-1 0 0,4 1-4 16,3-2-4-16,0 0 5 0,3 0-4 15,4 1-4-15,0-2-2 0,-1 2 7 0,1-3 4 16,-1 5-12-16,1-5 3 0,4 6 0 16,-9-1 1-16,6-5-2 0,-6 6 2 15,1-2-4-15,-2-1 2 0,2 3 2 0,-2-2 0 16,-2 2-2-16,-2-4 5 0,2 4 1 16,-5 0-5-16,3-1 2 0,0 1 0 15,-1 0 4-15,-3 0-5 0,4-3 1 16,-3 0 6-16,-1 3-5 0,-3 0-2 0,7 0-6 15,-4-1-11-15,0 1-18 0,0-3-17 16,-3 3-85-16,-3-8-210 0,0 6 139 0</inkml:trace>
  <inkml:trace contextRef="#ctx0" brushRef="#br1" timeOffset="-50805.94">12996 8372 614 0,'-6'0'38'0,"-1"0"3"0,3-3-3 0,-2 6-10 0,-1-3 2 0,4 0-11 0,3 0-4 0,-7 0-2 0,4 3-6 0,-4-3 0 15,7 0 3-15,-3 1-1 0,-1 3-4 0,1-2 0 16,0 3-2-16,-4 2 2 0,1 0 3 16,2 2-2-16,-3-1 2 0,1-1-3 0,-1 5-7 15,4-2 3-15,-7 0 2 0,3 1-2 16,4-3 3-16,-4 3-2 0,1-1 4 0,2 0-5 15,0-2 2-15,-2-1 4 0,3 3-4 16,0-2 2-16,-1-1-9 0,1 1 8 0,0-3-2 16,-1 3 0-16,0-4-1 0,1 0 6 15,3 2-4-15,-3-1-1 0,3-2 11 0,-3 1 3 16,6 2-7-16,-3-1-5 0,3 0 0 16,4 0 2-16,0-1 13 0,3 2-2 15,3 1 6-15,4-2-3 0,0 1 7 0,-1-2-11 16,8 4 0-16,-1-3 4 0,0-3 1 15,4 4-4-15,-1-2-4 0,1-1 2 0,0-2-6 16,6 3 5-16,-3-2-4 0,4-2-3 16,-1 3 1-16,0-1-4 0,4-2 1 15,-4 0-3-15,0 3 8 0,4-3-2 0,-3 0-4 16,-1 3-1-16,-3-3-1 0,3 0 1 16,-3 0-3-16,0 0-3 0,0 0 6 15,0 0 0-15,0 1-5 0,0-1 3 0,0 3 2 16,-7-3-4-16,7 0 1 0,-3 3 3 15,0-2 1-15,-4-1-2 0,1 0 1 0,-2 4-1 16,2-4 3-16,0 2-4 0,-4-2-2 16,-4 3 8-16,4-3-6 0,0 0 2 0,-3 2-1 15,0-2 1-15,-1 0 0 0,1 0 6 16,-4 3-1-16,0-3 4 0,1 0-4 16,-1 3 6-16,-3-3 1 0,3 0-1 0,-3 0-3 15,4 0 7-15,-4 0-6 0,-1 0 0 16,2 0 1-16,-1 1 2 0,-1-2 5 15,-1 1 0-15,1 0 4 0,-2 0 5 0,-1 0 3 16,-1-3 11-16,4 3 0 0,-6 0 4 16,4-3 7-16,-4 3-1 0,5 0 1 15,-8 0 1-15,6-2-1 0,-3 2 0 0,1 0-5 16,-4 0 0-16,3-3-3 0,-3 3-3 16,6-2-3-16,-3 2 0 0,-3-4-8 0,5 0-1 15,-2 0-5-15,0-2-2 0,0-1-4 16,1-4-5-16,-1 2-9 0,-3-1-29 15,3-3-33-15,0-2-30 0,0 0-28 0,1-5-15 16,3 2-7-16,0-1-3 0,-4-1-48 0,6 0-380 16,-1 0-68-16</inkml:trace>
  <inkml:trace contextRef="#ctx0" brushRef="#br1" timeOffset="-49175.27">13643 8335 1438 0,'-7'-10'-86'0,"4"3"11"0,0-1 12 0,-1-1 12 0,0 5 5 0,1-3 13 0,0 2-1 0,3 2 2 0,-3-3 3 0,0 5-1 0,-1-2 3 16,1 3-2-16,3 0 5 0,-7 4 6 15,7 5 2-15,-7-1-1 0,4 4 1 16,-3 1 4-16,-1 4 3 0,-4 3-1 16,-1 0 1-16,-1-1 7 0,-1 2-6 0,1-4 4 15,-1 2 2-15,1-1 0 0,-1 0 1 0,1 0-1 16,4-5 1-16,-2 1 0 0,1-3-2 16,4-3 6-16,-5 3-1 0,5-1 10 15,-1-2 1-15,1-3 19 0,2 3-2 16,-3-4 5-16,1 4 6 0,2-3 4 0,1-3-1 15,0 1 1-15,3 0-2 0,0-3-1 16,-7 0-8-16,7 0 1 0,0 0-7 16,-3-6-3-16,3 6-1 0,0 0-9 0,0 0 1 15,0 0-5-15,0-2-3 0,0 2 1 0,0 0 0 16,7 8-6-16,-1-4 3 0,1-1-6 16,3 4 2-16,-3-2 11 0,2 1-12 15,1-2 4-15,-2 0-4 0,1 5 3 0,1-7-3 16,1 4 4-16,-2-2-3 0,1-1-2 15,4 2 4-15,-5-3 0 0,1 1-4 16,4-1 1-16,-4 1 7 0,-1-3-7 0,5 3 4 16,-4-3-2-16,1 0-2 0,-2-3 0 15,1 3 3-15,0-3-1 0,0 1-2 0,0-3 0 16,0 1 8-16,-3 0-2 0,0-3 6 16,-1 2 6-16,1 0 3 0,0 0-4 0,-1 2 4 15,-2-1-6-15,-1-2 0 0,3 4 2 16,-6-1-3-16,4 1-7 0,-1-2-2 15,-3 3-2-15,0 1-3 0,0 0-2 0,0 0 1 16,0 0 1-16,-10 5 0 0,4 0 0 16,2 0-1-16,1-2-5 0,-4 1 0 15,4-1 5-15,3 2-3 0,-4 0 1 16,1-3-6-16,3 4 0 0,-3-5 5 0,0 5-2 16,3-5-1-16,0 5 0 0,0-3 4 15,3-1-9-15,-3 4 6 0,0-5-3 16,0 2-3-16,3 0 5 0,-3-3 2 0,0 1 3 15,3 3 2-15,4-4-4 0,-3-4-1 0,6 3-3 16,-1-5 3-16,2 2-3 0,2-4 0 16,-3 1 7-16,3 0 1 0,4 1-6 15,-7-1-2-15,0 2 5 16,0-2-2-16,0 1-2 0,-3 4 6 0,-1-3-9 0,4 1 4 16,-7 4 1-16,0 0-3 0,2 0-2 15,-2 6 10-15,0-3-6 0,0 2 7 0,0-1-9 16,-3 2 3-16,4-1 2 0,-4-3 2 15,3 3 1-15,-3-2-2 0,3 1 2 0,-3-1 0 16,3 0-1-16,-3-2-3 0,5 3 4 16,-5-2 3-16,0 1-2 0,0-1-2 0,0-2 2 15,6 3 1-15,-6-3-1 0,0 0 2 16,3 0-2-16,0 0-1 0,1-3 2 16,-1-2 2-16,3-1-3 0,5-2-2 0,-5-3 0 15,4-2 3-15,1-1 4 0,-1-1-5 16,2-6 0-16,-1 2 2 0,2-1-6 15,-3 0-1-15,4 3 4 0,-5-1 1 16,2 3-8-16,-5 2 8 0,1 1-2 0,-1 2 1 16,1 3-10-16,-3 1 8 0,-1 4 5 15,-3 2-8-15,0 0-5 0,0 15 7 16,0-5-4-16,-3 2 7 0,-1 1 7 0,0 2-7 16,1 0-3-16,0 0 4 0,0-1 1 0,0 2-3 15,3-1-3-15,-4 0 5 0,4-4-2 16,-3 3 0-16,0-3-17 0,3 3-12 15,0-4-13-15,-4 0-9 0,4-2 3 0,0-1 1 16,0 0-6-16,0-2 13 0,-4-2 0 16,8 0 5-16,-4-3 3 0,0 0 7 0,0 0 3 15,0-17 8-15,4 13 3 0,-4-3 8 16,0-1-3-16,3 2 9 0,-3-1 1 16,0 3 4-16,3-1 4 0,-3 0 0 0,0 0-2 15,4-1 1-15,-4 2 0 0,3 1 3 16,-3-2-6-16,9-1 3 0,-1 2-2 15,2 0 6-15,3-2-9 0,0 1-6 0,0-1-14 16,4 2-14-16,0 1-13 0,-4-1-23 16,0 1-83-16,-3-2-117 0,4 3 218 15</inkml:trace>
  <inkml:trace contextRef="#ctx0" brushRef="#br1" timeOffset="-48849.05">13409 8768 681 0,'-10'-3'-20'0,"1"0"4"0,2 3 0 0,0-2-1 0,0 2 4 0,1 2-3 0,-1 1 5 0,0 1-2 0,1 3 2 0,2 4 4 0,-2 2 1 0,3-1-2 16,-1 2 6-16,-3 4 0 0,7-2 3 15,-3-1 1-15,0 0-1 0,3 2 3 0,-4-2 2 16,4 0-4-16,0-2 0 0,-3 2 4 16,3-4-4-16,-3 3-1 0,3-3 3 0,0 0 3 15,0 2-4-15,0-3-17 0,-3-2-88 16,3-1-51-16,3 0 52 0</inkml:trace>
  <inkml:trace contextRef="#ctx0" brushRef="#br1" timeOffset="-48445.55">13540 8805 446 0,'-3'5'2'0,"3"3"2"0,-5-1-2 0,5 3 1 16,0-2 4-16,0 4-1 0,0-5-2 0,5 3 1 16,-5 3 0-16,3-4 1 0,-3-2-1 15,3 4 4-15,0-4-1 0,1 0 3 16,-1 2 3-16,0-1 2 0,-3-4 6 0,3 0 10 16,0 2 7-16,2-3-2 0,-2-1 7 15,3 1 10-15,-2-3-11 0,2-3 7 0,0 1 9 16,5-1-4-16,-4-3-1 0,2-2 1 15,-2 0-6-15,3-2 6 0,0 0 3 0,-3-4-3 16,3 6 1-16,0-5-4 0,-4 5-5 16,1-2-4-16,0 3-3 0,0-1-8 15,-1 4-6-15,-3-2-3 0,1 1-9 0,-1-1 3 16,0 6-3-16,-3 0-2 0,4 9 1 16,-1-1 0-16,-3-1-2 0,0 3 2 15,0-1-4-15,0 2 7 0,0 2-9 0,0-1 3 16,4 1-1-16,-4 1-6 0,0 1-36 15,0 0-39-15,0 3-32 0,-4-1-63 16,8-2-316-16,-4 3 12 0</inkml:trace>
  <inkml:trace contextRef="#ctx0" brushRef="#br1" timeOffset="-44122.35">14139 7643 1266 0,'0'0'-56'0,"0"1"5"0,0 2 16 0,0-3 7 0,0 0 2 0,0 0 13 0,0 6 5 0,0-6 16 16,0 2 4-16,0-2 4 0,0 0 10 16,0 0 4-16,4 0-8 0,-4 0 7 0,0 0-3 15,0 0 3-15,-4 5-7 0,4-5 4 16,0 0-3-16,0 0 2 0,0 1 1 0,0-1-1 16,0 0 2-16,0 0-7 0,0 4-2 15,0-4-1-15,0 0 3 0,0 0-9 0,0 0 2 16,0 0 3-16,-3 3-2 0,3-3-8 15,0 1 3-15,0-1-1 0,-3 3 4 0,3-3-1 16,0 0 8-16,0 0 5 0,0 0 11 16,0 0 7-16,0 0 3 0,0 0 5 15,0 0 1-15,0 0 1 0,0 0 1 0,0 0-1 16,-7-4-1-16,4-3-5 0,-1 6-1 16,-2-6-2-16,-1-2-8 0,1 0-1 15,-5-7-4-15,-2 0-2 0,0-5-3 0,-4-4-3 16,-3-3-3-16,0-7-4 0,-6-5 4 15,-1 1-4-15,3-4 1 0,-6-7 0 0,0 3-2 16,0 0 0-16,0-2-1 0,4 6-1 16,-1 1-2-16,1 1 2 0,2-1-1 0,1 0-4 15,0 2 2-15,-1 1 0 0,1 2 0 16,2-5 0-16,-1 6-1 0,2-4 1 0,-1 2-5 16,2 1 1-16,-2-1 2 0,1 1 2 15,4 5 2-15,-4 1-2 0,4-1 2 0,-2-4 0 16,2 7 0-16,2-4 0 0,-2 2 2 15,-1-1 3-15,0 3-2 0,1-2-1 16,-4-2 3-16,-3 1-5 0,-1-3 2 0,1 8-3 16,2-4 1-16,-1 5-2 0,-5-5 0 15,0-1-2-15,4 5 0 0,-4-1 4 16,0-3-7-16,5 10-2 0,1-2 4 0,1 1-2 16,0-1 1-16,3 5-2 0,1-1 2 15,2 4-3-15,-2-2-2 0,2 0 2 0,5 6 0 16,-5-4-2-16,7 5 1 0,-2-4 0 15,-1 6 1-15,2 0-1 0,2-2 1 0,0 3-3 16,-1-1 2-16,1-1 1 0,-2 2-2 16,5 3 3-16,-3-4-4 0,2 2 1 0,-2-1 1 15,3 3-1-15,-2-1 2 0,2 0-4 16,0 0 1-16,0 2 1 0,0-1-2 16,3 1 0-16,-4 0-1 0,4 1 4 0,-3-1-3 15,0 1 1-15,3-2 0 0,0 4-1 16,-3-1-1-16,3 1 1 0,-5 0 2 0,5 0-4 15,0 5 1-15,0 0 1 0,0 3 0 16,0-1 0-16,0 3 2 0,0 2-2 16,0 1 2-16,0-1-2 0,-3 1 1 0,3-1 3 15,0 1-3-15,0-1 1 0,-3 1-1 16,3-1-2-16,-3-2 4 0,3 1-1 16,-4-3 1-16,4 1-2 0,0 0 2 0,0-2-2 15,0-1 2-15,0 2 0 0,0-4 1 16,0 2 2-16,0-1-1 0,0 0 1 15,-3-3 0-15,3 4 1 0,0-6-2 0,0 1 3 16,0-1-2-16,0 0 1 0,0 0 0 0,7-7-1 16,-7 2-2-16,0-2-1 0,3 1 2 15,-3-1-4-15,0-4 1 0,3 3 1 0,-3-3 0 16,3 1-3-16,-3 3 3 0,5-3-1 16,-2 2-2-16,-3 1 2 0,3-1 0 15,-3 2-2-15,3-1 0 0,-3 3-1 16,4-1 1-16,-4 2-2 0,3-3 0 0,0 5 1 15,-3-2 1-15,3 0 0 0,5 2 3 16,-2-2-2-16,1 0-1 0,-1 3 1 16,5 0 1-16,2 0-2 0,-1 0 3 0,2 3-1 15,2-3-3-15,2 4-15 0,-2 2-34 16,1-1-39-16,3 2-49 0,3 0-25 0,0 4-17 16,1-1-60-16,9 1-200 0,0 6-94 15,4-5-38-15</inkml:trace>
  <inkml:trace contextRef="#ctx0" brushRef="#br1" timeOffset="-37054.36">9943 6969 1360 0,'3'-2'-64'0,"0"0"6"15,1-2 16-15,-4 4 13 0,0 0 3 0,0-1 12 0,0 1 3 0,0 0 0 0,0 0 4 0,0 0-6 0,0 0 4 0,0 0-1 0,-7 9-2 16,4-3 8-16,0 1 2 0,0 3 0 15,3 1-7-15,-4 1 11 0,4-2-2 0,-4 5-5 16,4-2 4-16,0-1 5 0,0 2-6 16,0 1 6-16,4 1-8 0,-4-1 8 0,4 0-3 15,-4-1 7-15,3 1 11 0,-3-2-10 16,0 2-1-16,3-1 5 0,-3-3 3 0,0 2-1 16,0-1-2-16,3-2-4 0,-3-2 2 15,0 2-1-15,3-3 5 0,-3 1-5 16,0-4 0-16,0 5 7 0,4-5-10 0,-4 0 0 15,0 0-1-15,0 0-4 0,3-1-14 16,0 0-12-16,-3 0-13 0,3-3-23 0,-3 0-53 16,8-6-227-16,-5 3 145 0</inkml:trace>
  <inkml:trace contextRef="#ctx0" brushRef="#br1" timeOffset="-36618.45">10190 7140 893 0,'3'-8'-15'0,"-3"4"2"15,3-2 11-15,-3 1 9 0,3 3 4 16,-3-2-5-16,4 3 1 0,-4-2-3 0,0 0 3 16,0 3-1-16,0 0 0 0,-7 6-2 15,4-5 4-15,3 5-2 0,0-1-3 16,-3 1 0-16,3-2 0 0,0 0 9 0,0 2-10 16,0 2 3-16,0-4 2 0,0-1-7 15,0 1 3-15,3 2 1 0,-3-1 9 16,3-2-9-16,-3 1 4 0,0-1-5 0,3 0 4 15,-3-2 5-15,4 3-6 0,-4-2 1 16,3 0-1-16,1-2 2 0,-1 3 6 0,0-3-5 16,4-3-1-16,-1 3 4 0,1-4-1 15,3 0-4-15,0 0 4 0,-3 0-3 16,6-5 14-16,-3 1-12 0,0 0-2 0,4-3 7 16,-5 4 0-16,1-3 1 0,1 0 10 15,-5 2 9-15,4-2 1 0,-7-1-4 0,5 4 11 16,-8-3-12-16,3-2-2 0,-6 2-2 15,-2-2-9-15,-1-1 1 0,-4-2 2 16,1 0-6-16,-2 1 1 0,-2 1-1 0,3 1-6 16,0 1 2-16,3-2-4 0,-3 3-7 15,0 1-5-15,3 2-13 0,1-2-18 16,3 1-19-16,-4 1-9 0,3 0-10 0,1 2-10 16,0-1-36-16,-1 2-88 0,8 1-113 15,-4 2 163-15</inkml:trace>
  <inkml:trace contextRef="#ctx0" brushRef="#br1" timeOffset="-36425.11">10482 6925 854 0,'5'7'-33'0,"-5"1"4"0,3-1 5 0,0 3-1 0,-3 2 6 0,3-2 1 0,-3 3 0 0,0-1 9 0,4 1-2 0,-1-1 0 16,0 1 3-16,0 2-2 0,-3-3 6 15,3 1-1-15,1-3 0 0,-4 5 6 16,4-5-5-16,-1 2-1 0,0-1-2 0,1-1-20 16,-4 0-87-16,3-3-46 0,0-2 54 15</inkml:trace>
  <inkml:trace contextRef="#ctx0" brushRef="#br1" timeOffset="-35846.84">10153 7100 461 0,'0'0'1'0,"16"-3"3"0,-5 3 4 0,2 0 4 15,0-3-3-15,7 3-1 0,0-2 0 16,7 0 6-16,-1-2-3 0,8 0-3 0,0 0-2 16,-1-5-1-16,3 5 7 0,-2-4-4 0,-1 5 0 15,-3-1 0-15,0-2 3 0,-3 2 3 16,-1 0-1-16,-6 0-5 0,-3 1 3 16,-1 2 0-16,1-2 0 0,-4 0-2 15,4 0 0-15,-7 3 1 0,1-2-3 0,-5 2 0 16,4 0-5-16,-7 2 5 0,3 1 0 15,-6 0-3-15,5 1 7 0,-2 2-6 0,-3-1-2 16,0 2 0-16,0-1 4 0,0-2-3 16,0 0 0-16,0 2 3 0,-3-1-6 15,6 1 3-15,-6-2-6 0,3-1 2 16,3 2 3-16,-3-3-1 0,0 3 3 0,0-2-2 16,3 0-2-16,0-2 2 0,-3 2 1 15,3 0 1-15,-3-2-5 0,4-1 6 0,-4 4 7 16,6-2-12-16,-3 0 1 0,2 1 4 15,1 0 6-15,0 0-7 0,-2-2 2 16,2 2 1-16,2-3-5 0,-2 4 5 0,-3-4 1 16,1 6-4-16,2-4 4 0,-3 4 0 15,-3 1 0-15,0 1-4 0,-3-1 5 0,3 0-2 16,-3 0-7-16,-4 1 2 0,1 1 3 16,3-1-2-16,-5-2-4 0,-2 2-4 0,7-4-4 15,-3 2-15-15,-2-1-15 0,5-3-35 16,-7-2-100-16,4 0-43 0,0-2 73 15</inkml:trace>
  <inkml:trace contextRef="#ctx0" brushRef="#br1" timeOffset="-34994.2">10719 7117 587 0,'0'-7'-8'0,"0"0"3"0,4 1 3 0,-1 3 4 0,0-1-3 0,8 0 6 0,-8 3-2 0,3 1 4 16,4 1-5-16,-2-1 4 0,-2 6 4 15,4-4-3-15,-1 7 2 0,2-5 3 16,-1 4-3-16,-4-1 5 0,5 0-1 0,-5 0-3 16,1 4 4-16,2-1 2 0,-4-2-3 15,1 2-3-15,-3-3 3 0,1 1 2 16,-1-1-1-16,0 0 1 0,0-1 1 0,0-1 8 16,1-1 0-16,0 2 10 0,-1-2-1 15,-3-1-2-15,3 0 11 0,1-2-8 0,-1-1 8 16,-3 0-8-16,0 0-1 0,3-4-7 15,0 1-1-15,-3-4-8 0,3 0 4 16,-3-1-9-16,0 1 5 0,0-3 0 0,4-1-2 16,-4 1-1-16,4 1-5 0,-1-4-1 15,0 2-3-15,-3 3-2 0,4-1 4 0,-4 1-6 16,0 1 4-16,3 6-8 0,0-2 6 16,-3 3-2-16,0 0 4 0,6 10 0 0,2-3-2 15,-5 4-4-15,0-3 5 0,1 0 2 16,-1 2-5-16,0 1 1 0,0-1-3 0,1-3-1 15,-1 3-5-15,4-2-5 0,0 2-14 16,-4-3-17-16,3-2 0 0,1 2-4 16,0-1-5-16,0-5-4 0,-1 3 1 15,4-2 3-15,0-2 3 0,0-2 3 0,0-2 6 16,-3 3 0-16,3-5 6 0,0-1 3 16,-4 0 4-16,5-4 11 0,-5 1 10 15,-3 1 2-15,4-4 10 0,-1 6 3 0,-1-4 6 16,-2 4-6-16,0 0 2 0,0 2-1 15,-3 2 0-15,0 0 2 0,0 3-4 0,0 0-2 16,-3 11 9-16,0-4-5 0,0 0-4 16,3 0 3-16,-5 4 5 0,5-4 1 0,-3-1-6 15,3 1-3-15,0 1 6 0,0-4-2 16,-3 2 1-16,6-1 1 0,-3-1 0 0,0-1 5 16,3 3-5-16,2-5 3 0,-5 2 4 15,3 0-3-15,0-3-2 0,3-3-3 16,-2 0 8-16,2 2-5 0,-3-2-1 15,5-5-2-15,-5 2 4 0,3-1-1 0,-2-3-7 16,2 1 0-16,-3-1 6 0,5 0-2 16,-5-1-3-16,0 4-4 0,4 0-9 0,-7 2 3 15,3 2-3-15,0 0 0 0,-3 3-6 16,0 0-1-16,0 11-2 0,-3-4-3 16,0-1 3-16,3 1 4 0,-3 2-3 0,3 0-2 15,-4-2-1-15,1 2 8 0,3 0-4 16,-3-2-1-16,3-2 6 0,-3 2 3 15,3 0-4-15,0 0 0 0,0-1 0 0,0 2 3 16,-5-4 1-16,5 2-1 0,0-1-1 16,5-1 5-16,-5-1-1 0,-5 3-3 0,5-5-1 15,0 2 6-15,0 0-4 0,5-2-7 16,-5-1-9-16,3 0-5 0,-3 0-2 16,6-1-12-16,-2-2-29 0,2-1-37 0,0-5-104 15,2 1 71-15</inkml:trace>
  <inkml:trace contextRef="#ctx0" brushRef="#br1" timeOffset="-34718.89">11293 7167 585 0,'7'-10'-6'0,"-4"3"2"0,3-1 0 0,-3 1-1 0,1 4 2 0,-4-1 0 0,0 4 6 0,0 0 2 0,0 0 2 0,0 7-3 0,0-2 2 0,0-1-1 16,-4 2 5-16,8-2-4 0,-4 2 3 16,0-5 1-16,0 5-1 0,0-1 2 0,4-2 1 15,-1 1 2-15,-3-1 1 0,3 0-4 16,1-2-2-16,-1 3-4 0,-3-2 6 0,6-2-3 15,-2 0 3-15,-1 2-1 0,-3-2-2 16,7-2-3-16,-7 2 8 0,3-2 2 16,1-3-4-16,-1 2 2 0,0 0-8 0,-3-1 10 15,3-2 0-15,1 2 6 0,2-1-7 16,-2-1 3-16,-1 2-2 0,4-2-2 16,-1-2 1-16,1 4-8 0,3 0 8 0,0-2-3 15,0 1-8-15,-3 3-21 0,0-3-18 16,2 2-21-16,-2 0-110 0,-4 3-72 0,5-1 81 15</inkml:trace>
  <inkml:trace contextRef="#ctx0" brushRef="#br1" timeOffset="-30684.55">9489 10184 721 0,'-6'3'24'0,"-4"0"12"0,3 0 14 0,0-2-3 0,1 2 0 0,3 0 6 0,-4-3-1 0,4 1 1 0,-1-1-1 0,4 4 5 0,0-4-17 16,0 0-2-16,0 0 0 0,7-11-4 0,0 4-2 16,2 0-5-16,1-1-4 0,10-2 2 15,-3-2-5-15,6-1-2 0,4-2 2 0,0-2-6 16,3 2-1-16,0 0 0 0,0 2-2 16,0 1-4-16,-7-1 2 0,4 2-4 0,-8 3-3 15,2-3 4-15,-4 4-1 0,-1 0-10 16,-6 1-4-16,4 1-2 0,-8-1-3 15,4 5-5-15,-7-2 7 0,1 6 2 0,-4-3-1 16,-10 7 4-16,-3 1-4 0,-4 2-2 16,-3 2 10-16,-7 1 3 0,1 2-8 0,-4 0 5 15,0-1-1-15,3 1 4 0,6-5-1 16,2 3-2-16,-1-2-4 0,4-3 7 16,2 0-7-16,4 1-1 0,-1-5 9 0,5 0-7 15,3 2 6-15,3-4-10 0,0-2 12 16,14 0-5-16,-2-2-3 0,9-5 5 0,1 0-1 15,5-4-18-15,6-2-22 0,1 1-15 16,3-5-46-16,-4-4-138 0,4 7-78 16,-4-4 164-16</inkml:trace>
  <inkml:trace contextRef="#ctx0" brushRef="#br1" timeOffset="12983.07">17670 4990 236 0,'0'-4'59'0,"0"0"-24"0,3 0-5 0,0-2-9 0,-3 4-5 0,3-7-3 0,1 2-2 0,-4 3-2 16,3-4 11-16,0 2 0 0,0-1-2 0,2 0-2 16,-2 2 3-16,0-2 0 0,0 0 10 15,-3-1-9-15,3 3-2 0,1-3 1 0,-1 1 0 16,0 2 0-16,0-4-2 0,2 5-6 15,-5-3 11-15,3 2-5 0,-3 2 2 0,3-3-4 16,-3 5 2-16,3-5 0 0,0 5-4 16,-3-2-1-16,0 0-1 0,0 3-3 15,-3-2-2-15,3 2 7 0,0 0-4 16,0 0-2-16,-6 8 1 0,3-1-6 0,-8 0 7 16,4 4-2-16,1 1-3 0,-5 2 2 15,-5 4-4-15,3 0 3 0,-4-1-5 16,0 5 4-16,-2-1 1 0,-2 1 0 0,1-2-6 15,4-1 1-15,-4 2 1 0,3 0 1 16,0-2 1-16,-2 4-3 0,-1-1 2 16,-1 3 2-16,2 0-2 0,-5 0-3 0,4 3 4 15,-4-1 3-15,-1 4-3 0,-5 1-3 16,0 0 7-16,3-2-4 0,-3 2-4 0,3-1 1 16,3-5 9-16,-2 5-10 0,-5-1 8 15,5-2-4-15,0-3 4 0,2 0-4 0,-2 0-2 16,2-3-3-16,0 1 7 0,2-1-6 15,-2-3 2-15,4-1 7 0,-3 6-10 16,3-7 4-16,-4 3-3 0,4 0 7 0,-3-1-5 16,0 5-3-16,-4-5 2 0,3 4 5 15,-2-3-7-15,3 1 4 0,0 0-9 16,-1 1 15-16,0-1-8 0,2-2-5 0,-2 2 9 16,1-1-2-16,-1-2-4 0,5 1 6 15,-2-1-6-15,1-4 2 0,1 4 1 16,2-4-2-16,0 3 3 0,0-5-2 15,1 1 0-15,2-1-3 0,1-2 6 0,3 0-3 16,-3-1-2-16,3 1 3 0,-1-3 5 16,5 1-6-16,-4 1 0 0,4-2-3 0,-2 0 5 15,2-2-2-15,0 1 5 0,2 1-3 16,-2-2-6-16,-2-1 2 0,5 2 11 0,-3 1-10 16,-1-3 0-16,1 2 3 0,3 5 0 15,-8-4-4-15,4 2 4 0,1 0 1 0,0-1 0 16,1 3-2-16,-1-4 1 0,-1 4-1 15,1-4 0-15,3 0-5 0,-4 0 3 0,3-1 16 16,-2 2-14-16,2-1 2 16,1-3-5-16,0 2 0 0,3-4-3 0,-3 4 4 15,0-3 4-15,-1 1 3 0,0-1-8 16,4 2 2-16,-3-3 0 0,3 0 4 0,0-2-1 16,-3 3 3-16,3 0 1 0,-4 0-3 15,4-2-1-15,0-1 3 0,0 3-7 16,0-3-2-16,0 0 8 0,-3 4 0 0,3-4-7 15,0 4 5-15,0-2 1 0,0-2-9 16,-3 2 5-16,0 1 3 0,3 0-1 0,-4 0-2 16,4-2-2-16,0 2 4 0,-3 0-2 15,3-2 1-15,0-1 5 0,0 0-6 0,0 0 2 16,-4 4 1-16,4-4 0 0,0 2-5 16,0-2 8-16,0 0 4 0,0 0 0 15,0 0 8-15,0 0 1 0,0 0 6 0,0 0 5 16,0 0 6-16,0 0 6 0,0 0 5 15,0 0 4-15,0 0-1 0,7-6-2 16,-7 2-3-16,0 0-4 0,0-5-5 0,0-3-6 16,0 2-1-16,0-2-7 0,0-4 0 15,0 4-3-15,0-1 3 0,0-2-4 0,0 5-2 16,0-2 3-16,0-1 4 0,0 4-1 16,0 2 0-16,0-4 4 0,0 1-1 15,0 3-5-15,4-1 2 0,-4 1-3 16,0 0 2-16,0-2-3 0,0 1 1 0,0 4-3 15,0 0-2-15,0-2-3 0,0 1-2 16,0 3-3-16,0-3-4 0,0 2 1 0,0 0-3 16,0 3-1-16,-4-1-2 0,4 1 2 15,-3-6-8-15,3 6 6 0,-4 0-2 16,4 0 3-16,0 7 1 0,-3-1 1 0,3-1-2 16,-3 2 1-16,3-1 0 0,-4 2 1 15,4 0 0-15,0 1 0 0,0-1 0 0,-3 0 0 16,3 2 4-16,0 1-6 0,-3-1 0 15,3 0 3-15,0-3-1 0,-3 1 1 0,3-1-2 16,0 3-1-16,-4-2 3 16,4-1 1-16,0 1-1 0,0-4 0 0,-3 5 0 15,3-5 0-15,0 0-3 0,0 2 6 0,0-1-4 16,0 1 2-16,-4-2-1 16,4 0-1-16,4 0 4 0,-8 0-2 0,4-1-1 15,0 0 1-15,0-3 1 0,4 3-2 0,-4-2 6 16,0 2-2-16,0-3-2 0,3 3 7 15,1-3-1-15,-4 0 2 0,0 0 0 0,6-3 0 16,4 0 1-16,4-1-2 0,9-2-3 16,0-2 1-16,4 4-4 0,3-6-3 15,6-1-43-15,2 4-40 0,1 0-33 0,4 0-27 16,-2-1-57-16,2 4-363 0,-3 1-63 16</inkml:trace>
  <inkml:trace contextRef="#ctx0" brushRef="#br1" timeOffset="29435.84">20140 12266 564 0,'-34'-36'19'0,"1"6"-4"0,0 0 13 0,-5 5 1 0,-1 0 5 0,-1 2 2 0,-7 3-2 0,-6 2-9 0,-4 9 8 15,4 4 4-15,-7 5-4 0,-13 7 5 0,-11 11-8 16,-30 12 3-16,2 10-2 0,-2 10-4 16,-3 7 2-16,5 5-1 0,1 9 1 0,8 7 8 15,2 1-3-15,16 6-1 0,11 5-2 16,7 0-1-16,17-1 5 0,13 3-4 16,21-13 4-16,9-11 8 0,14 2 1 0,9-4 0 15,24 18-1-15,17-9-2 0,14-3-3 16,11-11-2-16,15-7-9 0,16-7 4 0,7-7-2 15,10-6-3-15,4-12-6 0,6-12 0 16,-20-10-3-16,20-10 1 0,-4-15 8 16,-9-14 33-16,-10-11 1 0,-11-11 0 0,-13-22-4 15,-15-6-4-15,-12-17-4 0,-19-6-7 16,-13-6-3-16,-12-2-3 0,-25-5-9 16,-16-2 0-16,-25 4-4 0,-16 5-3 15,-17 9-2-15,-3 9-4 0,-13 12-6 0,-7 13-16 16,-7 14-42-16,-3 19-20 0,-3 17-17 15,16 16-19-15,10 14-14 0,-30 20-15 0,5 10-26 16,-2 12-155-16,-6 13-166 0,0 9 12 16</inkml:trace>
  <inkml:trace contextRef="#ctx0" brushRef="#br1" timeOffset="36991.51">11429 3579 1243 0,'-13'6'-68'0,"-4"-2"8"0,-6 3 1 0,-3 1 8 0,-1 1 7 0,-6 3 7 0,-5 1 3 0,2-1 13 0,3 2 0 0,-1-3 1 0,4-1 7 16,0 1-2-16,4 0 4 0,2-4-2 0,1 0 4 15,3 1 1-15,0 1-2 0,0-2 2 16,3-2 0-16,1-1-1 0,5 2 1 16,-1-2 2-16,2-1 3 0,-1 1-3 0,2 2 5 15,-1-4-6-15,-1 1 5 0,2 3-1 16,-1-5-1-16,-1 2 5 0,1 1-2 0,4-4 0 16,0 4 4-16,-2-1 1 0,2-2 9 15,-1 2-2-15,4-3 3 0,0 3 0 16,-5-3 2-16,5 0 4 0,3 0 1 0,-3 3-6 15,3-3-1-15,0 0 3 0,-3-6 6 16,-1 2-15-16,8-3 4 0,-1 3-1 0,0 0-3 16,5-5-6-16,-5 1-4 0,3 1 7 15,1 0 2-15,-1-4-3 0,2 4 0 16,-2 0-5-16,0 0 7 0,1 2-3 16,-1-2-1-16,2-2 0 0,-5 5-4 0,0-1 1 15,4-1 6-15,-4 2-1 0,0-2-2 16,0 4-1-16,2 0 6 0,-2-3-4 0,0 2 0 15,0 3-1-15,-3-3 3 0,0 3 0 16,0 0 3-16,0 0-6 0,0 0-2 16,0 0 4-16,-6 7 3 0,-5 4-5 0,-2 3 0 15,-4 4 3-15,-2 6 2 0,-5 1-3 16,4 0-4-16,-4-3-4 0,2 0 2 16,1-1 7-16,5-7-8 0,-1 4 5 0,4-7 6 15,-1 3-7-15,5-3 3 0,-2 0 5 16,5-3 4-16,-4-2-3 0,3 2 11 15,4-2-1-15,-4 1 1 0,0-3-2 0,4 0 2 16,0 0 1-16,0-4-2 0,3 0-5 0,0 0-6 16,0 0 0-16,0 0 5 0,0 0-2 15,13-8-2-15,-10 4 1 0,4 2-7 16,3-3 2-16,-4-2-7 0,4 0 5 0,4 1-3 16,-4-2-3-16,7 4 7 0,-4-4-4 15,4 3 3-15,-1-3-6 0,1 4 3 0,2 1 0 16,-2-2 0-16,1 2 0 0,-2 1-1 15,-2 0-3-15,-2 2 6 0,1-3-6 0,-2 6 4 16,2-6-8-16,-2 3 5 0,-2 3 6 16,1-3-1-16,-4 2-3 0,5-2-7 15,-8 2 12-15,4-2-9 0,-1 3 3 16,1-3 5-16,-3 1-5 0,2-1-2 0,-2 0 5 16,-4 0-4-16,9 0 0 0,-6 4 4 15,-3-4 3-15,4 0-6 0,0 0 0 16,-4 0 16-16,6 0 25 0,-2 0 12 0,-4 0 13 15,0 0 13-15,3-4 6 0,-3 4-1 16,3-1 4-16,0-2-10 0,-6-4-10 0,3-3-8 16,-3 0-8-16,0-2-14 0,-1-3-22 15,-2-3-31-15,-2 1-27 0,2-4-28 0,0 3-21 16,-1 0-19-16,-4 4-14 0,5-4-86 16,3 6-278-16,3 2 4 0</inkml:trace>
  <inkml:trace contextRef="#ctx0" brushRef="#br1" timeOffset="40092.51">15823 11790 297 0,'3'-6'66'0,"0"2"-26"0,1-1-9 0,-1 2-12 0,-3-2-4 0,3 3-4 0,0-4 2 0,2 2-3 0,-5 0-1 0,3-2 6 0,0 4-4 16,0-7 5-16,1 5-1 0,-1-1 4 16,0-2-9-16,0 1 2 0,5-1 3 15,-5 2-2-15,0-2-3 0,0 1 3 16,1-1-6-16,2 2 0 0,-3-2 0 0,0-2-4 15,1 5 4-15,0-4 3 0,-1 4-5 16,-3-5 2-16,7 5 1 0,-7-1 1 0,6-2-3 16,-3 1-1-16,0 2 1 0,-3-4-2 15,4 5 2-15,-4-1-2 0,4-2 6 0,-4 6-7 16,0-4 4-16,0 4 0 0,-8 0-2 16,-1 1 1-16,-4 5-3 0,-4 4-3 15,-7 2 3-15,-6 2-2 0,-3 5 2 16,-7 1 0-16,1 2 1 0,-5 0 3 0,1 2-2 15,3-2-2-15,-1-2 0 0,2 2-2 16,2-4-2-16,4 1 1 0,0-3 8 16,3 0-11-16,0 2 3 0,0-5 5 15,3 2-3-15,0-2 0 0,0-1 2 0,4 1-2 16,0-4 2-16,3-2-1 0,-1 3-2 16,2-2-1-16,2-2 4 0,4-1-5 0,-1 0 8 15,1-4 0-15,-1 3-4 0,4-4 3 16,4-4 7-16,0 0-4 0,-2-2 0 15,2-2 5-15,6-3-1 0,-4-2 5 0,8-1-1 16,-4-1-2-16,3-3 2 0,3 1 0 16,-1-3 3-16,1 0-2 0,-3 2 1 0,4 1-1 15,-1 2 2-15,-3 2-7 0,2 4 5 16,-2-2-4-16,-3 1-3 0,3 6 4 16,-3-3-2-16,-3 7-2 0,-5 7-5 0,2-3-5 15,-7 6 4-15,-1 2 6 0,1 1-4 16,-4 2-3-16,1-1 9 0,-1 1-14 15,4-1 7-15,-4 1-4 0,4-2 0 0,-4-1 3 16,7-2-2-16,0 1 0 0,0-1 4 16,0-2-2-16,0-1-4 0,3 2-1 0,1-1 1 15,-1-4 5-15,4 4-3 0,0-6-1 16,-4 2 4-16,4 3 0 0,3-3-5 0,0 0 5 16,0 0-9-16,6 1 9 0,1 0-8 15,-1-2 3-15,8 1 3 0,-4-1-3 16,3-2 2-16,4 3 5 0,-1-2-7 15,1 1 1-15,-4-2-2 0,4 6-3 0,-1-6 2 16,-2 2 0-16,-1 0 1 0,-2-2-1 16,2 3 5-16,-4-2 1 0,5 1 0 0,-4-1-2 15,-4 1-1-15,5-3 2 0,-1 3-6 16,-4-3 4-16,2 1 3 0,-2 2 0 16,1-3 11-16,-4 0 12 0,3 0 7 0,-3 0 8 15,1 3 10-15,0-3 9 0,-4 0-1 16,6-6-7-16,-6 2-5 0,0-1-2 0,0-5-7 15,-3 3-7-15,0-4-2 16,-1-2-5-16,0-1-14 0,-2-5-19 0,0 1-28 16,-1 0-36-16,1-6-30 0,-2 3-31 0,2-2-162 15,-1 1-158-15,4 2 39 0</inkml:trace>
  <inkml:trace contextRef="#ctx0" brushRef="#br1" timeOffset="63486.1">15703 15365 469 0,'-10'1'90'0,"3"7"-27"0,0-8-7 0,1 6-12 0,-1-3-5 0,0 1 4 0,4-1 0 0,3-3-16 0,-3 1 4 0,-1-1 1 0,1 7 4 0,3-7-2 0,0 0-6 16,0 0 5-16,0 0 2 15,0 0 8-15,0 0-4 0,0 0 1 0,13-8 5 16,-13 8 0-16,0 0-4 0,0 0 4 0,0 0 2 15,0 0-3-15,7 0 3 0,-7-3 3 16,4-1-5-16,-4 4-3 0,3-3 2 0,0-3-3 16,0 5-4-16,1-7-1 0,-1 1-3 15,4-2 2-15,-4 0-2 0,4 2 1 16,-4-2-1-16,0 0 3 0,1 2 0 16,2-3-1-16,-2-1 3 0,0-3-1 0,-1-1-1 15,0 5-1-15,3-8-3 0,-2 3 0 16,-1-9-3-16,3 7 0 0,-1 1-5 15,-2-8-1-15,3 5 0 0,1 1-1 0,-4-5-1 16,3 4 2-16,-1-3 3 0,-2-2-3 16,0 5 2-16,0-6-1 0,0 1 0 0,-3 5-4 15,0-6 3-15,4 2-3 0,-4 4-2 16,0-3-1-16,0-3 5 0,0 1-11 0,0-1 2 16,0 0-1-16,3 6-4 0,-3-12 0 15,3 12 1-15,-3-6 1 0,3 0-3 16,-3 0-1-16,5 1-1 0,-5 5 1 0,3-4-1 15,-3 4-3-15,3-6 8 0,-3 10-5 16,0-9-3-16,3 5 2 0,-3 2-3 0,0-4 8 16,3 3-7-16,-3 1 1 0,4 1 1 15,-4-1 1-15,0-2-1 0,0 2 0 0,3 2 1 16,-3-3-3-16,0 1 2 0,3 2 0 16,-3-3 1-16,3 1 2 0,-6-4-1 15,3 3 0-15,0 1 0 0,0 2 2 0,-3-3-2 16,0 7-2-16,3-4 1 0,-4-3 5 15,4 4-8-15,-3-3 3 0,0 6-3 16,0-4 1-16,3-1-2 0,-3 1 3 0,-2 3-1 16,5-2-2-16,-3-3 1 0,0 6 2 15,3-4 0-15,-3 5-2 0,3-5 0 16,0 5 1-16,-4-5-2 0,4 5 1 0,-3-5-1 16,6 5 2-16,-6-4-2 0,3 6 1 15,0-3-3-15,-3-2 3 0,3 3 0 16,0 1 0-16,0-7-3 0,0 7 2 0,0-7 0 15,3 7-2-15,-3-9 1 0,0 5 1 16,3 1-2-16,-3-2 4 0,4-3-2 0,-4 6-2 16,0-3 2-16,3 3 1 15,-3-3 0-15,3 3-1 0,-3-3 4 0,3 3-5 0,-3-3 0 16,0 3 2-16,0-4 0 0,0 5-1 16,5-4 2-16,-5 3-2 0,0-3-2 15,3 3 4-15,-3-3-2 0,3 3 0 0,0 3 4 16,-3-6-3-16,0 3 0 0,3 1-2 15,1 3 2-15,-4-1 0 0,3-2-2 0,-3 3 1 16,0-1 1-16,0 2-2 16,3-1 3-16,-3 6 0 0,0-5-1 0,0 1 0 15,0 5-1-15,0-6 3 0,0 6-2 0,-6-1-1 16,6 1 7-16,-10 7-6 0,-1-2-1 16,2 1 0-16,-1 2 1 0,-1 1 0 15,2 0 0-15,-7 4-1 0,2-1 1 0,1 4-1 16,-4-4 0-16,7 6-1 0,-4-8 1 15,1 5 0-15,0 2 0 0,-1-5 2 16,5 4-1-16,-5-1-3 0,4-5 1 0,4 2-1 16,-1-2 0-16,0-2 3 0,0-1 1 15,1 3-3-15,3-2 0 0,-4-4 0 16,4 2 2-16,-1 1 0 0,0-7 0 0,1 8 2 16,0-8 3-16,3 0-1 0,0 3-1 15,0-3 0-15,0 0-2 0,0 0 1 0,10-11 0 16,-6 5 1-16,2-1-5 0,1 3 3 15,-1-4 3-15,5-5-4 0,-5 4 6 16,7-1-4-16,-3 0 0 0,4-5 1 0,-4 0-3 16,3 2 3-16,0 1 5 0,1-4-8 15,-4 4 0-15,3-1 2 0,1 1-2 0,-5-1 3 16,1 4-5-16,1-1 4 0,-5 0 1 16,4 2 1-16,-4-2-3 0,5 3 0 15,-5-1 4-15,1 2-2 0,-4 2 1 0,5 0-1 16,-2-2-4-16,-3 1 5 0,0 5-5 15,1-7 4-15,-1 4-3 0,0 0 1 16,0 2-3-16,2 1 0 0,1 0 0 0,-6 0 1 16,10 1 0-16,-4 2 0 0,-3 1 2 0,5 2-1 15,2-1 3-15,-1 2-2 0,-2 0-5 16,0 4 6-16,3-1-2 0,-1 3 2 16,2-1 3-16,-1-2-4 0,-4 5 2 0,5 3-1 15,-1-7 2-15,-4 6-3 0,1-3-2 16,0-3 7-16,-1 3-3 0,1-3 0 15,-1-3-1-15,1 6 5 0,-4-7 0 0,1 3-2 16,3 1 0-16,-1-4 3 0,-3 0 4 16,1 1 0-16,-1-4 5 0,-3 2 1 15,3 1 5-15,1-4 1 0,-1 2 14 16,-3-2-6-16,4 1 9 0,-1-1-4 0,0-2-2 16,-3 5 1-16,3-6 3 0,-3 3-1 15,0 2-6-15,4-5 3 0,-4 0 5 16,3 3-14-16,-3-3 0 0,0 1-2 0,0-1 0 15,3 3-4-15,-3-3-4 0,0 0 0 0,0 0-2 16,4 0-3-16,-4 3-5 0,0-3-2 16,0 0-7-16,4 0-65 0,-4 0-45 15,0 0-67-15,6-3-66 0,0 0-47 0,-2 2-214 16,-4 1-3-16,6 4 62 0,-2-1-176 16,0-2-121-16</inkml:trace>
  <inkml:trace contextRef="#ctx0" brushRef="#br1" timeOffset="70892.57">9459 3646 307 0,'4'-4'40'0,"-1"1"-14"0,4-1 0 0,-4 1-8 0,4 0 0 0,-1 1-6 0,1 0 4 0,0-2 0 0,-4 3-5 0,1-2 6 15,-4 0-3-15,3 3-2 0,-3 0-5 16,0 0 4-16,0 0-1 0,0 0-1 0,-14 0-3 16,4 3-1-16,1-3-3 0,-5 3 1 15,1-2-3-15,0 3 3 0,-4-2-4 0,4 0 5 16,-7 1 3-16,-1 0 0 0,2 0 0 16,-8-3 1-16,0 1-1 0,0 2 0 15,-3 0-1-15,-3-2-1 0,3-1 4 0,-6 4-2 16,2-4 2-16,1 2-1 0,-4-2 1 15,3-2 2-15,1 2 0 0,-3-4-1 0,3 3 7 16,-1-5-2-16,-5 2-5 0,1-4 4 16,-2 1-1-16,10 1-5 0,-3-1 3 0,3 2-2 15,-3-2 1-15,3 0 2 0,0-2-1 16,0 5-3-16,3-4 1 0,-3 1-1 16,3-1 1-16,0 2-3 0,2-1 1 0,1 3-4 15,0-4 4-15,-2 1-4 0,2 0-1 16,-2 1 4-16,-1-1-1 0,1 2-2 0,-1-1 3 15,0 2-5-15,0-2 5 0,-3 2-2 16,3 0 2-16,-3 3-4 0,0 1-5 16,5-3 9-16,-6 0-5 0,5 2-1 15,-1 1-5-15,3-3 2 0,1 3 6 0,0 0 0 16,0 0-6-16,-4 0 6 0,3 0-9 16,2 3 8-16,-2-3-1 0,0 0-8 15,-2 0 7-15,-1 0 1 0,0 0-4 0,1-3 2 16,-4 3 1-16,3 0 1 0,-3-3 1 15,0 3-2-15,-3 0 0 0,3 0 7 0,0-3-4 16,-3 3-4-16,3 0-5 0,-3-2 5 16,3 0 1-16,-4 2 0 0,4 0-2 15,0 0-2-15,-4 0 6 0,5 0-4 0,-1 0 1 16,-4 2-2-16,5-2 7 0,-1 2 0 16,3 1-8-16,-3 0 4 0,3 0-2 0,3-3 3 15,1 1-3-15,0 2 2 0,3 0 1 16,-4-3-2-16,4 1 1 0,1 3 1 0,-2-4 2 15,-2 2-2-15,3 0 1 0,0-2 0 16,0 3-8-16,-3-3 6 0,3 0-2 16,-1 3 2-16,2-3 4 0,-1 0-2 0,-1 0-4 15,2 0 2-15,-1 0 6 0,4 0-10 16,-5 0 4-16,4 0-2 0,1 0 6 0,-1 3-1 16,1-3-5-16,2-3 2 0,-6 3 3 15,3 0-3-15,1 0-3 0,2 0-1 16,-5 0 6-16,2 0 1 0,1 0-1 0,-1 0-6 15,-4 0 9-15,5-3-7 0,-4 3 3 16,-1 0 0-16,5-3-2 0,-4 3 0 0,1 0 2 16,-2-2 6-16,1 2-1 0,0 0-8 15,3-2-1-15,-3 2 2 0,1 0-1 0,2-4 3 16,-3 4-2-16,0-1 0 0,-1 1 1 16,2 0-2-16,-1 0 5 0,-4 0-1 15,5 0-2-15,-5 1 3 0,1-1-3 16,-1 0-3-16,-3 4 4 0,2-4 0 0,-6 2 1 15,1 0-3-15,0 1 5 0,0 0-8 16,-3 0 6-16,0-2-5 0,-1 2 1 16,-3 0 5-16,4 2-3 0,0-3-2 0,-4 0 3 15,4 1 4-15,0 3-3 0,-1-2 1 16,4-1-7-16,-3-2 3 0,3 5 6 0,0-1-3 16,0 1 2-16,0-2-6 0,0 0 0 15,3 2 1-15,-6-1 0 0,3 2 1 16,-3-1 3-16,-4 3 2 0,0 1-6 0,-3 1-8 15,4-1 15-15,-4 1-4 0,-1 0-2 16,1 2 3-16,4-1 2 0,3-2-4 0,0 5 1 16,-5-1 6-16,5 3-2 0,3-1-2 15,-3 1-2-15,2 4-5 0,1 0 3 0,0-2-1 16,5 3 3-16,-5 2 4 0,3 1 0 16,0 0-5-16,0 0-1 0,0 4 7 15,-3 4-8-15,4-2 3 0,-1 5 5 0,1-3 1 16,2 2-8-16,-2-3 4 0,5 3-5 15,-2 1 8-15,0-3-6 0,3 2 5 16,-4 1 2-16,5 2-4 0,-2-1 3 0,1 3 7 16,-2 3-11-16,4-1 0 0,-2 5 4 15,4 2 3-15,-8 5-3 0,4 4 0 0,4-1 11 16,-4 3-8-16,3 0 2 0,0 5 3 16,1 3 3-16,2-1-6 0,1 1 5 15,-1-3 2-15,5 0 1 0,-4-1 0 0,2 2 0 16,2-1 3-16,-1 0 2 0,2-11 5 15,-1 12-2-15,2-8-3 0,1 6-1 16,-5 5 1-16,5-1 0 0,2 7 6 0,-2 0 2 16,3 3 2-16,0 0 1 0,3-2-2 15,0 3-3-15,0 0 0 0,3-1 0 0,0 0-4 16,3-3 3-16,1 3 1 0,-1-6-2 16,5 0 2-16,-1 0-4 0,-1-1 0 15,5-1-1-15,-1-1-3 0,4-1 3 0,-1 2-1 16,-2-1 2-16,2 2-2 0,11 22-2 15,-6-15-1-15,2 9 0 0,0-9-1 0,-6-14 3 16,3 4-2-16,0 0 2 0,-3 0-3 16,2-3-1-16,8 27-1 0,-7-20-1 15,-4-7 1-15,5-2-2 0,-1-1 0 16,-4 1 2-16,8-6-2 0,-4 3-1 0,-1-5 2 16,2-1-1-16,-1-5 1 0,0-5-3 0,0 1 1 15,3-2-1-15,-6 0 1 0,9-1 0 16,-5-2 1-16,6 0-1 0,-5-4 3 15,2 0-5-15,-1 2 1 0,1-3-3 0,-2 2 1 16,5 3 1-16,0-2 1 0,0 2 4 16,3-4-8-16,-3 7 4 0,6 6 2 15,0-5 0-15,0 1-2 0,4 3 4 0,-4-3-2 16,5 2 1-16,-2 0-2 0,1 2 0 0,-4-2-3 16,6-3 1-16,-1 4 3 0,-2-4 3 15,1 5 0-15,6-6 4 0,1 1-3 16,-1-1 5-16,1-1-5 0,2-2 0 0,7 3 3 15,-3-5-4-15,3 1 1 0,-2 1-3 16,6-3-3-16,-8 1 1 0,5-1-1 16,-1 1 3-16,0-1-5 0,-3-2-1 15,4-3 0-15,-2 4 0 0,-1-5-3 0,2 1-1 16,-3 0 4-16,3 4-1 0,-6-10 0 16,6 5 0-16,4-1-2 0,-10-5 4 0,-1 0-4 15,5 0 0-15,-1-5 0 0,-1 2-2 16,-2 0 2-16,3-1 0 0,-3-4-2 0,2 2 3 15,-2-1-6-15,1 0 1 0,-9-4 3 16,7 4-3-16,-2-5 0 0,-4 2-7 16,7 0 8-16,-4-1 0 0,-3 0-5 0,4 1 3 15,-4-1 2-15,-1 0-4 0,8 3 3 16,-7-2 4-16,0 0-5 0,-3 0-2 16,9 5-2-16,-9-5 1 0,4 2-1 0,-2-2 4 15,1 3-7-15,4 2 5 0,-4 0 2 16,3 0-4-16,0-1 6 0,-3 2-6 0,3-1 2 15,1 0 1-15,-1 3-1 0,1-1 0 16,2 0 2-16,4 0-3 0,0 2 4 16,-3 1-4-16,2-7 0 0,2 7-2 0,-1-1 2 15,3-4 3-15,0 0-2 0,-2-1 0 16,-2 2-1-16,1-1 1 0,-2-4 6 0,-2 2-5 16,-2 0-1-16,-5-5-5 0,1 2 2 15,-3-4 5-15,0 3-4 0,-4-4 2 16,0 2-4-16,-2-2 4 0,-6 0 0 0,2 1 1 15,-3-4-3-15,-1 3 3 0,1-1-4 16,-2-2 4-16,-1 2-1 0,2 0 3 16,-3 2-4-16,-3-1 1 0,6-3 8 0,-6 3-7 15,0-2 0-15,2 2 1 0,-2-3-4 16,0 4 4-16,-1-4-3 0,5 3 3 0,-8-2-4 16,4-1 2-16,-1 3 7 0,-2-1-7 15,-1-2 0-15,4 4-6 0,-4-1 8 0,-4-2 3 16,5 2-5-16,-1 0 3 0,-2 0-4 15,2-1 0-15,4 2 6 0,-4 2-6 16,4-5 5-16,-4 3-9 0,4 2 6 0,-1-3 1 16,-2-1 5-16,-1-2-4 15,-3 4-1-15,3-5-4 0,-3 1 6 0,3 0-1 0,-2-2 0 16,-5 2-11-16,4-1 9 0,-3-5 0 16,0 5-3-16,-1-1 3 0,1-2-2 15,-1 1 5-15,-2-1 6 0,0 0-3 0,2-3 0 16,-3 1-2-16,-3 3 2 0,3-4 9 15,-3 0-7-15,0 0 4 0,0 0-4 0,0 0 3 16,0 0-1-16,0 0-1 16,-9-8-2-16,6 5-4 0,-5 3 2 0,5-4-2 0,-4 1-6 15,-2-2 3-15,5 3 7 0,-6-2-9 16,0 3 6-16,0-2-7 0,3-1 5 16,-6 1-6-16,3 0-1 0,0 1 1 0,0-1 2 15,-3 3-5-15,3-2-3 0,-3 2 5 16,-1 0 0-16,4 0-1 0,-3 0 3 0,-1 2-3 15,1-2 0-15,-1 3 1 0,2-3-2 16,-1 5 3-16,-5-2 2 0,1-2-3 16,4 5 3-16,-7-5-5 0,4 5 8 15,-1-3-1-15,1 2 11 0,-1-2 5 0,0 1 3 16,0-1-3-16,4-2-9 0,0 3 0 16,3 1-3-16,-4-3 9 0,4 1-7 0,1-3 1 15,-1 3-2-15,-1-2-2 0,5-1-4 0,-1 3 5 16,4-3-1-16,-4 3-4 15,3-3 4-15,4 0-6 0,-9 0-3 0,9 1 3 16,0-1 0-16,-7 0-1 0,7 0-1 0,0 0 5 16,0 0-2-16,0 0-6 0,16-1 9 15,-5 1-3-15,-1-3-2 0,3 3-1 16,4 0 4-16,-1 0-6 0,-2 0 5 0,2 0-9 16,1 3 12-16,0-3-1 0,-4 0 1 15,4 1-1-15,-1-1-2 0,2 0-1 0,-6 0-4 16,1 4 9-16,1-2-10 0,-1-2 4 15,1 0 1-15,-1 0 0 0,-2 0 4 16,-2 0 2-16,1 0-8 0,-4 3 4 0,5-3 1 16,-1 0-2-16,-4 2-5 0,1-2 10 15,0 0 2-15,-4 0-8 0,4 0 6 0,-1 0-3 16,1 3 2-16,-3-3 3 0,-1 0-10 16,-3 0 5-16,7 0 0 0,-4 0 5 15,-3 0 5-15,6 0-7 0,-2 0 0 0,-4 0 1 16,7 0 2-16,-4 0-1 0,-3 0-3 15,7 0 9-15,-4-3-13 0,0 6 9 0,-3-3-3 16,3-3 4-16,-3 3-5 0,7 0 7 16,-7 0-7-16,4-2-2 0,-1 2 0 0,-3 0 5 15,7 0-4-15,-7 0-2 0,9 0 4 16,-5 0-4-16,-1-3 0 0,4 3 5 16,-4 0-8-16,4 0 5 0,-4-2 5 0,4 2-1 15,-4 0 6-15,4-4 6 0,-4 4 0 16,4 4 5-16,-4-8 3 0,-3 4 5 15,7-1 8-15,-4 1-1 0,-3-3 1 0,3-1 2 16,1-2-5-16,-4 4-2 0,4-7-4 16,-4 2-4-16,0-5-2 0,-4-1-5 0,0 1-2 15,1-8-11-15,-7-2-28 16,4-3-51-16,-1-3-45 0,-7-8-54 0,1-5-63 16,3-4-54-16,3-5-36 0,4 0-226 0,0 0 11 15,9 0 66-15,4 0-237 0,4 4-200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19:43:56.25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7983 13647 494 0,'0'0'78'0,"0"0"-21"0,0 3-14 0,0 2-9 0,0-5 4 0,0 0-21 0,0 0-1 15,0 0-3-15,0 0-3 0,-4-14 5 0,4 10-10 16,4-3 2-16,-4 2 9 15,-4-4-9-15,4 2 6 0,0 3-6 0,-3-10 4 0,3 7 0 16,-3 3 2-16,0-4 2 16,-1-2-1-16,1 3-2 0,-1 2 1 0,-2 2 2 15,2-4-4-15,1 4-2 0,-3-1 4 16,2 1 0-16,-3 3-8 0,4 0 3 0,-4 0-5 16,1 0 4-16,-4 3-2 0,3 4-1 0,-3 0-2 15,0 1-1-15,0 2-1 0,0 5 6 16,0-5-4-16,0 5 3 15,0 2-5-15,0-5 0 0,4 4 4 0,-5-1-2 0,5 0 0 16,3-4 1-16,-1 6-3 0,1-3 8 16,0-2-7-16,3 1-2 0,-3-2-1 15,6 3 1-15,-3-6 3 0,6 2-4 0,-2-3 5 16,2 4-2-16,0-4 3 0,5 0-4 16,-1 1-5-16,3-8 1 0,1 4 1 15,-1-4 2-15,4 6-2 0,-1-6-3 0,1-6 5 16,3 2 0-16,0-2-2 0,0-2 8 15,0 7-10-15,0-9 4 0,0 2 3 16,-1 1-5-16,-2-9 1 0,1 7 0 0,-6 2 3 16,1-4 0-16,1 4 3 0,-4-9-4 15,1 7 0-15,-5-1-1 0,1 2 5 0,-1-5-4 16,0 9 4-16,-2-10-6 16,0 7 4-16,-1 3 2 0,-3-4 1 0,0 2-10 15,0 2 2-15,0 1 0 0,0 3 6 16,-11 3 0-16,2 0-2 0,2 4-5 0,-7-4 3 15,5 2 5-15,-1 2-4 0,-1 3 0 16,2-2-5-16,-1 2 2 0,-1-1 4 0,5 0-6 16,-1-1 7-16,1 6 4 0,0-10-10 15,-2 9 3-15,5-5-4 0,0-4 2 0,-1 3 8 16,4 1-8-16,-3-2 5 0,3-2-7 16,0 2-1-16,0-5 10 0,0 5-4 0,3-4-3 15,1 4 4-15,2-6-2 0,-3 0 2 16,5 0 1-16,-2 0-2 0,4 0-5 15,1 0 6-15,-5-6 3 0,4 4-2 0,-4 2-3 16,5 0 4-16,-5-6 0 0,4 5-2 16,-4 1-4-16,2-6 3 0,-2 5 4 0,1 1-4 15,-4 0 0-15,3 0-3 16,-2 0-4-16,0 1 8 0,-1 5 1 0,4 1-1 16,-4 1-1-16,0 2 0 0,0-3 2 15,4 4-7-15,-3 3 9 0,2-3-3 0,-2 3-12 0,2-6-9 16,-3 2-8-16,4-3-9 0,0 1-22 15,0-4-64-15,2 2-144 0,-2-6 215 16</inkml:trace>
  <inkml:trace contextRef="#ctx0" brushRef="#br0" timeOffset="450.63">8473 13683 754 0,'0'0'-13'0,"0"7"2"15,0 0 4-15,0 1 2 0,0-4 4 0,0 3-2 0,0 1 3 0,0 2 3 0,0 3-1 0,0-5 0 0,0 2-1 16,0-3 5-16,0 4 1 16,0-4 1-16,0 0 1 0,0 1 0 0,0-4 6 15,-4 2-3-15,8 1-1 0,-4-5 4 0,0 4 3 16,0-3-1-16,-4-2-1 0,4-1 4 0,-3 0-8 15,-3 0 15-15,6 0-12 0,-11-4-1 16,5-4 1-16,-4 1-2 0,7 0 0 0,-5-2-4 16,2 0-4-16,3-1 6 15,-1-5-2-15,1 5 4 0,0-5-11 16,3-1 0-16,3 7 5 0,4-9-6 0,2 4 7 16,2 3-7-16,-5-3-2 0,7 3 5 0,1-2-3 15,-1 4 1-15,1 0-5 0,-7 5 2 16,5 0 3-16,-1 1-1 0,-1 3-2 0,-1-5-2 15,-1 10 4-15,2-5 5 0,-1 3-8 16,-2 1 4-16,-3 0-4 0,2 2-1 0,-2 2 4 16,-1-4-2-16,3 2 0 0,-6 1 5 15,3-4-10-15,1 2-4 0,-4-1-5 16,4 2-12-16,-1-5-13 0,-3 5-51 0,0-6-95 16,0 0-50-16,0 2 80 0</inkml:trace>
  <inkml:trace contextRef="#ctx0" brushRef="#br0" timeOffset="1248.89">8719 13591 608 0,'4'-1'-7'0,"-1"-2"3"0,0 3-2 0,-3 0 6 0,0 0-3 0,7 3 0 0,-3 4 4 0,-1-4-1 0,0 5-5 0,-3-1 5 0,0 3-2 0,3-2-2 15,-3 0 8-15,0 6-2 16,-3-4 0-16,3-3 0 0,0 4 4 0,0-4-5 16,-3 0 3-16,6 1 1 0,-3-4 6 15,-3 2 3-15,3 1-2 0,0-5 7 0,0 4 2 0,0-2 3 16,-3-4-7-16,3 6 5 16,0-6-4-16,0 0 9 0,-4-10-23 0,4 2 2 15,0 1 7-15,0-3-5 0,0-4 0 16,4 6 1-16,2-3-6 0,-3-6 1 0,4 3-4 15,4 6 1-15,-5-3 0 0,0 1 0 16,1 3-4-16,-1 2 2 0,2 2 2 0,-2 3 1 16,-3 0 2-16,1 8-2 0,2-5 1 15,-6 5-1-15,3 1 0 0,2 0-4 16,-5 4 3-16,0-5 1 0,3-1-2 0,-3 3 2 16,3-2-4-16,-3-4 6 0,0 3-5 15,3-1 0-15,0 2 3 0,4-5-2 0,-1-2 4 16,2-1-2-16,1 0 1 0,1-1-5 15,4-2 1-15,-1-3 5 0,1 4-5 16,-1-5 1-16,0 1 0 0,1 5-2 0,-5-2-1 16,2 3 8-16,-5 0-1 0,1 0-2 15,-4 3 10-15,0 4-10 0,0 0-2 16,1 1 2-16,0 2-2 0,-4-3-1 0,0 1 2 16,3 2-1-16,-3-3 1 0,3-5 5 15,-3 4-9-15,4-2 4 0,-1 2 5 0,0-5-4 16,0 5-2-16,1-4-3 0,3-2 7 15,-1-2 1-15,1 2-4 16,-1-6 0-16,4 5 6 0,-3-9-10 0,3 2 6 0,-3-6-2 16,3-3 6-16,0 0 4 0,-4 2-2 0,4-4 6 15,1 1 0-15,-5 1 1 0,1-4 7 16,-1 9-10-16,2-5 5 0,-2 3 5 16,-3 6 0-16,0-3-9 0,1 4 1 15,-1 0-4-15,0-1 2 0,0 5-1 0,2-3-4 16,-5 6 12-16,0 0-16 0,3 14 4 15,-3-4-4-15,-3 5 3 0,3 2 2 16,-5 2-1-16,2 6-1 0,0 0 0 0,0 8 8 16,-4 1-10-16,1-1 1 0,-1 6-1 15,-3-4 3-15,-3-1-5 0,2 7 4 0,-2-9-1 16,0 1-6-16,-1 2 1 16,-2-3 5-16,2-7 9 0,-2 8-17 0,2-8 11 15,-5 0-20-15,2-6-7 0,-4 4-11 0,5-5-11 16,-1-3-1-16,-5-5-7 0,1-1-14 15,1-3-50-15,4-6-216 0,-1-8 156 0</inkml:trace>
  <inkml:trace contextRef="#ctx0" brushRef="#br0" timeOffset="1953.05">9420 13225 901 0,'0'-3'-19'0,"6"-4"2"0,-6 1 0 0,3 2 0 0,-3 1-2 0,0 3 1 0,4 7 8 0,-8 0-1 0,4 10 5 16,0 0-1-16,-3 5 1 0,0 3 0 15,0 8-3-15,-4-1 7 0,4 3-3 0,-1 1 3 16,-3-4-2-16,4 0 1 15,-3 1-1-15,6-8 4 0,-7 0 2 0,4 0 1 16,-1 0-1-16,-3-5-1 0,4-4 4 0,3 2 0 16,-3-3 2-16,0 1-4 0,-1-1 2 15,4-5 2-15,-3-1-5 0,3 1 5 0,-3 3-1 16,3-5 3-16,-4 2 0 0,4-3 4 16,-4-5-4-16,4 7 5 0,0-2 3 0,-3-7-5 15,3 7-1-15,0-7 4 0,-3 2-4 16,3-2-2-16,0 0-2 0,-3 0 2 0,3 0-3 15,0 0-1-15,-3-8 4 16,6 7 0-16,-3-5-7 0,0 2 4 0,3-2 1 16,0-2-7-16,0 7 3 0,1-9-2 15,0 2 3-15,2 1-3 0,1-3-5 0,-1 2 6 16,5 1-7-16,-5-3 12 0,1 2-4 16,3 1-6-16,-3-3 10 0,3 2-8 15,-4 1 11-15,4 0-10 0,-3-2 2 16,3 7-7-16,-7-5 8 0,7 1-5 0,-7 2 1 15,4-1 4-15,-3 2-4 0,2-3 3 0,-3 2-2 16,4 1-1-16,-4 3-1 0,1-1 3 16,-1 1-1-16,-3 0 3 0,10 0 1 15,-7 4-2-15,4-1 3 0,-4 4 2 0,1-4-1 16,0 2-7-16,-1-1 3 0,0 3-4 16,0 1 0-16,0-2 2 0,-6 4 3 15,3-3-3-15,-3 1 2 0,0 2 1 0,-4-1-2 16,0 7-2-16,0-9-2 15,-6 4 6-15,6-3-1 0,-6 6-4 0,3-4 5 16,0-3-3-16,3 1 1 0,-2-4-3 0,-1 3 3 16,3-1-7-16,-3 2 6 0,0-5-14 0,0 4-2 15,3-7 4-15,-3 1-8 0,0 5-4 16,3-6-6-16,-2 0-4 0,5 2-24 16,-2-2-69-16,-2 0-105 0,5-2 79 15</inkml:trace>
  <inkml:trace contextRef="#ctx0" brushRef="#br0" timeOffset="3667.34">9720 13659 632 0,'3'-1'-2'0,"0"-2"3"0,1-2 3 0,-1 2 2 0,0 3 2 0,0-6 2 0,-3 6-1 0,0 0-3 15,0 0 5-15,-6 9-2 0,-1-1-4 16,-3-1-1-16,3 2 1 0,-2 1 5 0,2 3 3 16,-4-5-9-16,5 2-2 0,-4-3-4 15,7 1 8-15,-3 2-3 0,-2-3-3 0,5-5 2 16,-4 4 2-16,4 4 0 0,0-9 3 16,0 5-2-16,0-4-2 0,-2 4-2 0,2-3 1 15,3-2 2-15,0 5-2 0,0-6 5 16,0 0 1-16,8 0 0 0,-2-6 6 15,-3 5-10-15,4-8 5 0,-1 7 5 16,2-5-3-16,-5 1-1 0,3 5-2 0,1-2 1 16,-4-3-6-16,0 4 1 0,5 2 9 15,-5-6-9-15,0 5-5 0,4 1 8 0,-4 0 2 16,0 1-5-16,0 5 3 0,0-6-2 16,1 8 2-16,3-5-8 15,-4-2 0-15,4 5 3 0,-1 1-1 0,-3-5 3 16,5 4-3-16,2-6 4 0,-4 4-3 0,0 2-3 15,5-6 6-15,-4 0 1 0,2 0 1 16,2 0-13-16,-1 0 4 0,-1 0 4 16,1-6 0-16,-3 5 9 0,3-2-7 0,-3-3 1 15,3 4 1-15,-3-4-1 0,-1-1 6 16,4 3-13-16,-7-4 0 0,4 1 4 0,0 0 3 16,-4-2-5-16,4 7 5 0,-7-5 1 15,6 0-5-15,-2-2 4 0,0 7-3 0,-1-5-2 16,-3 7 4-16,3-7 0 0,-3 4-2 15,0-3 3-15,0 6-2 0,0 0-1 16,-14 6-4-16,8-2 1 0,-4 2 0 0,0 1-1 16,0 1 4-16,3-4 3 15,-3 2-2-15,3 1-7 0,-3 1 4 0,4-8 2 16,-1 10-7-16,4-9 4 0,-1 5-6 16,4 2 4-16,0-4-1 0,0 2 2 0,0 1 2 15,0 1 2-15,4-5-4 0,-4 4-5 16,7-6 8-16,-7 5-5 0,3 2 7 0,0-5 0 15,4-2-2-15,-4-1-2 0,4 6 3 16,-4-6 3-16,4 0 0 0,-1 0-8 0,4 0 5 16,-3-6 3-16,3 2-4 0,-3-2-1 15,7 4 2-15,-5-5-2 0,1 0 6 16,1 4-5-16,-2-5-2 0,1 1 7 0,1 0-13 16,-5-2 4-16,4 7 4 0,-4-4 4 0,-3 5-4 15,5-6 5-15,-2 4-5 16,-3 3-3-16,1 0 4 0,-4 0 5 0,3 0-1 15,-3 0-9-15,0 3 2 0,3-2 4 16,-3 5-6-16,0-6 4 0,3 7 0 16,2-7-3-16,-2 8-2 0,0-5 4 0,0 4-2 15,4-7 3-15,-4 7 11 0,3-7-10 16,-1 8 2-16,-2-8-6 0,3 4 4 0,-2 2 0 16,2-6-2-16,-3 1 0 0,4-1 0 15,0 0 4-15,0-1 4 0,2 1-9 16,-2-6 2-16,3 2 1 0,3-4 4 15,-6 1-8-15,3 0 5 0,0-4-4 0,-3-2-1 0,3 1 3 16,0-5 1-16,-4 2-4 0,4-3-1 16,1 1 3-16,-5-5 4 0,-3 1-4 15,4 6-1-15,-4-7 8 0,1 6 2 16,-1 4-2-16,1-2 8 0,-1 3 2 0,-3 1 0 16,0 3-3-16,-3-1-5 0,-1 2 0 15,-3 5-1-15,-3 1-1 0,1 1 2 0,-2 5-11 16,-2 2 5-16,3-1 0 15,0 3 4-15,0 1-2 0,4-3-7 0,-1 6 3 16,0-4-3-16,4 5 2 0,-1-5 3 16,1 0 3-16,0 2-4 0,3-2 0 0,-3 2 2 15,6-5-5-15,-3 7 1 0,3-7-1 16,0 3 0-16,1-2 3 0,-1-4-2 0,1 3-2 16,-1 1 2-16,0-2 0 0,1 4-3 15,-1-10 4-15,0 7-5 0,4-7 4 16,-4 0 2-16,4 0 2 0,3 0-1 0,-4-7-5 15,4 0 5-15,1-4-2 0,2-3 1 16,-3-4 0-16,0 0 3 0,3-4-4 0,1-3 6 16,-5-3 2-16,5 3-8 0,-4-6 9 15,0 2-4-15,-1 1-3 0,2 2 9 16,-5 2-4-16,4-1 7 0,-2 3-2 16,-2 0-5-16,0 4 5 0,1-2 4 0,-4 5-4 15,0 0 5-15,2 2 0 0,-2 1-2 16,0 2-2-16,-3 0-6 0,0-1 3 0,0 7 0 15,0 1-4-15,-6 3 2 0,1 6-3 16,-4 1-1-16,2 5 3 0,1 1 0 0,-5 5-4 16,1 0 2-16,4 1-7 0,-5 4 2 15,5-1-1-15,-1 3 5 0,1 0-3 16,0 0 3-16,2 0-1 0,-3 0 1 0,4 0 0 16,3 0 1-16,-4 0-9 0,4 0 6 15,0-6-3-15,0 2 3 0,0-3-2 0,0-1 2 16,4 1 2-1,-4-3-2-15,3 2-3 0,4-6 3 0,-3 3-5 0,2-6 3 16,0 3 0-16,1-3-1 0,-1 1 1 0,2-2-1 16,1 0 5-16,1-5-4 0,1 4 2 15,-2-6-2-15,4 0 2 0,-2 0 0 16,5-6 0-16,-2 4-5 0,-4-5 3 0,7 0 3 16,-4-2-3-16,0 1-2 0,-3 0 2 15,0-1-5-15,4 0 5 0,-4 2 4 16,-4-2 2-16,1 1 5 0,3 1 2 0,-7 3 4 15,4-2 5-15,-4 4 4 0,4-5 1 16,-7 4 0-16,3 0-4 0,-3 3-1 16,0 0-4-16,-10 0-2 0,10 0-1 0,-6 7-1 15,-1-1-5-15,0 2 2 0,4-4-2 16,-1 2-4-16,-2 1-2 0,3-5 1 0,3 7 0 16,-4-2 3-16,4-6-5 0,0 5 0 15,0 2 0-15,4 2 2 0,-1-9-1 0,0 7 4 16,4-2-7-16,0-2 3 0,6 2 3 15,-3 1-5-15,0-7 0 0,3 8 1 16,0-8-14-16,4 0-19 0,3-6-19 0,-3 4-22 16,6-4-25-16,4 5-17 0,-3-9-74 15,-2 2-308-15,2 1-1 0</inkml:trace>
  <inkml:trace contextRef="#ctx0" brushRef="#br0" timeOffset="4453.12">9496 14215 1244 0,'0'-10'-54'0,"0"2"16"0,0 1 7 0,3 1 2 0,-3 2 8 0,-3-2 1 0,3 4 2 0,0-5 4 0,0 7-4 15,0-6 8-15,0 6 3 0,0 0 4 0,0 0-3 16,3 13 12-16,-3-5-11 0,4 2 5 16,-4 5 4-16,3-5 3 0,1-1 6 15,-4 1-8-15,3 5 6 0,0 1-1 0,-3-1 6 16,3-4 1-16,-3 6-4 0,4-3 2 0,-1-2 0 15,-3 1-4-15,3-1 12 0,-3 1-12 16,0-1 1-16,4 1-1 0,-4-5 5 16,4 2-3-16,-4-1-8 0,0 0-1 0,3-2-5 15,-3 0 1-15,0 1-16 0,0-4-12 16,3 3-21-16,-3 1-32 0,3-2-111 0,-3-3-94 16,3-2 195-16</inkml:trace>
  <inkml:trace contextRef="#ctx0" brushRef="#br0" timeOffset="4929.54">9639 14240 809 0,'4'-10'4'0,"2"2"-3"0,-3 1 5 15,-3 0 4-15,5 4 3 0,-5-5 7 16,3 2-6-16,-3 5 0 0,3 1 0 0,-3 0 4 16,0 0 4-16,7 7 3 0,-4-5-8 15,0 4 6-15,0-2-11 0,0 2 6 16,5 1 1-16,-5 1-8 0,0-5 11 0,1 4-16 15,2 0 9-15,-3-7-5 16,0 8-3-16,1-8 1 0,3 3 1 0,-4-2-1 16,4 5-1-16,-1-6 7 0,1 0 8 15,3 0 1-15,-3 0 6 0,2-6 0 0,2 2 8 16,-1 4 5-16,3-8 2 0,-6 1-1 16,3-3 6-16,0 4 2 0,0-2 2 0,-3 1-2 15,-1 3 5-15,-3-4 0 0,4 1 1 0,0 1-2 16,-4 2 1-16,1-2-3 0,-1 4 0 15,0-5-5-15,0 7-1 0,1-6-9 16,-1 5-2-16,0-2-1 0,-3 3-7 0,4 4-1 16,-4 2-1-16,3 3-4 0,-3 7 0 15,0-1-2-15,4 2-2 0,-4 8-1 16,0 0-5-16,3-6 2 0,0 5 0 0,-3 1-3 16,3 0 1-16,1 0-1 15,-4-6-2-15,0 6 2 0,3-1-2 0,0-2-1 16,1-5-3-16,-4 1 4 0,4-3-3 0,-4-5-1 15,3 5 2-15,-3-5-1 0,3-1 0 16,-3 1 2-16,0 3-5 0,0-5-1 16,0 2-20-16,3-9-25 0,-3 5-28 0,3 2-38 15,-3-5-22-15,0-3-20 0,0 0-102 16,0-11-363-16,-3 4-115 0</inkml:trace>
  <inkml:trace contextRef="#ctx0" brushRef="#br0" timeOffset="15064.53">13386 12220 561 0,'0'-5'18'0,"-7"-1"4"0,4 5-5 0,0-5 6 0,-1 1 1 0,4 3-12 0,-3-2 5 0,0 3-3 0,0-2 3 16,3-1 2-16,-4 1 2 0,1 0 4 15,3 1-5-15,-4-1 11 0,4 1-11 16,0 2 9-16,-3-4-12 0,3 3-3 0,0 1 3 16,-3-3-2-16,3 3 2 15,0 0-9-15,0 0 4 0,0 0 0 0,0 0-6 0,10 8 6 16,0-3-13-16,0 3 8 15,0 0 3-15,6 3-7 0,-2 2 0 0,2 2 5 16,2 2-6-16,-6-2 5 0,6 3-11 16,-6-1 8-16,1 2 1 0,1-1-5 15,-4 3-1-15,1-1 5 0,-2 0-2 0,-2 1 1 16,-1 0-2-16,5-3-2 0,-5 2 2 16,1-4-1-16,-4 2 1 0,3-5 6 15,-2-1-3-15,0 1 2 0,-1-2-6 0,0 1 12 16,1-5-6-16,-1 3-2 0,0-2-2 15,-3-3 5-15,3 3-3 0,0-1 11 0,-3-2 3 16,4 2-1-16,-4-4-1 0,-4 1 2 16,4-1-6-16,-3-3 2 0,-3 0-3 15,-1 0 5-15,1 0-4 0,-5-3 3 0,5 2-7 16,-4-2 5-16,-1-2 0 0,2 0-3 16,-4 1 3-16,2 0-2 0,5 0-4 0,-4-2 3 15,-1 4-4-15,2-3 2 0,2 1-2 16,-2 3 2-16,1-2 0 0,2 0-7 0,-1 2 3 15,1-2 2-15,-2 0-5 0,5 1 3 16,-3 2-4-16,2-3 5 0,-5 1-1 16,9 2 6-16,-3-4-7 0,-1 4-3 0,4 0-2 15,-7 0 4-15,4-1 1 16,-1 1-1-16,4 0-2 0,-3-3 5 0,0 0-6 0,3 3-1 16,0 0 0-16,0 0 1 0,0 0 0 15,-7-1-2-15,7 1 1 0,0 0 0 0,-3 0 0 16,3 0-2-16,0 0-3 15,0 0 9-15,0 0-4 0,0 4 2 0,0-4-5 16,10 8 3-16,-4-1-2 0,1 0 2 16,0 0 4-16,6 2 1 0,-3-1-6 0,1-1 6 15,-2 0 2-15,4 4-8 0,1-4 2 16,-4 0-1-16,-4 1 4 0,5-1-1 0,-2-3 7 16,-2 5-6-16,4-4 4 15,-5-2-3-15,-3 1-5 0,4 0 0 0,-1 2 10 16,2-3-9-16,-5-1 12 0,0 1 10 15,4 0 15-15,-4-2 11 0,3-1 7 0,-3 0-3 16,5-1-1-16,-5 1-1 0,4-6-5 16,2-1-6-16,-2-1-5 0,0-2-4 0,3-2-12 15,-4-3-39-15,1-2-36 0,0-4-29 16,0 0-37-16,-1-5-101 0,1-5-256 16,6-1 14-16</inkml:trace>
  <inkml:trace contextRef="#ctx0" brushRef="#br0" timeOffset="21205.71">12876 11870 852 0,'3'-4'-17'0,"4"0"4"0,-3 1 3 0,-4-1 8 0,3-1 4 0,0 2 3 0,1-3-2 16,-4 5 6-16,0-2-1 0,3 0 3 15,-3 2 2-15,0 1 1 0,3-7 6 16,-3 6-5-16,0-2 3 0,0 3-3 0,3-2 1 16,-6-2 4-16,3 4-11 0,0 0 10 15,0 0-11-15,0-4 7 0,0 4-2 16,0 0-6-16,0 0 2 0,0 14-5 0,0 0 1 16,-3 1 1-16,0 5 3 0,3 2-2 15,-7 1-1-15,0 2 0 0,7-4 0 0,-7 3 1 16,7 1 1-16,-6-3 1 0,3 0-1 15,-1 2-7-15,1-5 3 0,0 1 0 16,-1-1 0-16,-3-1-6 0,4-2 4 0,-3-4 4 16,6 1 0-16,-4-1 1 0,4 1-2 15,-3-4 3-15,0-2-6 0,-1 4-1 0,0-4-2 16,4 0-5-16,-3-1-23 16,0-1-20-16,3-5-38 0,0 0-172 0,0 0 1 15,0 0 223-15</inkml:trace>
  <inkml:trace contextRef="#ctx0" brushRef="#br0" timeOffset="21697.08">13126 11983 727 0,'3'-11'-3'16,"0"1"11"-16,-3 3 1 0,5-3-4 0,-2 2 3 15,0 1 4-15,0-3-6 0,1 2 1 16,-1 1-2-16,3-3 4 0,2 2 0 15,-2-3-1-15,4 1-8 0,3 2 5 16,1 0 3-16,-5-1-3 0,5 2-7 0,-4 3 4 16,-1-4 0-16,2 6-5 0,-1-2 4 15,-4 4-1-15,1 6 3 0,-3-2 6 16,-4 4-3-16,0 3-1 0,-4 2-2 0,-3 1 2 16,1-2-1-16,-1 4-1 0,1-4-1 15,-2 2 1-15,2-3-2 0,3-1-2 16,-4 1 4-16,4-4 1 0,0 3 8 0,-1-2 0 15,0-4 5-15,1 4 1 0,0-6-1 0,3 2-6 16,-3 0-5-16,6-1-2 0,-3-2 10 16,3 2-2-16,0-3-3 0,5 0-4 0,-2 0 10 15,1 0-14-15,2 0 3 16,-1-3 5-16,-2 3-3 0,4 0-4 0,-3 0-2 16,-4 0-3-16,-3 0 2 0,10 0 5 0,-3 0-6 15,-4 3 1-15,0-3 4 0,1 3-5 16,-4-2 2-16,3 3 6 0,-3 1 6 0,-3 0-12 15,3-1 1-15,-7 3 4 16,1 2-11-16,-4 0 3 0,-7 4 1 0,0-2-2 16,1-3 0-16,-5 6 5 0,-2-4-3 15,3 0-3-15,0-1-15 0,1 2 3 0,1-4-15 16,1 0-7-16,1-4-31 0,-4 0-99 16,7-2-70-16,-1-1 81 0</inkml:trace>
  <inkml:trace contextRef="#ctx0" brushRef="#br0" timeOffset="22167.78">13379 11676 671 0,'-10'-11'-4'0,"1"-3"0"0,-8 3 9 0,4 1-3 0,-8 0 1 0,2 5-2 0,-5-2-2 0,1 0 4 0,-4 3-1 16,0 4-3-16,-3 0 5 0,-3 3-2 16,6-2-3-16,-3 6 9 0,0 0-8 15,0 4-2-15,-3 6 3 0,3 2 2 0,-3 9-3 16,3 2 2-16,-1 5 0 0,-2 0-1 16,6 5 1-16,2 0-2 0,-2-2 5 15,6-1-3-15,1-2 0 0,4-3-1 0,5-3 2 16,2 2-4-16,2-3 2 15,7-1 5-15,0-2-2 0,3-2-3 0,4-1 2 16,4 1 4-16,-2-3 1 0,7-2-1 0,5-4 0 16,-1 1 2-16,4-2 1 0,6-1 4 15,-1-4 6-15,5-3 1 0,-1-3 8 0,4-2-5 16,-1 0-3-16,1-2-1 0,7-7 5 16,-5 1 5-16,4-3-7 0,-2-2 9 0,-1-1 2 15,-7-4 6-15,3-7-4 0,-6-2 2 16,-3-1-5-16,-7 1-6 0,0-3 2 0,-6-1-8 15,-5-1-4-15,-2 0-2 16,0 2 3-16,-7-1-3 0,0 6-10 0,-4 0-12 16,-2 0-20-16,-7 6-18 0,-1-1-19 15,-9 1-70-15,0 5-235 0,-1 3 118 0</inkml:trace>
  <inkml:trace contextRef="#ctx0" brushRef="#br0" timeOffset="38641.99">13753 13116 951 0,'-4'-4'-43'0,"1"0"9"0,3-2 5 0,-3 4 1 0,-1-1 5 0,1 3 0 0,0-6 7 0,3 5 1 0,-3-2 1 0,3 0 6 0,-4 2 1 15,4-2 2-15,0 0 2 0,0 3 7 16,-3-2-6-16,3 2 2 0,-7-3-4 0,7 3 6 16,-3 0-1-16,3 0-6 0,0 0 5 15,-4 0-2-15,4 0 1 0,0 0-2 16,-3 3 3-16,3-1 2 0,3 4-3 16,-3-2-1-16,4 0 6 0,-4 5-2 0,3-1-4 0,0 0 6 15,-3 3 0-15,4-1 2 16,-1 0 0-16,1 2-3 0,-4 1 6 0,3-2-3 15,0 3-2-15,0-2 5 0,-3 4-5 16,4-1 4-16,-4 0 0 0,3 2-1 0,-3-2 0 16,3 3 0-16,1-1-5 0,-4-5 2 15,3 4 0-15,-3 0 5 0,0 2 2 16,-3-2-5-16,3 0 2 0,0 1 1 0,0 0 1 16,-4-2-7-16,1 3 8 0,0 4-3 15,3-5-2-15,-7-2-3 0,4 6 7 0,0-4-7 16,-4 5 3-16,3-7 0 15,-2 3-3-15,2-7 0 0,-2 6 1 0,3-3 0 16,-4-2 4-16,4 3-7 0,-4 1-1 0,3-1 12 16,-2 2-11-16,-1-5 6 0,-3 3-5 15,3 2 5-15,-2 0 4 0,5-3-2 16,-6 4 7-16,3-3-4 0,-2-5-12 0,-1 5 7 16,2-4-1-16,2 3-3 0,-4-4 2 15,1 5 1-15,1-5-4 0,2-1 11 0,-4 7-13 16,-1-9 10-16,2 5-4 0,2 1-3 15,-2-5-2-15,-2 3 1 0,4 3 0 0,-2-4 1 16,-2-3-6-16,1 4 9 0,4 3-6 16,-8-6 0-16,4 2 2 0,1-1 2 15,-2 7-4-15,1-9 1 0,-3 4-2 16,3-4 7-16,-3 8-7 0,-1-5 2 0,4-3 4 16,1 1 0-16,-2 2 4 0,-2-1-5 15,7 1-2-15,-8 3 1 0,4-5-1 16,-3 2-1-16,2-3 0 0,2 4 12 0,-4-4-8 15,2 2-5-15,5 0 4 0,-4-1 3 16,-4 0-3-16,5 2-6 0,-4-3 8 0,-1 7 1 16,1-4-5-16,-1-1-4 0,4 1 7 15,-4 3-5-15,1-5 5 0,1 2-5 0,-6-3-1 16,6 5 6-16,-2-5-4 0,1 7-2 16,2-10 1-16,-2 9 1 0,0-5 7 0,-1 2-11 15,1-3 5-15,3 1 2 16,-3 2-4-16,0-1 5 0,2 0-2 0,-8-1 0 15,5 6 1-15,-6-4-9 0,4-3 12 16,2 4-5-16,1-4 9 0,-3 0-11 0,-1 4 3 16,4-3-6-16,-8 0 9 0,4 2-8 15,4-3 10-15,-1 1-4 0,1 1 0 16,1-2-5-16,-2 0 4 0,-2 1 2 0,2-5-6 16,1 4-1-16,2 0 5 0,-2 1-1 15,3-5 2-15,0 4 3 0,-3 0-5 0,3-5-5 16,-4 7 0-16,1-2 0 0,0-6 0 15,0 7 5-15,3 1-3 0,-4-8 1 16,4 5 0-16,-4 1-2 0,5 1 4 0,-4-4 0 16,-1 2 0-16,4 1 5 0,-4 1-6 15,2-4-8-15,-6 3 1 0,5-1 9 16,-4 5-2-16,4-4-3 0,-4 0-2 0,4 1 8 16,1-4-8-16,-6 2 5 0,6 1 3 15,-6 1-4-15,5-5-1 0,0 4 4 0,-4 0 4 16,0 1-9-16,1-5 2 0,-4 5-1 15,3-2 2-15,-6 5 0 0,0-4 3 0,-1-6-4 16,0 7 2-16,-1 1-2 0,1-2 2 16,-3 0-2-16,0-5-1 0,1 7 0 0,-4-2 4 15,3-6-9-15,0 7 9 0,1 1-4 16,-1-2 2-16,1 0-7 0,-1 1 2 16,3-4 7-16,-3 3-6 0,5 7 4 0,-5-10 0 15,0 9-5-15,-6-2-2 0,0-4 1 16,-4 8 1-16,0-5 1 0,4-1 6 15,-1 7-2-15,-2-9 1 0,3 4-6 16,-4 3-1-16,4-3 9 0,0-4-5 0,-2 8 0 16,5-5 0-16,5-2-3 0,-5 2 5 15,3-3 4-15,-3 2-4 0,3 0-1 0,0-1-1 16,-3 0-3-16,3 5 5 0,-3-9 1 16,8 10-6-16,-5-4 10 0,3-2-4 15,1-1-2-15,2 0-3 0,2-3 0 0,-1 4 7 16,4 1-9-16,-2-2 7 0,5-6-5 15,0 7 6-15,0 1 1 0,-4-5-5 16,4 0 3-16,2 4-7 0,-2 5 8 0,0-9-4 16,-4 10 4-16,4-4 3 0,-1 5-8 15,-2-5-2-15,2-1 7 0,1 7-2 0,-1-7-1 16,2 4 9-16,2-2-10 0,-1-1-6 16,-2-2 6-16,7 6-1 0,-5-4 5 0,-2-1-6 15,7 0 6-15,-5-2-3 0,1 2 6 16,4 7-8-16,-5-7 4 0,2-2-2 15,2 3 13-15,1 4-14 0,-1-4 7 16,0-1-2-16,0-2 15 0,1 2-14 0,3 0 0 16,-4-2-3-16,0 3-1 0,4-2 2 15,-4-1-1-15,4 2 3 0,0-1 0 16,-1-1-2-16,1 0-4 0,3-4 0 0,-4 6 4 16,4-2 0-16,-3 3 1 0,3-2 3 15,0 5-8-15,0-2 4 0,0-4 1 0,0 3 3 16,0-2-7-16,0 0 4 0,0 1 2 15,0 0-8-15,0-2 8 0,0 2-3 0,0 0-3 16,0-3 2-16,3 1 1 0,-3-4 6 16,4 6-12-16,-4-3 2 0,0-5-2 0,3 8 9 15,-3-7-6-15,4 5-1 0,-1-7 2 16,-3 7 1-16,3-7-5 0,4 9 5 0,-4-7-3 16,0 4 2-16,5-5 0 0,-2-1 3 15,0 7-5-15,4-7 6 16,-2 6-3-16,1-3-2 0,4-3 9 0,-5 0-7 15,4 0 3-15,-2 0 1 0,1 0-3 16,-2 0 3-16,4 0 4 0,1 0-8 0,-4-3 3 16,4 3-3-16,-1-6 6 0,-4 6 1 15,5-1-6-15,-4 1 3 0,4-6-3 0,-4 5 5 16,-1 1-4-16,2-6 5 0,-1 4-5 16,-4 2 3-16,4 0 10 0,-3 0-3 0,0 0 2 15,-1-3 4-15,-3 3 0 0,1-6-2 16,-1 6 4-16,-3 0 4 0,7 0 1 0,-4 0 1 15,-3 0 2-15,4-1 4 0,-4 1-2 16,0 0-1-16,6-6-5 0,-6 5 2 16,-3-5-7-16,0 4-2 0,3-1 1 15,-4-3-3-15,1 5-1 0,-4-5 0 0,7 5-3 16,-3-7 2-16,-1 5-1 0,1-3-2 0,0 6-1 16,0-1-1-16,-1-5-1 15,4 5-6-15,-3-5 5 0,0 4-4 0,3 2 2 16,-4 0 2-16,4 0-2 0,0-9-3 15,-3 9 0-15,3 0 1 0,-4 0 1 0,4 0-2 16,-3-1-3-16,3 1 2 0,0-6 1 16,0 6-5-16,-3 0 4 0,3 0-5 0,0 0 1 15,0-1 2-15,0 1-6 16,0 0 2-16,0 0-1 0,0 0 2 0,0 0 0 0,0 0-1 16,-7 0 0-16,7 0 1 15,0 0 1-15,0 0-2 0,0 0 0 16,0 0-1-16,13 1 1 0,-6 5 0 0,3-5 4 15,0 8-3-15,0-7 3 0,7 11 2 0,3-3 0 16,0-2 1-16,0-1-3 0,0 3 5 16,-4-1-3-16,5-2 1 0,-8 2-5 0,1-1 3 15,-2-1-1-15,1-6 1 0,1 8 1 16,-4-7-1-16,-4 5 6 0,2-1-4 0,2-5 0 16,-4 5 0-16,-3-3 4 0,5-1-3 15,-8 5-2-15,-5 0 1 0,-1 2-6 0,-4 6-8 16,-4-5-10-16,-2 5-12 0,-4-5-26 15,1 6-25-15,1 1-14 16,-2 0-19-16,4-2-88 0,-1-5-307 0,4 6-17 16</inkml:trace>
  <inkml:trace contextRef="#ctx0" brushRef="#br0" timeOffset="58828.96">15986 14105 1278 0,'0'0'-81'0,"0"0"12"0,0-6 9 0,0 6 8 0,-3-2 6 0,3 2 1 0,0 0 5 0,0 0 4 0,0 0 4 0,0 0 1 15,0 0 6-15,0 0-1 0,0 0 3 16,0 0 4-16,0 0 2 0,0-7 4 16,0 7 0-16,0 0-2 0,0 0 5 0,0 0 2 15,0 0-2-15,-3 0 1 0,3 0 1 0,0 0-15 16,0 0-120-16,0 0-2 0,0 0 50 16</inkml:trace>
  <inkml:trace contextRef="#ctx0" brushRef="#br0" timeOffset="60957.41">15899 15480 462 0,'-9'0'23'0,"-4"0"2"0,2 3 0 16,-2-3-2-16,2 0-2 0,-2 0 1 0,1 4-6 0,1-1 3 0,1-3-5 0,1 1-2 0,-2-1-1 16,1 7-1-16,1-6 5 15,1-1-3-15,2 6-5 0,-1-3 2 0,1-3 4 16,-1 0-3-16,3 4-2 0,1-1 6 16,3-3 2-16,0 0-6 0,0 0 4 0,7 0-3 15,3 0 1-15,0 0-3 0,4-3-4 16,-2 3 8-16,1-4-5 0,4 1-2 0,1-3-2 15,-2 6-2-15,-2-1 0 0,2-6 1 16,-2 6 1-16,-1 1 3 0,-1-3-1 16,-1-1-6-16,-1 4 9 0,-1 0-5 0,-1-3-3 15,-2 6-1-15,-2-3 8 0,-4 4-9 16,-7-1 5-16,0 5-7 0,-3-1 4 0,-3 0 0 16,-4 4-3-16,1-1 6 0,-4-3-2 15,2 8-3-15,-1-5 5 0,2-1 1 16,-2-1-1-16,1 1-4 0,1 5 7 15,4-7-8-15,1-3 8 0,1 4-7 0,1-1 6 16,7-1-2-16,3-3 9 0,-3-2-2 16,9 7 0-16,1-8 2 0,3 0 0 15,3 0 0-15,3 0-5 0,5-1-6 16,-4-7-3-16,2 5-12 0,1-3-13 0,4 5-14 0,-8-6-78 16,1-1-172-16,-1 5 192 15</inkml:trace>
  <inkml:trace contextRef="#ctx0" brushRef="#br0" timeOffset="61199.59">16109 15458 812 0,'0'0'-9'0,"0"0"9"0,0 0 7 0,0 0 2 0,0 0 7 0,-6 8 5 0,0 6 2 0,6-4-6 0,-4 5 6 0,0-4 1 0,4 6 4 15,0-1-2-15,0 1 0 0,-3 7 3 16,3-8-13-16,-3 2 1 0,3-2-1 16,0 0-2-16,-4 2 3 0,4-2-4 15,0-1-5-15,0-5-7 0,0 5-9 0,0-5-22 16,0-1-24-16,-3-2-82 16,3 2-179-16,0-9 168 0</inkml:trace>
  <inkml:trace contextRef="#ctx0" brushRef="#br0" timeOffset="61617.94">16123 15615 844 0,'0'-16'-6'0,"4"7"6"0,-4 1 5 15,0-8-2-15,3 12 2 0,-3-9 8 16,3 4-7-16,3 2-5 0,1-2 11 0,4 0-6 16,-5 2-3-16,4-2 2 0,-1 8-1 15,-1-7 0-15,1 5 5 0,-2 3-6 0,-1 0 5 16,2 3 1-16,-5-2-1 0,0 7-2 15,-3 1 6-15,-3-1-8 0,0 9-3 0,-5-10 7 16,2 8-7-16,3-5 4 16,-4-1-3-16,1 4 1 0,3-2 2 15,-5-3 4-15,5 1-3 0,0 0-5 0,-1-3 2 16,4 1 1-16,0-4 5 0,0 5-5 0,4-7 3 16,-1 5 3-16,3-5-7 0,-1-1 1 15,1 6 12-15,0-6-14 0,-2 3 4 0,2-3 6 16,2 0-6-16,-2 1-1 15,1 6 4-15,-1-6 2 0,0-1-4 0,-1 6 15 16,1-6-10-16,-3 1 12 0,1 5-1 16,-1-3 4-16,0-2 0 0,-3 7-3 15,0-2-4-15,0 1 1 0,0-4-1 0,-3 6-5 16,0-3-2-16,-7 4-1 0,2-2-3 0,-1-1-12 16,-1 0-3-16,-4-3-4 0,1 10-2 15,-1-7-13-15,1-3-9 0,4 4-7 16,-5-1-11-16,7 2-16 0,-5-8-64 0,4 6-212 15,2-6 143-15</inkml:trace>
  <inkml:trace contextRef="#ctx0" brushRef="#br0" timeOffset="61824.15">16332 15691 932 0,'4'-1'-22'0,"0"-2"8"0,-1-3 6 0,0 6 2 0,1-1 1 0,2 1 1 0,1-6 1 0,-4 6 1 16,4 0-1-16,3-8 3 0,-4 7 3 15,1 1-3-15,3-3-14 0,-3-3-5 0,3 5-13 16,0-5-54-16,-3-2-158 0,2 7 235 16</inkml:trace>
  <inkml:trace contextRef="#ctx0" brushRef="#br0" timeOffset="62290.95">16590 15533 683 0,'3'0'8'0,"-3"-3"6"0,0-3 2 15,0 6 4-15,0 0-1 0,0 0-2 0,0 0 0 16,0 0 1-16,-6 9 0 0,6-5 6 16,-5 7 0-16,5-1 0 0,-3-2-7 15,3 8 2-15,0 1 4 0,0-1-1 0,-3 0-2 16,3 1 6-16,0 0 0 15,0-1 4-15,0 1-2 0,0 0 2 0,3-2 3 0,-3-5 1 16,0 5-2-16,0-5 2 0,-3 5-6 16,3-8-7-16,0 4 7 0,0-3 0 15,0 1 3-15,0-8-2 0,0 6-5 16,-3-7 3-16,3 0-4 0,0-11-9 0,-4 5 6 16,4-2-6-16,-3-9 0 0,6 2-4 15,-6 4 5-15,6-4-7 0,-3-2-2 16,0-1 1-16,0 0-1 0,4-3-3 0,-4 10 1 15,3-7-4-15,0 4 4 0,0-3-2 16,2 1-1-16,-2 6 5 0,3-5-3 0,-3-1-3 16,4 7 3-16,-1-7-1 0,2 7-1 15,-2-1 1-15,4 3-4 0,1-4 3 0,-2 4-2 16,1 0-3-16,0-1 6 0,0 1 0 16,-3 7 0-16,-1-3 0 0,5-3 0 15,-1 6 2-15,-7 6 2 0,3-6 0 16,1 3 1-16,0 1 4 0,-4-1-3 0,1 5 0 15,-4-7-4-15,0 8 0 0,-4-2-1 16,-2 1-17-16,-5 2-14 0,2-3-21 0,-9 1-20 16,2-1-19-16,-4 3-45 0,-4-2-116 15,5-1-124-15,-5 3 115 0</inkml:trace>
  <inkml:trace contextRef="#ctx0" brushRef="#br0" timeOffset="66007.94">16242 13283 965 0,'-3'-3'-30'0,"3"3"4"0,0 0 9 0,0 0 3 0,-6-3 2 0,6 3 0 0,0 0 3 16,-3 0 4-16,3 0 2 0,0 0 0 0,-4-2 1 16,4-1 0-16,0 3 0 0,0 0 1 15,0 0 2-15,0 0-1 0,0 0 4 0,0 0 3 16,0 0-3-16,0 0 1 0,-3 0 2 16,3 0-1-16,0 0 5 0,-3 5-3 0,0 1 13 15,-5 1-8-15,5 0-4 0,0 4 1 16,-4 3 4-16,4-2-7 0,0 4 1 15,0 6-1-15,-2-3-2 0,5 5 2 16,0-2-3-16,0 0 3 0,5 3 2 0,-2 0-5 16,0 0 1-16,3-1-1 0,4-2-1 15,1 3 0-15,-1-8 2 0,-1 1-7 16,5 0 9-16,-1-4-3 0,1 4-6 0,-1-9 4 16,0 7-4-16,4-9 4 0,-4 1 5 15,1-4-4-15,2 2 5 0,-2 1 3 0,-1-7 0 16,0 0 2-16,4 0 1 15,-4 0-3-15,0-7 2 0,1 1 5 0,-4 2-4 0,0-10 4 16,0 3 3-16,0-3 6 0,-4 3 3 16,1-11-6-16,-4 4 5 0,0 0-1 0,-3-7 1 15,0 0 0-15,0 0-4 0,-6 0 0 16,3 0 3-16,-4 0-2 0,-2 3-4 16,-2 2-6-16,1-2 2 0,0-2-5 15,-7 6 0-15,4 2-6 0,0 0-5 0,-7 4-11 16,3-2-17-16,-3 3-14 0,4 1-11 15,-5 3-18-15,2 4-16 0,-1 3-116 0,-1 3-176 16,2 7 112-16</inkml:trace>
  <inkml:trace contextRef="#ctx0" brushRef="#br0" timeOffset="-123007.96">19133 11672 539 0,'-4'-4'114'0,"-2"1"-51"0,3 0-13 0,-1 0-7 0,1 3-9 0,-1 6-4 0,1-1-8 0,3 1-3 0,0 5-8 0,3-1 10 0,1 5-2 15,-1 3 1-15,4-1-5 0,-1 6-1 16,1-3 5-16,3 2 9 0,0-1-11 15,0 1-5-15,0-1 8 0,-3 3 0 0,3-4-14 16,-4-3 4-16,2 1 7 0,-2-1-5 16,-3-2 9-16,4-1-3 0,-4 0-5 0,0-4 4 15,0-1 4-15,2 2 0 0,-2-4 7 16,-3-1-6-16,0-2 2 0,-3-4-6 0,3 0-2 16,-8-4 10-16,2-4-8 15,-1-2-3-15,1-5-1 0,-5-2 0 0,1-7-1 16,4 2 0-16,-4-6-4 0,3-1-3 15,0-4 4-15,1 1-10 0,6 1 9 0,0 2-3 16,3-4-2-16,0 1 0 0,4 7 2 16,3-3 0-16,0 3-5 0,0 3 6 0,1 0 0 15,1 4-1-15,1 1-4 0,1 2 6 16,-1 2-6-16,1 5-1 0,-4 4-1 16,4 1 2-16,-2 3-2 0,-2 0 3 0,1 3 5 15,-1 1-9-15,-1 4 4 0,-1-1 2 16,-2 1-6-16,-3 2 2 0,4 0-1 0,-7 0 5 15,3 2-8-15,-3-2 3 0,0 2 1 16,3-1 0-16,-3-1-1 0,0-3 2 0,0 3 3 16,0-6-1-16,0 4-4 0,0-2 0 15,0-1-2-15,0 0 6 0,0 0-4 0,0-2 0 16,3 1 1-16,1-1 3 0,0 2 2 16,-1-3-10-16,0 1 8 0,4-3 5 0,-1 1-4 15,5 3 1-15,-1-1 5 0,-1-3-2 16,2 1 3-16,2-1 2 0,-3 0-1 15,0 0 8-15,6 3-1 0,-2-3 2 0,-4 0-2 16,0 3-2-16,3 0 4 0,-3-1-4 16,0 0 4-16,-3 2 1 0,3 3-1 15,-4-3 1-15,1 4 0 0,-4 2 0 0,5-3-6 16,-8 3 8-16,3 1-5 0,-3-2 2 16,0 0 1-16,0 2 3 0,-3 2-3 0,-1-1 0 15,0 1-1-15,-2 2 1 0,-4 0-2 16,0 2-2-16,-4 1 1 0,5 0-1 15,-5-1-1-15,-2-1-2 0,2 2-4 0,1-1 1 16,0-2 0-16,-1 2 0 0,4-3-2 0,0-2 1 16,3-1-3-16,-6-1-2 0,7 0 1 15,-5 0-1-15,5-2 1 0,-4-1-1 16,3-2-3-16,-3 2 5 0,4-1-7 16,-4-5 1-16,2 5-3 0,-1-5-1 15,-1-1-14-15,-1 4-32 0,-2-4-35 0,1 0-33 0,1 0-25 16,-2-5-56-16,2 2-171 0,2-1-149 15,2 1-21-15</inkml:trace>
  <inkml:trace contextRef="#ctx0" brushRef="#br0" timeOffset="-120697.04">17446 4190 1345 0,'4'2'-66'0,"-4"-2"5"0,0 0 5 0,3 3 7 0,-3-2 10 0,3 3 2 0,-3-1 5 16,4-2 5-16,-1 2 2 15,0 0 0-15,0 2 8 0,0-3 0 0,1 1 6 16,0-2 2-16,-1 3 0 0,0 0 7 16,-3-1 2-16,4-3 0 0,-1 3 4 0,-3-2 6 0,0-1 3 15,3 4 0-15,0-4 5 16,-3 0 2-16,0 0 0 0,0 0-7 15,0 0-2-15,3-8-2 0,-3 4 13 0,0-3-12 16,0 1 3-16,0-2-9 0,4-3 5 0,-4 0 3 16,0-4-8-16,4-2 3 0,-4-4-7 15,0 2 3-15,3-4 4 0,-6 0 3 0,3-2 0 16,0 3-5-16,0-2 1 0,0-1 5 16,-4 4 1-16,4 0 3 0,0 5 2 15,-4-2 3-15,4 1-6 0,-3-1-1 0,3 3 1 16,-3-1-10-16,3 4 9 0,0-1 1 15,0 1-3-15,0-1-2 0,-3 4-1 0,3-1 0 16,0-4 0-16,3 6 1 0,-3-1-3 16,0 1-2-16,0 1 6 0,0 0-2 15,0 2-5-15,0-1-5 0,0 2 9 16,0 0-9-16,3 1 5 0,0 3-8 0,1 0 9 16,3 3 0-16,3 1-5 0,3 4 2 15,1-1-2-15,-1 6 3 0,4 2 0 16,2-4 2-16,-2 7 2 0,3-3-5 0,0 2 6 15,-3 2-7-15,-1-2 0 0,1 1-3 0,-1-1 19 16,-2-2-17-16,-1-1 7 0,1 3-5 16,-1-5-3-16,-7-2 4 0,5 0 0 15,-1-1-1-15,-4 0 3 0,2-1 0 0,-5 0-2 16,3 1 5-16,1-2-7 0,-4-2-4 16,3-1 10-16,-2 2-4 0,0-3-2 0,-1-1-1 15,0 0 3-15,-3-2 5 0,0 0-7 16,0 0-2-16,-14-7 4 0,11 1 0 0,-6 5 1 15,-1-6-2-15,-4 6 0 16,-2-2-3-16,2 1 1 0,-5 0 5 0,-2 2-3 16,-2 0-4-16,2 0 1 0,-4 2-2 15,-2 0 5-15,3 2 0 0,-3 0-2 0,7-1-1 16,1 1-2-16,2-1 8 0,0-3-4 16,0 3-1-16,4-3 1 0,3 2 2 0,0-2-1 15,4 0-1-15,6 0 4 0,9-11-5 16,5 3 4-16,9-3-2 0,11-4 4 15,12-9-6-15,8 3 1 0,12-4 1 0,1 3 3 16,-1-2-7-16,1 2 2 0,0 3-20 0,-14 2-16 16,4 3-6-16,-7 2-16 0,-7-1-20 15,-3 2-109-15,-6 4-157 0,-1 6 140 0</inkml:trace>
  <inkml:trace contextRef="#ctx0" brushRef="#br0" timeOffset="-102434.45">10116 7065 517 0,'34'-15'-7'0,"-4"0"6"0,-7 2-3 0,-3 1 5 0,-4 2-5 16,-2 0-26-16,-1-1-78 0,-3 1-16 0,-3 1 42 16</inkml:trace>
  <inkml:trace contextRef="#ctx0" brushRef="#br1" timeOffset="-78128.59">8060 11959 406 0,'0'0'29'0,"-3"-1"12"0,3-2-9 0,0 3-3 0,-5-4 0 0,5 4-1 0,0-1-3 0,0 1 2 0,5-3-3 0,-5 3-6 0,3-2 4 0,0-2-5 16,0 4 1-16,4 0 4 15,-7 0-3-15,14 0 0 0,-8 0-2 16,0 0 2-16,1 0-12 0,4 0 7 0,-2 0 0 15,4 4-3-15,-2-4-3 0,2 2 3 16,4-2 1-16,-4 3-2 0,7-3 1 0,-4 1-5 16,5 3 5-16,-1-4-4 0,-1 0 2 0,2 0 0 15,2 3-2-15,0-6 3 0,7 3 2 16,0 0-8-16,0 0 1 0,0-4 8 16,0 4-4-16,0-1-2 0,0 1 5 0,-3-3-6 15,3 1-1-15,-3 2 1 0,3-4 4 16,-4 3-4-16,-3-2-1 0,1 3-2 0,2-3 1 15,1 2 1-15,-3-2-1 0,3-1 7 16,-5 0 4-16,5-2-5 0,-3 5 7 0,2-5-8 16,-2 2 6-16,-2-1 0 0,2 2-5 15,-4-3 3-15,0 5-3 0,0-5-2 0,-3 5-2 16,-1-6-1-16,1 6-1 0,-4-2-5 16,5 1 1-16,-6-3 4 0,6 2-1 15,-6 0 5-15,6 2-6 0,-2-2 5 16,4-1 0-16,-1 0-9 0,-1 2 10 15,2-3-5-15,2-1 6 0,2 5-1 0,0-6 12 16,-1 3-9-16,0-2 5 0,0-1-5 0,4-1 5 16,-3 4-8-16,3-1-1 0,-2 0 0 15,2-2-3-15,3 2 3 0,-3 0 2 0,0-3 2 16,0 4-9-16,3-4 4 0,-4 1-2 0,4 1 2 16,0-1-2-16,0-1 1 0,-3 4 4 15,3-5-10-15,0 5 12 0,-1-4-5 16,-2 4 2-16,3-5-1 0,0 1-3 15,-3 4 1-15,0 0-1 0,3-2 0 0,-7-1 0 16,4 2-1-16,0 0 1 0,-4 0 2 16,0-1-2-16,1 2 0 0,3 0-4 0,-8 0 3 15,1 0 4-15,1-2-2 0,-5 3-1 16,4 2-2-16,-4-2 4 0,-2-2 2 0,2 2-5 16,1 1-3-16,-4 2 0 0,1-5 3 15,-1 5 2-15,1-3 0 0,-1 3-2 0,0-3 0 16,-3 2 2-16,3-2 0 0,1 3-3 15,-4-4-1-15,3 4 8 0,1 0-4 16,-1-1-3-16,0 1-1 0,0-3 2 0,4 3 0 16,-4-2 0-16,5 0 4 0,-2 2-2 15,-2-3 3-15,-2 3-5 0,1-3 4 0,4 0 2 16,-7 3-4-16,4-1 0 0,2-2 1 16,-2 3 1-16,-1-4-4 0,1 3 1 0,-1-2 4 15,0 3-2-15,1-2-3 0,-2 0 3 16,2 2 2-16,2-3 1 0,-2 3 0 0,-1-3 2 15,4 3-4-15,0-3 1 16,0 2 1-16,2 1-1 0,-2 0-1 0,0 0 1 16,-1-3-5-16,2 3 4 0,-2-4 3 15,4 4-5-15,-4-1 2 0,1 1 0 0,-1 0 1 16,2-3-1-16,-1 3-2 0,2-2 1 16,-2 2-1-16,-1-2 1 0,1 2 1 0,3-3 0 15,0 3-1-15,4-3 2 0,-5 0-8 16,5 3 8-16,2-1-5 0,-2-2 2 15,3-1-1-15,-5 3 1 0,2 1-2 0,-1-3 4 16,-2 1-3-16,-2 0 3 0,2 2-2 0,-4-3 4 16,2 3-3-16,-2-3-1 0,-1 0-2 15,-2 2 2-15,2 1 2 0,1-3-1 16,-4 3-4-16,1-4 4 0,-1 4-3 0,0-1 0 16,1 1 2-16,-1 0-2 0,1-3 0 15,-1 3 1-15,0 0 3 0,-3 0-3 16,3-2-1-16,1 2 2 0,-4 0-1 0,-1 0-2 15,2 0 2-15,-1-2 0 0,-1 2-3 0,5-3 1 16,-4 3 4-16,1 0-3 0,-2 0 0 16,4 0 2-16,-2 0-1 0,2 0-3 15,-4 0 3-15,2-3 0 0,2 3-1 0,-3 0 1 16,0 0-2-16,0 0 3 0,4-3-7 16,-1 3 4-16,-3 0-2 0,3 0 5 15,-3 0-4-15,4 0 0 0,-1-1 3 0,0 1-3 16,1 0-2-16,-1 0 3 0,0 0-2 15,0 0 3-15,1 0-1 0,-1 1-2 0,0-2 0 16,1 1 1-16,-1 0-2 0,4 0 3 16,-4 0-1-16,1 0 1 0,2 0-2 0,-2 0 1 15,2 0 2-15,-2 1-2 0,2-1 2 16,1 0-3-16,-1 0 3 0,-2 0-1 0,2 0-2 16,-2 0 4-16,2 0-3 0,-2 0 1 15,-1 0-2-15,4 0 3 0,-4 0-1 16,0 0-3-16,1 0 0 0,-1 0 4 0,1 0 1 15,-1 0-4-15,4 0 2 0,-4 0-1 16,4 0-1-16,-4 0-2 0,4 0 3 0,-1 0 1 16,1 0-1-16,-4 0-3 15,4 3 1-15,-1-3 1 0,1 3 3 0,-1-3-3 0,2 3 0 16,-2-6 2-16,-2 6-4 16,2-3-1-16,1 0 1 0,0 0 2 0,-1 0 0 15,1 2 1-15,-1-2 0 0,1 2-4 16,-4-2 2-16,5 3 2 0,-6-3 1 0,6 1 0 15,-6 3 0-15,6-4-1 0,-6 3 0 16,6-2 1-16,-6-1-2 0,6 3 2 0,-5 0-3 16,4 0 2-16,-1-3-1 0,1 2 0 15,-1 0 0-15,1 1 0 0,-4-2 0 0,7 3 0 16,-3-1-1-16,-4-2 2 0,4-1-2 16,-4 6 0-16,0-3 1 0,1-1 1 15,-1 0 1-15,4 1-1 0,-4 2 0 0,0-2-3 16,1-2 6-16,2 2-3 0,-2 3-2 15,-1-4-1-15,1 0 4 0,-1 1 0 0,-4-2-2 16,5 3-2-16,-1-1 3 0,4-2 0 16,-4 2 1-16,1-3-6 0,2 3 5 0,-2 0 1 15,2 1-1-15,1-4 0 0,-4 3-1 16,4-2-1-16,0 3-2 0,-4-1 4 0,4-2 1 16,-4 2-2-16,4 0 3 15,-4 0-5-15,0-1 5 0,5-2-3 0,-6 2 1 16,1-2 0-16,1 3 2 0,-1-2-4 15,4 3 1-15,-4-4 0 0,4 3 3 0,-1-3-2 16,-2 1-1-16,-1-1 0 0,4 0 1 16,-1 0-1-16,-2 3 3 0,-1-3-3 0,1 0 4 15,2-3-2-15,-2 3-2 0,-1-1 0 16,1 1 1-16,-4 0 1 0,6 0-1 0,-6-3 0 16,3-1-1-16,1 3 0 0,2 1 2 15,-2-3-2-15,-1 3 2 0,0-4 1 16,-2 4-4-16,2-3 2 0,1-3 0 0,-5 5 1 15,4 1-1-15,-2-7 0 0,-2 6 2 0,4-2-3 16,-2 1 1-16,-1-3 1 0,4 2 0 16,-5 0-1-16,4-1-2 0,-2-1-1 15,2 2 3-15,0-1-2 0,1 1-1 0,-5-3 4 16,8 5-2-16,-4-6-2 16,-2 3 4-16,2 2-4 0,0 0 5 0,1-4-3 15,2 3-1-15,-2-1 1 0,2 0-2 16,1 3 1-16,-4-4 4 0,4 0-2 0,-1 2 0 15,1-1 0-15,-4 1 2 0,4-2-4 16,-4 0 1-16,4 3 0 0,-1-4 4 0,-2 3-2 16,-1-1-2-16,1 0 0 0,2 0 0 15,5 0 6-15,-9 1-3 0,6-3 1 16,-6 5-1-16,6-6-1 0,-5 3 0 0,4 0 4 0,-1 1 1 16,1-3-2-16,-1 2-1 0,1 0 1 15,3 0 1-15,-3 0-3 0,3-2 1 16,-1 3 2-16,-2-1-3 0,4-1 0 15,-5-1 0-15,1 5-1 0,2-5 3 0,-1 3 1 16,-1 1-3-16,-1-4 0 0,-3 5 1 16,1-2 3-16,2 0-2 0,-2 2-1 0,-2-2 0 15,-1 0 1-15,2 0 1 0,1 1-4 16,-1 0 3-16,-3-2 1 0,3 3-2 0,-3 1-1 16,0-6-1-16,4 6 1 15,-5-1 0-15,1 1 1 0,4-3-2 0,-4 3 1 16,0-3-2-16,-3 0 2 0,2 1 0 15,1 2-1-15,-2 0 1 0,1-2 0 0,-2-2-2 16,2 4 2-16,-1-1 1 0,1 1 0 16,1-3-2-16,4 3 1 0,-4-3-1 0,4 3 1 15,-1-1 2-15,-1 1-2 0,6 0-1 16,-2-3 0-16,1 0-2 0,0 3 0 0,-1-3 2 16,1 1 1-16,-1 2 1 0,1-2-4 15,0 2 3-15,0-4-1 0,-4 3-2 16,0 1 4-16,4 0-3 0,0-3 0 0,-4 3 1 15,4 0 1-15,-1-3-1 0,1 3 0 16,-1 0 4-16,1 0-6 0,4 0 1 0,-2 0 1 16,1 3 0-16,0-3 0 0,0 3 1 15,0-3 1-15,0 1-5 0,-3-1 3 0,3 4 1 16,-4-2 2-16,1-2-2 0,0 2 1 16,3-2-1-16,-4 3 3 0,1 0-5 0,-4 0 2 15,1-2-1-15,2 2 3 0,-2-3-3 16,2 3 0-16,-2-2 0 0,2 5 3 15,1-4-3-15,-1 4 0 0,2-3 4 0,-1 1-5 16,-1-1 5-16,1 2-2 0,-1-3-3 16,1 0 1-16,-1 4-2 0,1-3 3 15,-4 1-1-15,4-1 0 0,-4-2 2 0,4 5-3 16,0-4 2-16,-4 4 2 0,4-3-1 16,0-2-1-16,-1 5 0 0,1-1 0 0,-1-3-2 15,1 3 0-15,-1 1 1 0,1-2 1 16,1-1 0-16,-5-2 1 0,4 6 0 15,2-6-4-15,-2 2 3 0,-4 3 0 0,4-5-1 16,-4 2 1-16,4 0 0 0,-4-2 1 16,1 6 0-16,-1-6 1 0,0 2-1 0,-3 0 0 15,0 0 3-15,3-1-2 0,-2 0-1 16,-2 1-3-16,1-2 4 0,4-1-1 0,-4 4 0 16,4-1 1-16,-2-2-1 0,1 2 0 15,1-3 0-15,-1 3 0 0,1 0 0 0,-1-3-2 16,4 2 1-16,-4 0 1 0,4 1-1 15,-1-2 3-15,1 3-4 0,3 0 2 0,-3-1 0 16,0 3 0-16,-1-2 3 0,1 0-2 16,3 3 0-16,0 0 1 0,0-4-2 15,3 1 0-15,0 0 2 0,-2 3 1 0,1-3-2 16,5 2 0-16,-3-2-1 0,-4 0 2 16,4 3-3-16,-2-3 2 0,-5-1-1 0,3 0 0 15,0-1 2-15,-3 0-1 0,-1 2 1 16,1-4-1-16,0 4 0 0,0-1 4 0,-1-3-3 15,1 1-1-15,-1-1-1 0,-2 0 1 16,2 0 4-16,-2 0-5 0,2 0 0 16,1 0 1-16,-1-1-2 0,1 1 0 15,1-3 2-15,-6 3-3 0,6-4 1 0,-6 3 0 16,9-2-1-16,-5 3 0 0,-2-2-1 16,2 0 2-16,1-1 1 0,-4 0-4 0,4-1 0 15,-1 1 1-15,-2-1-1 0,2 0 1 16,1 2 1-16,0-3 1 0,0-1-1 15,-1 2-2-15,1-1 0 0,-4 0-2 0,4 0 9 16,-1-1-7-16,1 5 0 0,-1-7-1 0,-2 3 2 16,2 0-1-16,1-1 2 0,-4-2-3 15,5 4 3-15,-1 0-1 0,-4-2 3 0,3 2-6 16,-2-3 1-16,-2 1 3 0,6 1-5 16,-6-1 3-16,2-2 4 0,-1 1-4 15,4 0-2-15,0 0 1 0,0-4 2 16,-4 4-3-16,4-4 0 0,-1 4 2 0,-2 0-1 15,-1 2-1-15,1-2 2 0,-2 0 0 0,1-2 0 16,1 1 0-16,-4 1-1 16,4 0-1-16,-1 2 3 0,-4-1-1 0,2-1-1 15,2 3-2-15,-2-2 5 0,2 2-3 16,-4-1 2-16,2-1-2 0,2 5 1 0,0-5-1 16,1 1-1-16,-2 5 3 0,6-6-2 15,-2 5 0-15,4-2 1 0,0 0-2 0,0-1 1 16,-3 1 4-16,3 0-4 0,0 1 0 15,-3 0-1-15,2 2 2 0,1-4-2 0,-2 3 5 16,1-2-2-16,-2 3-1 0,-1-3 0 16,-2 3 0-16,2-1-1 0,-2 1 0 15,2-3 1-15,-5 3 0 0,2-3 1 0,0 3 0 16,1 0-2-16,2 0 0 0,4 3 1 16,4 0 1-16,-5-3 0 0,5 1-1 0,-1-1-2 15,-3 3 0-15,3 0 2 0,-3-3 0 16,1 0 0-16,-2 1 0 0,-2 3 2 0,-1-2-4 15,1-2 2-15,1 2 2 16,-5 1 1-16,-1 0-2 0,-1-3 1 0,-1 3 3 16,3-2-3-16,-3 5 2 0,0-5 1 0,0 5-1 15,-3-1 1-15,0 1 1 0,2-2-1 16,-2 4-1-16,3 2 3 0,-3 0 2 16,6 2 5-16,1 2 1 0,-1 3 0 0,0-5-5 15,0 2 1-15,4-1 5 0,6 6-5 16,-6-1-5-16,4 0 3 0,1 3-1 0,-5-7 1 15,4 4-2-15,-2-3-3 0,5 5 3 16,-4-2-2-16,-1-2-2 0,2 1 2 0,-1 2-1 16,-4-5-3-16,1 2 0 0,-4-4 1 15,4 1 2-15,-4-1-2 0,0 2 1 16,-2 0-2-16,2-3 2 0,-3 3 0 0,0-4 0 16,0 2 0-16,-7-2-4 0,4 2 3 15,3-1 1-15,-4-1 7 0,1 2-9 0,-4-3-1 16,5 2 0-16,-2 2 2 0,-3-4-2 15,0 4 3-15,4-2-4 0,-4-3 3 0,0 2-2 16,5 1-1-16,-8-3 1 0,6 2 1 16,-3-3 3-16,1 3-3 0,-1-2-3 15,0-1-1-15,0-3 4 0,2 5-1 16,-2-1 2-16,0-4 0 0,0 4-3 0,-3-2 4 16,3 2-3-16,4 3 0 0,-4-1 0 15,5 0 1-15,-2 5-1 0,0-4-2 0,1 3 2 16,-1-3 3-16,5 3-2 0,-4-3-1 15,2 6 0-15,2-3 2 0,-1-2-2 0,-1 4 1 16,2-1 1-16,-1 0-3 0,-1 0 1 16,5-1 0-16,-1-1 0 0,-3 2 2 0,0-2-1 15,0-1 0-15,0 1-1 0,0 2 0 16,0-3 1-16,0-2 1 0,0 5-5 16,0-2 4-16,0-1-2 0,0 2 1 0,0 0 0 15,0 1 1-15,4-1 1 0,-5 2 0 16,5-4-3-16,-7 1 3 0,6-1 0 0,-4 1-1 15,2-4 2-15,-1 4-4 0,-4-2 2 16,2-3-4-16,1 1 3 0,-2 0 0 16,-1-2 2-16,5 4-5 0,-5-4 2 0,1 0 2 15,-1 2 1-15,2-4 0 0,-2 2-1 16,1 1-3-16,-4-1 4 0,3-1-2 16,2-2 0-16,-2 0 2 0,4 0 0 0,-4 1-1 15,1 0-4-15,3-2 4 0,-3 1-2 16,-1-1 3-16,5 2-1 0,-5-3-5 15,1 1 4-15,-1-1-2 0,-2 1 1 0,3 0 6 16,-1-2-7-16,1 5 1 0,-4-1 0 16,4 0 1-16,-1 0 0 0,-2-1 0 0,-1 3 4 15,4 2-5-15,-4-1 1 0,4 4 0 16,-4-5-1-16,4 3 1 0,-4 0 2 0,1 1 0 16,-1-3-2-16,0 6 0 0,0-3-2 15,1 3 2-15,-4-3 0 0,0 3 0 16,3 3 0-16,-6-6 0 0,3 3 2 0,0-2-2 15,0 1 0-15,-4-1 0 0,4 4 1 16,0-4 3-16,-3 1-5 0,3-1 1 0,-3 1 0 16,0-1-1-16,3-2 1 0,-4 1 2 15,4-3-2-15,0 6-2 16,-3-4-1-16,3 2 4 0,-4 1-5 0,1-3 7 0,3 2-1 16,-3 1-1-16,-1 2-2 0,1-3 3 15,0 2-2-15,0 4 2 0,-1-2-2 0,1-1 1 16,-1 0-1-16,4 2 0 0,-3-5-2 15,0 4 2-15,-1-1 1 0,1-3 0 0,0 1 1 16,0-1-2-16,-1 1-1 0,4-1 2 16,-3 1-2-16,0 2 1 0,-1-4-3 15,1 3 5-15,-1 3-1 0,1-6 0 0,-3 3 1 16,2 1-2-16,1-2 0 0,0 2 0 0,-5 0-4 16,5-5 6-16,0 5-1 0,0-5-2 15,-4 5 3-15,4-5-3 0,0 0 0 16,-5 2 1-16,5-2 0 0,3 1 0 15,-3-3-2-15,0 6 1 0,0-10 4 16,-1 9-3-16,1-5 1 0,-3-1-1 0,1 3-3 16,2 1 3-16,-3-4 0 0,3 0 1 15,-4 1-1-15,7 2 1 0,-6-3-3 0,1 1 3 16,-1 2-1-16,3-1-2 0,-4-3 3 16,4 4 1-16,-3-3-3 0,1 1 1 0,2-4-1 15,-3 2 3-15,2 1 3 0,1 1-4 16,0-5-1-16,0 4-4 0,0-7 2 0,-2 7 9 15,2-5-7-15,3 4 2 0,-3-3-2 16,0-2 0-16,-4 5 1 0,7-5 0 0,-6 5-3 16,3-4 6-16,-2 4-6 0,5-6 0 15,-3 3 2-15,0-2 0 0,0 5-1 16,-1-6 0-16,1 1-3 0,3-1 5 0,-3 6-2 16,0-6-2-16,-4 2 1 0,3-2-1 15,1 6-3-15,0-6 2 0,-1 3-2 16,-2-2 1-16,3 5-3 0,-4-6 0 0,0 0 2 15,0 1-1-15,4 5 2 0,-7-6 3 16,3 2-5-16,1 4 1 0,-1-6 0 0,1 4 4 16,-5 2 0-16,5-6-1 0,-1 1-4 15,1 5 4-15,-1-4-1 0,0 4 0 16,0-6 2-16,1 3 1 0,-1-2-2 0,1 5 1 16,2-6-1-16,-3 1 5 0,1 5-2 15,-1-6-1-15,1 2-1 0,2 4 2 0,0-3-1 16,-2-3 1-16,0 1 1 0,2 5 0 15,-2-6 3-15,-2 1-4 0,5 5-1 0,-3-4 0 16,3 4-1-16,-4-6 1 0,1 3-1 16,-2-2 0-16,2 5 3 0,3-6 0 0,-4 1 5 15,1 5-7-15,-5-6-2 16,1 8 1-16,4-8 5 0,-2 3-4 0,2-2 1 16,-1 5-1-16,1-6 2 0,0 0-3 0,-2 1 1 15,2-1 1-15,2 6-1 0,-2-6 2 16,3 0-1-16,0 2 0 0,-2 4 1 15,2-6-1-15,-3 0 0 0,2 0 0 0,1 3 0 16,3-3 0-16,-6 1 0 0,3-1 0 16,-5 0 0-16,8 0-1 0,0 0 0 15,-10 6-1-15,7-6 2 0,0 0-2 0,0 0 3 16,-1 1 0-16,1 5-2 0,-1-6 0 16,1 0 1-16,3 0 0 0,-7 2 0 0,4-2-4 15,0 6 5-15,-4-6 2 0,4 3-3 16,-4-2-1-16,0 5 1 0,1-6 1 0,-1 7 0 15,0-7 0-15,1 2-1 0,-1 4 2 16,1-3-4-16,-1-3 0 0,0 1 2 16,4 5 0-16,-4-6 2 0,4 1-2 0,-4 5 2 15,4-6-1-15,-4 2-2 0,3 4 1 16,1-6 7-16,3 0-4 0,-3 3-2 0,3-3-3 16,-6 1 2-16,2 5 1 15,1-6 0-15,3 0-1 0,0 0-2 0,0 0 1 0,-7 0 2 16,3 1 0-16,4-1-2 15,-3 6 1-15,3-6 0 0,-3 0 2 0,3 0-3 16,0 0 0-16,-3 0 0 0,3 0 0 0,0 0-2 16,0 0 3-16,0 0 0 0,0 0 0 15,0 0 7-15,0 0-2 0,0 0-8 16,-7 0 2-16,4 0 0 0,3 0 0 0,0 0 2 16,-11 2-3-16,8-2 0 0,0 0 0 15,3 0 2-15,0 0 2 0,-6 0-5 0,2 6 2 16,1-6 0-16,3 0 1 0,-3 0 0 15,3 0 0-15,0 0 0 0,0 0 0 0,-8 0-2 16,8 0 2-16,-3 0 2 0,3 0-1 16,0 0-4-16,0 0 3 0,-6 3-2 15,6-3 0-15,-3 0 2 0,3 1 0 0,0-1 1 16,-7 6 0-16,4-6-3 0,0 0 2 16,3 1 1-16,-8-1 0 0,5 6 0 0,3-4-2 15,-3-2 1-15,-1 6 0 16,1-6 1-16,0 0-2 0,0 3 3 0,3-2-2 0,-3 5-1 15,-2-5 0-15,2 5 1 0,3-6 0 16,-3 2-1-16,0 4 0 0,3-6 3 16,0 3-2-16,-4-2 0 0,1 5 0 15,3-6 6-15,-3 1-6 0,0 5-2 0,3-6 0 16,-8 2 5-16,8 4-4 0,-3-6-1 16,0 3 2-16,0-2 0 0,-1 5 0 0,4-6-1 15,-3 7 2-15,0-7 2 0,3 2-5 16,-3 4 1-16,3-6 4 0,0 0-2 0,-3 3 0 15,3-2-5-15,-4 5 2 0,4-6 4 16,-4 0 0-16,4 0-2 0,-3 1-1 0,3 5 0 16,0-6 2-16,-3 0-2 0,3 0 2 15,0 0-1-15,0 0 2 0,0 2-4 16,0-2 2-16,0 0 0 0,0 6 0 0,0-6 2 16,0 0-28-16,0 0-12 0,0 0-22 15,0 0-20-15,-7 0-24 0,4 0-38 16,0 0-24-16,3 0-24 0,-14 0-89 15,11 3-127-15,-4-2-159 0,4 5-67 0</inkml:trace>
  <inkml:trace contextRef="#ctx0" brushRef="#br1" timeOffset="-66857.41">8033 11859 1461 0,'0'0'-74'0,"0"0"19"0,0 0 5 0,0 0 7 0,-3-8 7 0,3 8 9 0,3-1 0 0,-3 1 7 0,0-3-1 15,0 3 9-15,0 0-7 0,0 0 13 0,0 0-4 16,0 0 1-16,0 0-2 0,0 0 2 16,0 0 5-16,0 0-5 0,3-2 3 15,-3 2-2-15,0 0 0 0,0 0 7 16,0 0 3-16,7 5-2 0,-4 0 7 15,0-1 1-15,0 7 4 0,2-1 3 0,-2 1-3 16,0 6 3-16,3 1 1 0,-2 6 5 0,2-4-11 16,-3 1-1-16,5 0 13 0,-5 1-15 15,0 2 5-15,4-2-3 0,-4-2 0 16,0 2 4-16,0 1 6 0,2-3 5 0,-2-1 1 16,0 2 1-16,0-1 1 0,-3-4 1 15,0 5 1-15,-3 0 7 0,0-2-1 0,0 4 1 16,-8-1-2-16,4 1-2 0,-5-2-1 15,-6 4-3-15,1 0-4 0,1-1 1 0,-1-2 1 16,-2 0-5-16,2 2-1 0,-3-2-1 16,3-2-1-16,0 0 0 0,1 1-3 15,-4 0 3-15,3 0-3 0,0-4-4 0,4-2 2 16,-4 3-2-16,1-1 2 0,-1-1 3 16,-2 5 1-16,-2-3-2 0,-2 4 1 0,2-2-2 15,-1 5 1-15,-2-7 2 16,4 4-1-16,-3 0-1 0,3 2-4 0,0-2 1 0,0 0 3 15,0 3-2-15,0-2-3 16,0-1-2-16,3-3 0 0,-3 5 0 0,4-2-1 16,2-1-1-16,-2 1 0 15,-2 0-1-15,6 3 2 0,-6-2 2 0,6 4-4 0,-1 1 1 16,-1 0 3-16,1-2-3 0,2 2 1 16,-2 0 0-16,4 4-3 0,-2-7 6 0,4 0 0 15,1 0-1-15,0 0-2 0,1 0-1 16,-1 0 1-16,3 0-2 0,-1 0 3 15,1 0-2-15,0-6-4 0,0 6 2 0,3-1 2 16,0-5 1-16,-3 5-1 0,3-2 0 16,3 3 4-16,-3-6-1 0,3 4 0 0,0-4-1 15,0 5-1-15,4 1 2 0,-1-6 0 0,5 5 0 16,-5-2 0-16,7 6 0 0,-2-6-2 16,-1 3 2-16,4-6-1 0,-5 4 0 15,7 2-3-15,-2-6 2 0,-4 5-1 16,4-6 0-16,-4 4-1 0,2-5 0 15,-1 1 1-15,-1-3-1 0,3 2-1 0,-3 1 0 0,0-3 0 16,0 2 0-16,0-5 0 0,3 3 2 16,-2 1-3-16,-1-1-1 0,3-4 3 15,0 3-1-15,-3-3 1 0,7 3-2 16,-4 3-2-16,4-6 4 0,-1 3-1 0,2-3 2 16,-2 3-1-16,1-3-2 15,2 3 1-15,-2-3 0 0,-1-3 0 0,5 6 1 0,-4-4-4 16,2-3 3-16,-2 4-3 0,7-3 2 15,-8 6 1-15,4-4-2 0,0-3 2 16,0 4-3-16,0-4 1 0,-3 0 3 0,6 4-3 16,-6-4 1-16,6 2-2 0,-3 0 2 15,1-2 0-15,1 2-3 0,-2 0 2 16,4-1 2-16,-5 0-1 0,5 2 0 0,3-3 1 16,-4 7 1-16,1-10-3 0,-2 3 1 15,2 1 0-15,-4 1 0 0,3-2 1 16,-6 0 0-16,3 4 0 0,0-4 0 0,0 0-2 15,1 4 5-15,-5-4-4 0,4 0 0 16,-1 4 2-16,-2-3-1 0,4 6-2 0,-2-4 3 16,2-3-2-16,2 5 1 0,-4 1-2 15,5-2 2-15,0 3-3 0,2-2 1 0,-2 3 3 16,-1 1-2-16,0-7 0 0,1 7-1 16,3 2 3-16,-5-4-2 0,5 4 0 15,-7-3 1-15,4-4-3 0,-5 6 1 16,2-3 0-16,2-3-1 0,-4 3 4 0,2-2-1 15,-1 3 0-15,3 1-1 0,4 2-5 0,-7-10 7 16,7 10-4-16,-1-3 2 0,1 2 0 16,-1 7-1-16,4-6 0 0,3 4-1 15,-3-3 2-15,0-3-2 0,-3 9 1 16,3-7 5-16,-3 4-2 0,0-3 3 0,3 6 3 16,-7 0-3-16,4-1 1 0,-4 1 6 15,0-7-3-15,1 7-3 0,-5-1 2 0,2 1-2 16,-1 0 0-16,-1-3 0 0,2 3-3 15,-4 3 1-15,2-3 4 0,2 1-2 0,5 7-4 16,-6 5 6-16,0-10-4 0,0 12 2 16,4-8-1-16,-5 5-4 0,-2-6 2 0,3 4 2 15,0 5-2-15,0-3 1 0,-3 2 0 16,3 3-4-16,-1-9 2 0,-2 9 0 0,1-9-2 16,1 9 1-16,-2-10 4 15,2 5-3-15,-1 1-3 0,2-3 3 0,-7-2-2 16,7 0 2-16,-4 1 1 0,1-7-3 15,0 5 2-15,3-1-1 0,-3-5 3 0,-1 8-3 16,4-1 0-16,-7-7-1 0,4 6 0 16,0 2-1-16,0-7 2 0,-1 5 0 0,1-1-1 15,-1 1 3-15,1-2-2 0,-1 2-1 16,-2-7-2-16,2 7 3 0,-2-1-1 16,2-3 0-16,2-1-1 0,-6 1 0 0,2-3 3 15,-1 3-4-15,4-3 0 0,-4-6 0 16,1 4 0-16,-4-1-1 0,3-3 2 0,1-1-3 15,-1 6 2-15,-3-5 2 16,3 1 0-16,-3-1-4 0,0-1 1 0,3 0 2 0,-3 0 0 16,4-4 1-16,-4 7-3 0,0-4 1 15,0-5 0-15,0 6 1 0,-4-4-5 0,2 3 5 16,1-3-1-16,1-2 0 16,-4 1 0-16,2-1 1 0,-2-1-2 0,1 2 1 15,2-5 1-15,-1 3-3 0,-2-4 0 16,1 6 2-16,-1-5-3 0,2 2 2 0,-2-1 0 15,1-3-2-15,2 1 3 0,-1 3-2 16,-2-5 2-16,4 2 1 0,-1 0-3 0,-1 1 2 16,2 1-1-16,2-5 1 0,-1 4 0 15,2-4 1-15,-3 2-1 0,4-2 0 16,-5 2-3-16,5 1 1 0,2-2 2 0,-2 1 0 16,2-2 1-16,-2 0-1 0,6 2-3 15,-3 2 5-15,-1-4-2 0,7 2-2 16,-2 1 3-16,6 1 0 0,-5-4-1 15,5 3-2-15,0 1 5 0,0 1-2 0,3-5-2 16,0 0-2-16,0 4 4 0,-4-2-1 0,8-2 0 16,-4 2 0-16,3-1-3 0,0 2 6 15,0-1-5-15,-3-2 0 0,4 0 3 16,-4 2-4-16,0 2 4 0,0-5-2 0,3 1-2 16,0 0 5-16,-3 0-4 0,4 0 2 15,-1-1-2-15,3 0 5 0,-6 0-5 16,5-2-1-16,-2 2 3 0,-3 0-1 0,3-3-1 15,0 1 0-15,1-1 1 0,-4 4 2 0,0-4-3 16,-7 0 3-16,7 2-3 0,-7-2 1 16,0 0-2-16,1 0 2 0,-5 2 2 0,2-2 0 15,-4 0-2-15,2 3 0 0,-5-3-1 16,2 0 2-16,1 0-1 0,-1 0 2 16,-2 0-1-16,-1 0-3 0,-2 3 1 0,-1-6 1 15,-1 3-1-15,2 0 1 16,2 0-1-16,-3 3 1 0,0-3-1 0,-3 0 3 0,2-3-5 15,-2 3 5-15,3 0 0 0,-3 0-2 16,-1-3-1-16,1 3 1 0,3 0-1 16,-6 0 3-16,2 0-4 0,-3-2 4 15,4 2-4-15,0 0 0 0,-3-2 6 0,2 2-4 16,0 0 0-16,1 0 2 0,-4 0-4 16,-3 0 3-16,11-4-1 0,-5 4 2 0,1 0-1 15,-4 0-1-15,-3 0-3 0,11-1 2 16,-8 1 0-16,0-3 3 0,0 3-4 15,-3 0 2-15,0 0 3 0,7 0-4 0,-7 0 3 16,0 0-5-16,6 3 3 0,-3-3-2 16,-3 0 5-16,5 0-1 0,-5 0-4 15,0 0 4-15,0 0-5 0,6 0 3 0,-3 1 1 16,-3-1-4-16,4 0 2 0,2 0 0 16,0 4 1-16,5-2 1 0,-4 0-4 15,5-2 5-15,2 3 0 0,-4 3-4 0,7-5 3 16,-4 2-2-16,1 0 0 0,2 2 0 15,1-3 3-15,-1 0-2 0,1 4 0 0,0-3 0 16,3-2-2-16,-4 2-1 0,-2 0 3 16,6 2 0-16,-4-3-2 0,2 0 4 0,1 1-2 15,-2 3 1-15,2-5 0 0,2 5 0 16,-4-5-3-16,2 5 2 0,2-1-2 0,-5-2 2 16,-2 1-1-16,2-1-1 15,-2 0 1-15,2 2 2 0,-6-3-1 0,3 0 2 16,-2 1-4-16,2 0 2 0,0 0-2 15,1-2 3-15,-1 2-2 0,-3 0-1 0,0-2 2 16,3 3-1-16,1-4 0 0,-1 2 3 16,1 0-2-16,-2 1 0 0,1-3 0 0,4 3-2 15,-4 0 3-15,4-3 1 0,1 1-3 16,1 5 0-16,-2-5 1 0,10 5-1 16,-1 2 2-16,4-1-1 0,4 3 1 0,2-2-1 15,1 2-1-15,3-1 2 0,4-3-4 16,-2-2-14-16,1 2-33 0,5-6-20 0,-9 0-45 15,8 0-45-15,0-10-51 0,3 2-244 16,0 2 26-16,-4-2-127 0,11-3-58 0</inkml:trace>
  <inkml:trace contextRef="#ctx0" brushRef="#br1" timeOffset="-42080.79">19327 12437 1419 0,'-8'0'-68'0,"5"3"10"0,0-3 12 0,3 0 9 0,-7 1 21 0,7-1 4 0,-3 0 3 0,3 0-3 0,-6 4 1 0,6-4 3 0,0 0 11 15,0 0-14-15,0 2 6 0,-5-2-2 16,5 0 4-16,0 0 3 0,0 0-1 0,0 0 2 16,-6 0 5-16,6 0 6 0,0 0 2 15,-7 0 10-15,7 0 6 0,-6 0-1 16,6 0 4-16,-6-2 2 0,-2-2 0 15,-2 4-6-15,4-1 3 0,-5-2 2 0,2 0-4 16,-1-1 0-16,0 1 3 0,0-2 0 16,-3-1-2-16,-1 2 1 0,4-3-4 15,-3-1 9-15,-4 1-7 0,7-3 3 0,-3-4-4 16,0 3 1-16,-4-7-4 0,4 3 2 0,3-2 0 16,-4-1-2-16,1 1 0 0,-1-3-2 15,-2 0 3-15,2-5-2 0,-2 3-2 16,2-3-2-16,-2 1 1 0,-1-1 3 0,4 0-5 15,-4 3 0-15,4-3 6 0,-1 4 1 16,1 2-2-16,-1-6 0 0,1 3-4 0,1-3 1 16,-2 0-3-16,4 1 0 0,-4-1-1 15,1 4 0-15,3 0-1 0,0-1 0 0,0 0-5 16,0 0 1-16,0-3 1 0,-3 0 0 16,3 2 1-16,0-2-4 0,0-2 0 0,3 4 2 15,-3-7-4-15,-3 2 0 0,3 0-3 16,-1-5 4-16,2 7-6 0,-1-6 4 0,-1 1-1 15,2 1-3-15,-1 3 7 0,-1-3-2 16,5 2 0-16,-4 3 1 0,7 3-2 16,-8-2-1-16,5 3 2 0,-1-2 0 15,1 0 2-15,0 1-4 0,1 3 3 16,-1-2 0-16,-1-1-1 0,4 2 0 0,0-1 2 16,0-1-1-16,0 0-2 0,-2 1 0 15,2-1-1-15,0 0-2 0,0-3 3 0,-1 1-3 16,1-1-1-16,3 4 1 0,-3-4-1 0,0 0 1 15,3 0 1-15,-3 0-2 0,-1 0 1 16,0 0 0-16,1-4 3 0,0 3 0 16,-1-2-2-16,1 0 2 0,0 2-2 0,0-8 0 15,-1 7 0-15,1 0-3 0,-1 2-1 16,1-5 0-16,0-1 1 0,-1 5-1 0,1-2 0 16,0 0-2-16,0 3 2 0,-1 3-2 15,4-3 1-15,-3 0 1 0,-1 3 3 0,1-2-4 16,0 5-1-16,-1-1 2 15,1-1-4-15,0 2 3 0,0-2 2 0,-1 3-4 16,1 4 1-16,-1-4-1 0,1 4 2 16,0-1-2-16,-1-3 0 0,1 1 0 15,0-1 0-15,0 0 0 0,-1 4-1 0,1-4 4 16,0 3-2-16,-1 0-2 0,1 1 1 16,-4-3 2-16,4 3-2 0,3 2 2 0,-3-1-2 15,-1-2-1-15,1 3 2 0,0-1-1 16,-1 1 0-16,-3-1 1 0,4 1 1 0,0-1-1 15,-4 1 0-15,4-1-1 0,-4 3 1 16,3-1 0-16,1 3-1 0,-3-5 1 16,3 2 0-16,-4 2 0 0,4-1-4 15,-5 0 2-15,5-4 4 0,-3 6-5 0,3 0 4 16,-4-5-1-16,4 6 1 0,-5-3-1 16,2-1 1-16,0 2-1 0,-1-1 1 0,1 0-2 15,-5 0-1-15,4-1 2 0,-2 2-2 16,-2-1 2-16,1 3 0 0,1-6-2 0,-2 2 3 15,1 2 0-15,-7-4-1 0,4 3-2 16,1-2 2-16,-6-1-1 0,5 1-1 0,-4-1 1 16,1 2 0-16,-1 0-1 0,-3-3 3 15,0 0-5-15,3 2 3 0,1-1-2 16,-4 2 3-16,-1 0 0 0,2 1-3 0,2-1 2 16,-2-1 0-16,-2 2-2 0,4 0 1 15,-2-1 1-15,2 3-2 0,-4 0 2 16,2-2-1-16,-1 3 2 0,-4-4-3 0,5 1 1 15,-5 0 0-15,1-1 0 0,-4 0 2 0,4-3 0 16,-4 3-3-16,1 1 1 0,-4-5-2 16,3 5 3-16,0-5 0 0,-3 1 0 15,0 3 1-15,6-3-3 0,-1 3 0 16,1-3 3-16,-6 0-2 0,3 2 0 0,4-3-1 16,0-1 1-16,-1 4 0 0,1-2 2 15,2-3-4-15,-4 1 0 0,1-1 2 0,-3 0-1 16,4 1 0-16,-1-4 2 0,2 5 0 15,4 0-1-15,-2-1 0 0,1 2 2 0,2-1-3 16,0-3 4-16,-3 3-3 0,3-2 1 16,4 2-2-16,-3-3 4 0,2 4-4 15,1-4 0-15,-1 0 2 0,1 4 2 0,3-4-2 16,-3 0 2-16,3-2-4 0,-1 2 2 16,-1-1 0-16,5 1 1 0,-4-4-2 0,2-1-2 15,2-4 3-15,-2-1-1 0,1 3 0 16,2-6-1-16,2 2 0 0,-2 0 1 15,3-3-1-15,0 7 1 0,-2 0 2 0,5 0-4 16,0 0 1-16,-3 0-1 0,6 0 0 16,-3 0 3-16,0 4-3 0,5-1 1 15,-2-2-1-15,0 2 4 0,0 0-2 0,0 2 0 16,-3 0 2-16,4 0-4 0,5-1 0 16,-9 2 3-16,8 1 0 0,-2-3-1 15,-2 4-1-15,5-2 1 0,-6 1-2 0,5 1 1 16,-2 2 0-16,1 0 1 0,-1-3-2 15,1 4 1-15,-3 1 1 0,6-2 0 0,-7 0 1 16,3 2 0-16,1-2 2 0,0 0-2 16,0 1-1-16,2-3 1 0,-2 0 1 15,0 5 0-15,0-5-2 0,-1 5 1 0,4-6 0 16,-3 2-1-16,0 0-2 0,2-1 3 16,-2 3 0-16,0-1 3 0,-4 2-3 15,4-2 1-15,-1 3 1 0,1-2 0 0,-4-3-1 16,4 0 2-16,0-5-4 0,-4 3 1 0,0-5 0 15,1-1-1-15,-1 0 2 0,-3 0-2 16,0-1 5-16,3 1-6 0,-3-3 3 16,0 3-3-16,0-3 3 0,0 3-5 0,0-3 1 15,-3 3 2-15,3 0 1 0,-3 0-2 16,-1 3-2-16,1 0 3 0,0 1 0 0,0 2 0 16,3 3 0-16,-4 1 1 0,1 1-1 15,-1 2 1-15,1-5 0 0,0 3-1 0,-1 2 0 16,1-4-2-16,-3 1 4 15,2 1-4-15,-3-4 3 0,-3 3-3 0,4-2 2 16,-1 2 1-16,1 5 0 0,-1-2 2 16,-3-5-1-16,3 6 1 0,-3-4-2 15,0-1-3-15,0 4 4 0,0-1-4 0,0 1 0 16,0 2 2-16,4-1 1 0,-5 0-2 16,5 1 1-16,-1-1 0 0,-2 4 2 0,1-4-1 15,2 4 1-15,-1 0-1 0,-2 0 0 16,1-4 0-16,-2 4-2 0,4 0 1 0,-5-4 2 15,2 1-1-15,-4 1 0 16,-1-4-13-16,1 2 1 0,-1 0 6 0,1 1-1 16,0-1 0-16,3 1 0 0,-3 1 1 0,-1-1 1 15,4 0 3-15,-3 2-2 0,3-2 2 16,-3-1-1-16,2 4 0 0,-2 0-1 16,3-4 0-16,4 7 5 0,-5-3-1 0,5-1-5 15,-4 2 2-15,3 2 2 0,0 0-2 16,4 1 0-16,-3-3-4 0,2 4 4 0,1 0 1 15,-4-3-1-15,3 2-3 0,1 0 1 16,3 2 1-16,-3-2 1 0,3 3-2 16,-6-3 2-16,6 3 0 0,-4-3-2 0,1 3-2 15,3 0 3-15,-3-2 0 0,3 2 0 16,0-2-1-16,0 2 4 0,0 0-3 0,0 0 3 16,0 0-1-16,-8 0-1 0,8 0 1 15,0 0 1-15,0 0-2 0,0 0 2 16,0 0 2-16,-3 2-3 0,3-2 1 15,0 0 0-15,0 0-1 0,0 0 3 0,0 0-2 16,0 5 2-16,0-5-1 0,0 0 1 16,0 0-2-16,0 0 3 0,0 0-1 0,0 0-1 15,0 3-2-15,0-3 1 0,0 0 2 16,0 0 0-16,0 0 2 0,0 0-3 0,0 0 0 16,-3 3 0-16,3-3 0 0,0 1 0 15,0-1 2-15,0 3-3 0,0-3 4 16,-3 4-3-16,3-4 4 0,3 4-3 15,-6-2 2-15,3-2-1 0,0 0 1 0,0 2-2 16,0-2 1-16,0 3 1 0,0-3-1 16,0 0 1-16,0 0 0 0,0 0 1 0,0 0-3 15,0 0 2-15,0 6-1 0,0-6-4 16,0 1 3-16,0-1-5 0,0 0 4 16,0 0 0-16,0 0-1 0,0 0 1 0,-3 3-3 15,3-3 5-15,0 0-3 0,0 0 1 16,0 3-2-16,0-3 1 0,0 0 3 0,-4 7-3 15,1 1 1-15,3-1 1 16,-3 3 0-16,0 1 3 0,-2 1-3 0,2-2 2 0,0 1-4 16,0 0 2-16,3-1 3 0,-3-2-1 15,-1-1 2-15,1 0-3 0,3 0 2 16,-3-1-1-16,3-1 1 0,-3 2 4 16,3-4-1-16,0 1-1 0,-5 0 1 0,5-2-4 15,-3-2 3-15,0-6-1 0,0 2-2 16,-1 0 0-16,-2-5-2 0,0 0 0 0,-2-1 0 15,2 0-5-15,-1-1 4 0,1-1 0 16,-2-1-1-16,2 3-1 0,-1-2-1 16,1 2 3-16,3-2 0 0,-4 2-1 0,0 0 0 15,4-1 0-15,-1 4 6 0,-2-4-4 16,3 4-2-16,0 0-1 0,-1 0 2 0,0 2-1 16,1-1-2-16,0 2 1 0,3-1-2 15,-4-4-1-15,4 8-3 0,0-5 3 16,4 5 3-16,6-5-1 0,3 1 2 15,4-1 1-15,3 2-2 0,3 0 0 0,1-2-22 16,-2 1-44-16,5 3-33 0,3-3-30 16,0-1-15-16,7-1-38 0,3 0-356 0,17-5-43 15</inkml:trace>
  <inkml:trace contextRef="#ctx0" brushRef="#br1" timeOffset="-35372.85">17752 5517 162 0,'-6'-13'62'0,"-1"4"-25"0,1-4-17 0,0 3-5 0,-2-1-4 0,2 0-3 0,-1 3 1 0,1-2 0 16,-5 3-3-16,5-1-2 0,-4 1 1 0,0 1-1 16,0 2-2-16,0 1-2 0,-4 1-2 15,4 2 2-15,-3 2-4 0,3 1 3 16,0 1-1-16,0-1 0 0,-3 5 0 15,3-1 3-15,0 0-1 0,3 4-1 0,-3 2 1 16,4-1 0-16,-1 1 3 16,4-1-5-16,-5 2 3 0,8 2-1 0,0-1-1 0,0 0 2 15,0 0-1-15,4-1 0 0,0 2 2 16,2-1 1-16,4 3-1 0,-3-4 1 0,3-2 0 16,0 1 2-16,0-1 1 15,3-1 0-15,0-1 2 0,1-3 6 0,-1 1 10 16,4-3 6-16,3 0 0 0,-3-5-1 0,2 3 9 15,5-6-7-15,-1 0 4 0,1-4 5 16,-2-1-1-16,2-2 3 0,0-2 5 16,-1-3-9-16,0-2-2 0,-6-4 3 15,3-1-6-15,-10-2 2 0,3 5 0 0,-6-3-7 16,0 2-2-16,-4-2-4 0,0 1-1 16,-3 4-4-16,0-1 3 0,-6 0-9 0,-1 0 4 15,-7 7-5-15,-2-3-11 0,-4 6-21 16,-4 2-18-16,-6 6-21 0,-6 6-35 0,-4 2-184 15,-4 10 53-15,4 7 77 16</inkml:trace>
  <inkml:trace contextRef="#ctx0" brushRef="#br1" timeOffset="-34236.82">17593 7154 637 0,'-4'6'-3'0,"-2"-5"10"16,3 5 4-16,-1-6 1 0,1 2 5 0,-1-2 0 0,-2 0 2 0,6 0 1 0,-10-2 2 0,7-4 2 0,-4 2-10 0,4-3 8 0,3-1-4 16,-4-5 0-16,4 3-1 15,0-5-3-15,0 1-1 0,0-1-4 0,4 0 8 16,-1-3-8-16,0 4 5 0,-3-3-3 15,4 6-1-15,-1-3 2 0,0 0 6 0,-3 3-2 16,0 3-1-16,3-1 0 0,-6 0-1 16,6 2-2-16,-3 1-5 0,0-1-2 0,0 2-1 15,0-1 1-15,0 5-2 16,0 1 1-16,0 0-1 0,4 14 4 0,-1-3-2 0,0 1-5 16,1 1 3-16,-1 1 3 15,4 1-5-15,-4 6 7 0,4-2-3 0,-1 1-2 0,5 3 2 16,-5-2 0-16,1 3-6 15,-1-5 7-15,1-1-2 0,0 2 0 0,-1-2 2 16,1-6-4-16,-4 2 0 0,1 0 4 16,3-4-3-16,-7 2-4 0,6-2 5 15,-3-2-6-15,-3 2 4 0,4-3 4 0,-4 1-5 16,3-1 1-16,0-1 3 0,-3 1-7 0,3-2 0 16,-3-1 6-16,5 2 0 0,-5-3-4 15,0 1-1-15,0 0 10 16,0 0-6-16,0 0-1 0,0-1 0 0,-5 3 7 0,-1-2-6 15,-4 0-2-15,-3 2 9 0,3-1-9 16,0 1 2-16,-4-2 6 0,4 0 7 16,-3 2-1-16,3-4-4 0,0 4-2 15,0-3 4-15,0 1-4 0,0-1 6 0,4-2 12 16,-1 5-4-16,0-6 6 0,4 2-3 16,-1 1 6-16,1-3-3 0,3 0 0 15,0 0-4-15,-3-5-4 0,9-1-4 16,11-2 0-16,3-5-5 0,13-5-34 0,1 0-35 0,9-4-30 15,8 0-26-15,-5-2-112 16,1-1-158-16,2 4 105 0</inkml:trace>
  <inkml:trace contextRef="#ctx0" brushRef="#br1" timeOffset="-28567.22">19909 6753 971 0,'0'0'-63'0,"-6"1"9"0,6-1 6 0,-4-1 8 0,4 1 4 0,-6 1 1 0,6-1 3 15,-3 0 4-15,3 0 3 0,-4 3 2 16,1-3 4-16,3 0 1 0,0 0 4 0,0 0 4 16,-7 0 12-16,7 0 7 0,0 0 3 15,0 0 1-15,0 0 6 0,0 0-3 16,-7 0 7-16,7 0 0 0,0 0 5 0,-3-3-6 15,3 3 5-15,0 0 3 0,0 0-1 16,0-1 5-16,0 1 6 0,0-6-5 16,0-1-2-16,7-1-1 0,-4-5-2 0,4-2-3 15,3 1-5-15,0-9 3 16,-4 0 1-16,5 1 5 0,2 0 2 0,-3-3 9 0,0-6-4 16,0 4 3-16,0-4-3 15,0 2-1-15,-4 0-1 0,4-5-4 0,-2 0-5 16,-2 2 2-16,-3-6-10 0,4 2 0 15,-4 1 3-15,3 1-4 0,2-7-9 0,-5 4 2 16,3 2 3-16,1-2-2 0,-4-3-1 16,5 2 1-16,-5-2-3 0,3 1 3 0,-3-3-4 15,1 1 0-15,2-1-3 0,-3 0-1 16,5 1 3-16,-5 0 4 16,0-9-7-16,4 3 3 0,-1 0-2 0,-3-2 1 15,5 3-3-15,-2-4 2 0,-2 0 2 0,5-4-4 16,-2 0 0-16,0 1 3 0,3-1-4 0,-1 1 0 15,-1 1-1-15,-2 2 0 0,4 2-1 16,0-2-2-16,0 3 1 0,-3 1 3 16,3 2 0-16,0-1-4 0,0 0-1 15,0 3 2-15,3-1-2 0,-3 0 1 0,3 1 1 16,1-4-2-16,2 2 2 0,-2-5-1 16,2 3 2-16,4-9-4 0,4-1-1 0,-8 9 1 15,4 0-3-15,4-9 6 0,0 2 0 16,-2 0 0-16,5 0-5 0,0 1 4 15,0 3-7-15,-1 0 2 0,-3 7 5 0,1 1 0 16,-1 5 0-16,1-3-2 0,3 2-1 16,-5 3 1-16,2-2 0 0,2-1 1 15,-5 5 3-15,6 1-4 0,-5 0 0 0,2 4-2 16,-1 1 0-16,1 2 6 0,-2-2-2 16,2 2 0-16,0 0 2 0,-1 0-2 15,3-4-6-15,1 4 6 0,6 0-4 0,-3-1 1 16,8-2 4-16,-5 0-7 0,3-1 4 15,7 1-3-15,8-8 4 0,-1 3-1 0,6-3 0 16,-6 4-5-16,4-3 8 0,-8 7 2 16,-2 0-7-16,-1 3 1 0,-4 0-3 15,-1 0 4-15,-5 6-4 0,-3-2 6 0,0 3 5 16,0 1-6-16,4 2-2 0,-9-3 3 16,10 4 0-16,-5-1 0 0,3 0 1 15,3 2-4-15,1-1 2 0,3 3 5 0,0-1-9 16,3 2 3-16,0 0 4 0,-2-1-3 15,2 4 0-15,-4 0 5 0,-1 0-1 0,-5-1-3 16,0 4 0-16,-3-2-1 0,0 1 0 16,-7-1 3-16,4 5-1 0,-4-5-1 0,1 5 2 15,0-5-2-15,-5 3 8 0,4-1-13 16,-2 0 6-16,-2 3 11 0,2-5-8 16,2 2-3-16,0-2 4 0,-6 2-2 15,3-1-3-15,0-1 3 0,-3 2-4 0,-1 1 5 16,1-2-2-16,-4-1 0 0,1 2 5 15,2 0-6-15,-2-2 0 0,-1 1 3 16,-3-2-7-16,6 0 5 0,-3-1-1 0,-2-1-2 16,5 1 1-16,4-3 1 15,-2 1-1-15,-6 0 2 0,9-1-2 0,-5 3 2 0,1-3-1 16,-1 1-1-16,1 0-3 0,-1-2 2 16,2 2 2-16,-2 0-1 0,1-1 1 0,3 2 0 15,-7 0-2-15,0 2 2 16,1 0 1-16,-1-4 7 0,1 4-5 0,-5 0-2 15,5 0-1-15,-4-4-4 0,3 2 4 0,-2-1 5 16,-2 0-3-16,-2 2-2 0,2-5 1 16,-1 6 0-16,-2-4-1 0,1 4 1 15,-1 0-1-15,-3-4 3 0,5 7-2 16,-5-3 1-16,0 2 4 0,4 0-6 0,-4 0 1 16,-3-1 7-16,3 2-10 0,0-1 4 15,2 2-2-15,-5 1-3 0,0-2 4 0,0 0-2 16,0 1 10-16,0 2-9 15,-8-2 0-15,5 0-5 0,-7 1 6 0,4-1-4 16,-2 1 1-16,-1 2 1 0,-1 0-4 0,-1 2 3 16,-2-2 3-16,4 3-4 0,-2-1 1 15,-2 1 3-15,3 1-5 0,-3-1 7 16,3-3-5-16,0 4 2 0,0 0-2 0,3-2 0 16,1 1-1-16,-5-1 3 0,8-2-2 15,-4 3 0-15,4-3-1 0,0 3 4 0,-4-3 4 16,4 1-11-16,0-1 3 0,3 3 3 15,0-3-5-15,0 0 2 0,0 0 6 16,10 0-4-16,-1 0 0 0,5 0 5 16,-4 0-4-16,6 0 0 0,1-3-4 0,0 3 6 15,3 0-3-15,0-1-4 0,4-2 8 0,-2 0 3 16,-2 1-8-16,4 2 3 0,-5-3 2 16,5 3-4-16,-4-2 11 0,-4-2-9 15,5 3-4-15,-8 1 7 0,4-3-7 16,-8 3 1-16,5 0 8 0,-1 0 0 0,-2-3-6 15,-1 3 4-15,-4 0-4 0,1-1-4 16,-1 2 6-16,1-1-6 0,-3-1 4 0,-1 2-5 16,0 2 5-16,0 1-5 0,-6 2 5 15,0 5-6-15,0-3 3 0,-4 6 5 16,0 1 0-16,-3 2 2 0,0 4-7 16,-3 1 2-16,0-2 4 0,-1 5-1 0,4-5-2 15,-3 1 3-15,-1 0 2 0,5 1-6 16,-5-1 4-16,4-1-5 0,0-4 4 0,1 5 0 15,-2-3 6-15,1-3-6 0,4 2 1 16,-2-4-2-16,2 2 2 0,-1-3-4 0,4 1 2 16,-3-4 2-16,3 1-4 15,-5 1 4-15,5-1-3 0,-4-3 5 0,7 1 1 16,-6-1-7-16,6-1 5 0,-3 1 6 0,0-2-6 16,-2-1-1-16,5-1 2 0,-3 3 2 15,3-5-1-15,-3-1-1 0,3 0-1 0,-7-4 2 16,7-2-1-16,-6-3-2 15,3-1 3-15,0-5-5 0,-2-1-2 0,2 0 3 16,-3-2 0-16,-1-2-2 0,-2 0-2 16,-2 0 2-16,-2-5-24 0,-4 0-29 0,-6 3-22 15,-7-11-21-15,-7-2-112 0,-3 7-123 16,4 3 153-16</inkml:trace>
  <inkml:trace contextRef="#ctx0" brushRef="#br1" timeOffset="12514.96">20747 12822 379 0,'-4'5'59'0,"4"-5"-16"0,0 3-16 0,0-3-7 0,0 3-13 0,0-3 7 0,0 0-2 0,0 4-2 0,0-1 0 0,4-2 1 16,-4 5-2-16,3-6-1 0,0 3 3 0,0-1-3 15,4 4 0-15,-1-6-3 0,2 1 8 16,-2 2-4-16,4-3 1 0,-1 3 7 0,-1-3 1 15,1 0-2-15,1 0 6 16,1 1-4-16,-2-1 3 0,1 0-3 0,1 0 3 16,-1-1 5-16,-1 1 3 0,2 0-10 15,-1 0 4-15,2 0 6 0,-1-3-6 0,2 0 3 16,1 2-2-16,-1-5-1 0,4 4 2 16,-1-1-7-16,1-4 3 0,-4 0-3 15,7-1-3-15,3-2 7 0,4 3-5 0,-4-1 1 16,4-2-2-16,0 0 6 0,0 2-2 15,0-2-7-15,3 0 7 0,-5 3-1 16,9-5-6-16,-4 4 7 0,-3-2-7 0,3-3 4 16,0 2-5-16,0 4 1 0,-4-2-2 15,8-1 5-15,-1 0-7 0,3 0-2 16,2-1 5-16,-5-1 6 0,7 2-9 0,-4 0 1 16,1-2-4-16,3 2 1 0,0 0 2 0,0-1-2 15,1 2 5-15,-2-4-1 0,1 3 2 16,4-2 1-16,-4 2-7 0,-1-4 4 15,2 6 2-15,-1-3 1 0,-1 1-5 0,1-2 4 16,1 2 1-16,-2 0-2 0,-2-4 2 16,3 3-4-16,-3 1 3 0,0-2-3 0,2-1 1 15,1 2 3-15,1-1-3 16,-5 2-2-16,4-2 3 0,1 2-1 0,-2-3 2 16,1 1-3-16,0-1 0 0,-3 2-2 15,0 3 3-15,-1-5-2 0,-3 2-3 0,4 2 1 16,-1-4 0-16,5 3 0 0,2-2-1 0,1-1 1 15,-1 1-3-15,7-1 1 0,0-2-2 16,3 0 8-16,1 1-6 0,3-3 0 16,-5 6 1-16,2-4 0 0,-1 2 0 0,-3-2-1 15,3 4 2-15,-2 0-2 0,-5 1 2 16,-2 0 2-16,-4-1-2 0,-1 2 2 0,-2 0-2 16,0 2 2-16,-7-1 2 0,3 2 2 15,-3 1 0-15,-3-1-2 16,-1-2-3-16,4 4 1 0,-3-2-4 0,0-1 2 15,0 3-1-15,-1-1-1 0,1 0-3 16,-4 0 3-16,0-1-1 0,1 5-4 0,-4-2 4 16,3-1-1-16,-3 3-1 0,-3-2 2 15,3 1-3-15,-3 2 2 0,-1-4-1 0,1 4-1 16,-1 4 2-16,1-8 0 0,-4 8-1 16,4-4-2-16,-1 2 0 0,5 1 1 0,-7-2 1 15,2 3 1-15,4-1-1 16,-4 1-2-16,5-1-1 0,-1-2 3 0,-1 5-2 15,-2-3-1-15,3 2 3 0,-3-1-1 0,3-1 0 16,-4 0 0-16,1-2 1 0,-4 3 4 0,8 1-6 16,-8-4 1-16,4 3-2 0,-1-1 3 15,-2-2-2-15,2 5 0 0,-2-5 1 16,2 5 1-16,1-3-2 0,-4 2 0 16,4-1 1-16,-4 3-1 0,1-1 1 0,-1-2-1 15,0 3 2-15,1 0 0 0,-5-2-3 16,2 0-1-16,2 0 1 0,-7-1 1 15,8 2 1-15,-1 1 0 0,-3-3 0 0,0 3-2 16,0-6 2-16,-3 5-2 0,3-1 0 16,0-3 2-16,0 3-3 0,-7-2 4 0,7 0-3 15,-3 1 2-15,-1-1 2 0,1-2-4 16,7 3 3-16,-14-2-2 0,3 1 0 0,0-3 0 16,0 2 1-16,4 1-1 15,-7-3 1-15,6 3-1 0,-6-3 1 0,8 0-1 0,-8 1 2 16,0-1 2-16,3 0 3 15,-3 0 5-15,0 0 4 0,3-4-3 0,0 1 4 16,-3 1-1-16,0-3 0 0,0 0 0 16,-3-2-2-16,0-1-1 0,0-1-1 15,3 2-1-15,-11-2 0 0,5 0-2 0,-4 1-1 16,7 0-3-16,-8-1 3 0,5 1-1 0,-4 0-2 16,3-1 1-16,4 2-3 0,-4 3 3 15,0-1-3-15,1 0-1 0,3-3 0 0,-1 5 0 16,1-1-4-16,-1 0 1 0,1 3 0 15,3-2 3-15,0 3-2 0,0 0 1 16,0 0 0-16,10 8 1 0,-3-5-2 0,3-2 6 16,3 5-5-16,4-1-1 15,0 0 3-15,2 0-1 0,1-1-3 0,4 2 4 16,0 1-3-16,-2-3 1 0,5 4 2 0,0-1-5 16,-4 2 5-16,1-4 0 0,2-1-5 15,-12 2 3-15,2-1-1 0,-2 0 3 16,2-4-2-16,-6 3-1 0,0-1 0 0,3-2 0 15,-6 5 2-15,3-5 4 0,0 3-3 16,-3-2 0-16,0 1-3 0,-4-1 0 16,0 4 1-16,-3-5 0 0,3 5 1 0,-6-1 0 15,3 0-1-15,-6 0-1 0,-1-1 1 16,0 3-2-16,-6 2 0 0,6 0 2 0,-3-2 0 16,0 2 0-16,-3-1 0 0,-1 0-1 15,-2 1 2-15,2-1 1 0,1-4-2 0,-4 4 1 16,4-1 1-16,-1 0-5 0,2-1 0 15,-2 1 4-15,4-2 0 0,-3 1-2 16,2-2 2-16,2 0-1 0,2 0-2 0,-2-2 1 16,1 1 1-16,5 2 1 0,0-2 0 15,-7-2-2-15,4 2 0 16,-2-3-2-16,2 0 4 0,-1 0-2 0,4 0 2 0,-3 0-2 16,-2 0 0-16,2-3 0 0,-1 2 0 15,1-2 0-15,-2-2-2 0,5 0 0 0,-3-3-5 16,2-2-18-16,1-2-21 0,0-3-23 15,3-1-28-15,0-3-29 0,0-1-27 16,3-9-59-16,4 4-379 0,-4-1-90 0</inkml:trace>
  <inkml:trace contextRef="#ctx0" brushRef="#br1" timeOffset="69655.62">6237 2407 418 0,'3'3'52'0,"0"-3"-26"15,-3 0-12-15,0 0 6 0,0-6-7 0,0 6-8 0,-6-4-2 0,-2 0-1 0,-1 0 2 0,-1 1 0 0,-4 2-2 16,-2-2 1-16,2 0-4 0,-5 0 4 16,-2 3-3-16,1 3-1 0,-3-3-3 15,-3 6 1-15,-5-2-1 0,1 4 3 0,0 2-4 16,0 0 2-16,-3-1 0 0,0 7-1 16,3-1 1-16,0-4 2 0,-3 7-1 0,6-5-5 15,-3 5 7-15,3 0-4 0,3-2 2 16,-2 0 1-16,6 3-3 0,0-4 2 15,3 2 3-15,1 0-2 0,2-1 0 0,1 0 2 16,6 2 2-16,1-2-1 0,-2 0-1 0,5-4 2 16,3 2-7-16,3 3 6 0,1-3 1 15,3-2-1-15,0 3 2 0,6 1-1 16,-3-1-1-16,6-4 0 0,-2 6 0 0,2-3-3 16,1-2 2-16,0 1-1 0,3-1 3 15,-4 1-5-15,4-1 1 0,-2 1 3 0,1-1 9 16,4-1-6-16,-2-1-1 0,-2 0 1 15,5-3 4-15,-1 1-7 0,-3-1 2 16,6-3-3-16,-2 2 3 0,0-4 2 0,-1 1-3 16,3 0-3-16,1 0 3 0,0-6-1 15,3 3-3-15,0 0 3 16,-4-3 6-16,4 0-8 0,1 1 3 0,-1 0-1 0,0-3-1 16,3-1-2-16,0 2 4 0,-3-2-6 15,3 2 5-15,1-4-3 0,-4 4 2 16,0-5 0-16,0 1 0 0,-4 1-2 15,1 0 15-15,-3-4 7 0,3 4-3 0,-5-3-2 16,-1 1 3-16,-5 2 2 0,1-6-2 16,0 5-3-16,-1-5-1 0,-6 1 2 0,4-3-1 15,-5 1-2-15,-2-3 0 0,0 0-1 16,-4 1-6-16,-3-2 3 0,0-2-3 0,-3 2 4 16,-4 0-3-16,4-1-3 0,-4 1 1 15,1 1-6-15,-8-1 4 0,4 3 5 16,-6-2-7-16,-4-1 0 0,-4 3 0 0,-6-2-6 15,-3 2-1-15,-4 2-19 0,-2 2-10 16,-5 4-12-16,-3 0-86 0,0 2-99 0,1 7 79 16</inkml:trace>
  <inkml:trace contextRef="#ctx0" brushRef="#br1" timeOffset="70359.19">5653 2839 613 0,'0'0'-15'0,"0"0"5"0,7 3 2 0,-7-3 4 0,0 0 4 0,0 0 1 0,0 0 7 0,0 0 3 0,-4 3-1 0,-3-3-2 16,4 1-3-16,-7 3 3 0,-7 0-3 16,-9 2 0-16,-7 4-3 0,-11 2 0 15,-10 1 0-15,-9 5 1 0,-10 4-2 16,-30 10 2-16,-4 3 4 0,-2 5-1 16,-8 3 2-16,0 1-2 0,-3 4-2 0,-4 4 2 15,-2 1-5-15,-4 3 0 0,-10-2 1 0,-7 6 4 16,-10 2 1-16,-6 1-6 15,-3 2 2-15,-1-5 0 0,13-2-4 0,4-1 4 16,14-4 3-16,16-6-7 0,9-1 0 0,15-5 4 16,6 0-3-16,17-8 4 0,13-7-2 15,14-2 0-15,-2-6-2 0,15 1 2 16,3-5 1-16,0 2-8 0,3-7 9 0,7 2-7 16,1-1-1-16,2-3 5 0,0 1 8 15,7-3-7-15,0-4-5 0,4-1 6 16,6-4-6-16,3-3 3 0,6-7 0 0,12-3 3 15,6-5-3-15,6-6 1 0,7-5-2 16,7-3-2-16,2-3 4 0,5 0-2 0,-7-1-4 16,-7 8 2-16,-1 4-2 0,-5 0 9 15,-8 9 2-15,-2-1-5 0,-4 5 1 0,-4 3 3 16,-2-1-1-16,-7 5 4 0,-4 5-2 16,-6 6-1-16,-8 1-5 0,-2 10 4 15,-10 5 0-15,-4 2 2 0,-6 8-4 0,-4 2 3 16,1 1 0-16,-7 8 1 0,5-7-2 15,2 2-1-15,-1-3-3 0,7-1 4 16,-3-2 1-16,6-6-1 0,7-2-6 16,0-3 3-16,3-1-2 0,1-2 1 0,2-1 0 15,5-4 11-15,2-3-3 0,7-3-6 16,7 3-3-16,9-7 4 0,14-7-3 0,14 3 4 16,13-6 0-16,9-1 2 0,24 0-12 15,37-3-14-15,6 0-40 0,-4 2-184 0,5 3 67 16,-21 5 60-16</inkml:trace>
  <inkml:trace contextRef="#ctx0" brushRef="#br1" timeOffset="128355.01">21813 15323 781 0,'0'-7'-68'0,"-4"6"8"0,4 1 6 0,0-3 6 0,-3-1 5 0,3 4 5 0,0-3 2 0,0 3 3 0,0 0 5 0,0 0 4 0,3 7 3 0,-3-3 5 15,4 10 10-15,-1-4 4 16,0 5 2-16,1-4 5 0,-4 6-1 15,3-1 5-15,1 1 1 0,2 4 6 0,-6-3-3 16,3-7 2-16,1 10 2 0,-4-9 0 0,3 4 1 16,-3 2-1-16,3-11-1 0,-3 8 3 15,0-5-3-15,0-1-4 0,4 4 4 16,-4-9-3-16,0 10-4 0,0-7 2 0,0-3-2 16,3 4-5-16,-3-2 5 15,0 1-7-15,4-4-27 0,-1-3-22 0,-3 0-74 16,0 0-11-16,0 0 44 0</inkml:trace>
  <inkml:trace contextRef="#ctx0" brushRef="#br1" timeOffset="128885.16">22130 15408 338 0,'-4'-9'-17'0,"0"9"-2"16,1-8 5-16,3 7 2 0,0-6-2 0,0 4 2 15,0-3 0-15,3-2 5 0,1 4-2 0,3-3-1 16,0 0 4-16,2-1 2 0,-2 1-2 16,3-3 2-16,3 2 4 15,-6 1 1-15,3-2-3 0,-3 8 1 0,3-7 1 16,-4 5-2-16,-2-1 4 0,3 4-1 0,-4 0 0 15,-3 0 2-15,6 7 2 0,-6 1-3 16,0-7 3-16,-3 8 2 0,0-1 0 0,0 0-2 16,-1 1 1-16,4-2-1 15,-7 2-2-15,7 0 0 0,-3-2 2 0,0 1-3 16,-1-1-2-16,1-4 4 0,0 4 0 16,0-6-3-16,3 6 1 0,0-6 2 0,0 5-1 15,-4-3 2-15,4 1 2 16,4-1 1-16,-4-3-2 0,3 1-3 0,0 6 0 15,0-6 3-15,4-1-2 0,0 6-1 16,0-3 2-16,-1-3 1 0,1 4-3 0,-1-1 3 16,-2-2-1-16,3 6-1 0,-4 0 3 15,0-4-2-15,0 4 1 0,1 2 1 0,-4 0 1 16,0-2 0-16,-4 2 6 0,1 0-9 16,3-2-2-16,-6 2 1 0,2 4 2 15,1-2-4-15,-4-4 4 0,4 0-4 16,-1-3 1-16,1 4-1 0,-3-2-6 15,2-4-9-15,1 6-14 0,-4-7-31 16,4 6-54-16,-1-7 38 0</inkml:trace>
  <inkml:trace contextRef="#ctx0" brushRef="#br1" timeOffset="129123.03">22470 15549 339 0,'3'-1'8'0,"0"1"3"0,1-7-3 0,-1 7-1 0,-3 0-1 0,3-1 0 0,-3 1-3 0,6 0 4 0,-2 0-4 0,6-3 0 16,0-1 0-16,0 4 3 0,4 0-4 15,-1-3 5-15,0-3-5 0,-3 6-2 16,0-1 4-16,4-6-10 0,-5 6-18 0,1 1-45 15,7-3-42-15,-7-1 37 0</inkml:trace>
  <inkml:trace contextRef="#ctx0" brushRef="#br1" timeOffset="129621.89">22783 15441 300 0,'0'8'-7'0,"-3"1"4"0,3-2 4 0,-3 2 3 16,3 4 2-16,-5-1 3 0,5 4 7 15,0 2-4-15,0-3 4 0,0-1 5 16,0 4-1-16,0-8-1 0,0 6-1 0,0 1 2 16,-3-9-3-16,3 9 6 0,0-9 1 15,0 1 0-15,-3 0 4 0,3-2 7 16,0 2 2-16,0 0-4 0,0-3 10 0,-3-5-9 15,3 8 6-15,0-9-7 0,0 0-2 16,0 0-3-16,-4-16-8 0,1 7 1 16,3-7-1-16,-3-2-4 0,0 2-1 0,0-1-6 15,3-7-1-15,-5-1 1 0,5 6-1 16,-3-3-3-16,3 1 5 0,3-1-5 16,-3-2-1-16,5 7 0 0,-2 1-2 15,3-5 3-15,-3 0-6 0,7 4 7 0,1 1-6 16,2-1 2-16,1 6 0 0,-1-4-1 15,-1 5 0-15,2-4-1 0,-4 10-2 16,4-3-2-16,-4 0 4 0,2 7-3 16,-1 0 3-16,-1 0 0 0,-4 7 3 0,1 0 0 15,-3 4 1-15,-1-1-2 0,-3-2 2 16,-3 9-6-16,-4-9-1 0,0 9 12 0,-6-1-4 16,2 0-5-16,-1-7-1 0,-2 7 0 15,1-7-24-15,-3 7-5 0,5-7-16 16,-5 0-16-16,5-2-16 0,1 1-93 15,-2-7-53-15,-2 5 77 0</inkml:trace>
  <inkml:trace contextRef="#ctx0" brushRef="#br1" timeOffset="207919.99">26260 13525 359 0,'6'0'3'0,"7"5"-3"0,1-5 5 0,2 0 0 0,8 0 0 0,6 0 1 0,3 0-2 0,11 0 0 0,2 0 0 16,8 0 0-16,6 0 1 0,0-5 3 16,3 5-4-16,7 0 0 0,-4-3 2 15,1 3 1-15,-7 0-3 0,-3 0 4 0,3-6-3 16,-13 5 0-16,9 1 0 0,-16-3 1 16,3 0-1-16,-6 3 7 0,-7-1-3 0,0-2 1 15,-7 3-2-15,-2 0 3 0,-5 0-6 16,-2 0 4-16,-8 0-5 0,1 0-2 15,-7 0 3-15,0 0-1 0,-21 0-4 16,12 3 4-16,-12-2 1 0,2 2-6 0,-5 0 0 16,-6-2 1-16,0 5 0 0,-6-3 6 15,-8 2-1-15,-2-1-3 0,-1-1 0 16,-3 1-1-16,3 2 1 0,1-3-3 0,-1 2 2 16,10-5 1-16,1 3 2 15,3-3-4-15,6 1 1 0,-3 2 3 0,6-3 0 0,5 0 0 16,5 0-4-16,4-3 1 15,7 2 1-15,6-2 0 0,7 3-4 0,4-5 4 16,8 2-2-16,5 3-6 0,10-6 3 16,-7 5-30-16,10-6-38 0,3 4-95 0,0-5 57 15</inkml:trace>
  <inkml:trace contextRef="#ctx0" brushRef="#br1" timeOffset="212624.88">27539 12866 460 0,'3'-1'4'0,"5"-2"2"0,-5-1 1 0,7 1 1 0,-4 0 2 0,5-2 4 0,2 5-1 0,-7-7-4 0,8 4 3 0,-4-1 2 0,3 1 4 0,-6 0-4 15,3 1 0-15,-4-1 2 0,1 1 4 16,-4-2-5-16,4 4 1 16,-3-1 4-16,-4 1-4 0,0-3 1 0,0 3-1 15,0 0-5-15,-14 3 5 16,1-3-5-16,-1 0 6 0,-2 0-7 0,-11 0-2 0,-3 0 3 15,3 0-4-15,-9-3 4 0,-1 0-4 16,-7 2 3-16,-5-2-2 0,2 3 3 0,-20-5-7 16,4 0-2-16,0 0-1 0,-10 5 7 15,13-3-7-15,-11 0 3 0,18 3-1 0,0 0 0 16,6-1 2-16,7 1-5 0,0 0 2 16,7-3 2-16,3 3-1 0,0 0 1 15,6 0-3-15,1 0 2 0,7 0 3 16,-5 0 3-16,8 0-3 0,3-3 0 0,-3 3 4 15,6-2-5-15,7 2 4 0,0 0 1 16,0-5-4-16,7 0 6 0,-1-1 0 0,1 2-6 16,3-1 2-16,-3 0 3 0,6 0-1 15,-10 2-5-15,8-1 7 0,-8 1 0 16,3-2-8-16,-2 2 4 0,-1 3-1 0,3-2-1 16,-6 2-2-16,8 0-3 15,-8 0 7-15,0 0 3 0,-14 13-10 0,4-6 2 0,4 3 2 16,-15 2-2-16,5 1 1 15,-1-1 9-15,-3 3-9 0,-3-2-1 0,3 2-1 16,-4-4 5-16,5 6-5 0,-5-3-2 16,7-3 3-16,-2 3-1 0,2-6-1 0,7-1 2 15,-4 3 1-15,8-5-6 0,-7 1 11 16,2 1-1-16,1 0-7 0,4-4 1 16,3 2 3-16,-11-2 1 0,11 1 1 15,-4 0 6-15,4 2-5 0,0-6-2 0,3 3 4 0,-8-1-1 16,8-2 1-16,0 6-6 0,0-5 0 15,8 2 3-15,-2 1 2 0,4 2-2 16,7-1 1-16,-1 1 1 0,8-2-6 16,6 6 7-16,-7-5-2 0,4 2 1 0,3-1-3 15,3 1 1-15,-3-2-4 0,0 2 3 16,-3-1-2-16,-1-5 2 0,-2 5 0 16,-7-1 6-16,-1-2-9 0,1 1-3 0,-4-4 4 15,1 3-2-15,-1 0-1 0,4-2-18 16,-4 5-47-16,-7-3-35 0,8-1-108 0,-1 1-144 15,1 1 134-15</inkml:trace>
  <inkml:trace contextRef="#ctx0" brushRef="#br1" timeOffset="-205299.61">17039 12047 572 0,'87'18'-2'0,"-14"-3"14"0,-2 0-6 15,5 2-2-15,4 1-5 0,7-3 0 0,26 6 1 16,-9-4 1-16,-11-5-2 0,0 1-2 16,-3-1-2-16,4-2 3 0,-7-3-2 15,-2-3 3-15,-11 2-3 0,3-3 1 16,0-1 3-16,-4-2-11 0,-4 0-87 0,2 0-59 16,-11-2 54-16</inkml:trace>
  <inkml:trace contextRef="#ctx0" brushRef="#br1" timeOffset="-192025.89">29296 2021 1269 0,'33'-25'-49'0,"-3"9"14"0,-6 0 23 0,-7 4 13 0,-4 5 10 0,-7 1 13 0,5 2 4 0,-11 4-7 16,-11 7-5-16,-5 6 0 0,-14 7 3 15,-17 15-4-15,-40 18 1 0,-13 4 1 0,-9 3-2 16,-22 5-1-16,8 0-8 16,-7 0 5-16,10-8-1 0,3-1-1 0,11-6 1 0,9-6-3 15,7-1 1-15,20-11-3 0,17-7 0 16,6-5 2-16,4-1-4 0,13-1 1 15,0-5 5-15,3-1 3 0,3-1 3 16,8-7-2-16,2 2 3 0,8-9 2 0,6 0 1 16,3-6 1-16,14-7 1 0,7-3 2 15,6-12 1-15,6-2-2 0,10-6 0 16,5-1-4-16,-5 2 0 0,-2 9-3 16,-14 0-1-16,0 10 1 0,-3-1 3 0,-8 5 3 15,-2 2 4-15,-7 9-1 0,-7 8 0 0,-6 6 1 16,-10 5-2-16,-14 10-1 0,-9 9 0 15,-15 5-5-15,5 1-1 0,9-7 0 16,0-4-7-16,1-4 2 0,9-2-2 0,3-4 2 16,8-1 2-16,2-3 0 0,14-2-2 15,8-1 12-15,8-2-1 0,11-3 2 16,3-1-4-16,17-1-4 0,2-2-7 0,8 0-34 16,13-2-41-16,-4 2-48 15,5-3-54-15,-1 3-149 0,-10 4-207 0,0 5-27 0</inkml:trace>
  <inkml:trace contextRef="#ctx0" brushRef="#br1" timeOffset="-189413.42">28959 992 474 0,'30'-17'7'0,"-3"5"23"0,-10-1-4 0,-4 5 5 0,1 1-3 0,-1-1-5 0,-7 2 4 0,5 5 2 0,-11-2-1 16,0 3 3-16,-17 10 5 0,-4 2-4 15,-25 12 3-15,-17 8 3 0,-41 15-13 16,-12 7 1-16,-4 5 0 0,-3 3 1 16,-4-2 10-16,10 1-3 0,7-4-5 0,7-2-1 15,13-3-6-15,0-8-1 0,20-8 1 16,13-5-4-16,14-6-5 0,-1-3 6 0,11-5-5 16,3-2 0-16,3 3 3 0,8-8-3 15,-5 2 0-15,7-2-1 0,1-2 9 0,-1-1 7 16,7-4-4-16,4-3 0 0,-2-5 5 15,5-4-2-15,3-5-5 0,11-4 3 16,-8-7-6-16,13-4-3 0,1-10 4 16,7 0-3-16,-2-1-2 0,-1 3-1 0,2-1 0 15,-3 9-4-15,0 4-2 0,-3 0 1 0,-4 4 0 16,0 6-2-16,-6 1-6 0,0 3 6 16,-4 9-1-16,-3 2 0 0,-10 14 3 15,0 4-2-15,-10 7 0 0,10 3 1 0,-10 0 1 16,3-3-2-16,4 0-2 0,-1-3-3 15,5-5 2-15,2 1-1 0,1 0-2 0,-5-6 8 16,8 1-1-16,3-1-1 0,3-2 1 16,8-3 1-16,2-3-3 0,4 0 0 15,13-2-1-15,-1-2 1 0,8-2-5 16,6-2-20-16,8-3-36 0,-5 3-50 0,17-6-42 16,0 5-167-16,1-2-103 0,-11 4 73 15</inkml:trace>
  <inkml:trace contextRef="#ctx0" brushRef="#br1" timeOffset="-178101.88">21366 12722 1057 0,'0'0'-61'0,"-3"-2"10"0,3 2 5 0,0 0 6 0,0 0 6 0,0 0 6 16,0 0 10-16,7-4 5 0,-7 4 4 0,9-1 3 16,-5-2 0-16,3 3 4 0,-1-3 4 15,1 2 1-15,3 1 2 0,0-3 2 16,0 0 3-16,0 3 1 0,3-2-4 16,0-1-1-16,1 1 2 0,-4-2 2 0,3 0-3 15,1 1 5-15,2 2 7 0,-2-2-9 0,2 0 6 16,1 1-7-16,-4-1 3 0,7 3 7 15,-7-6-2-15,4 5 2 0,4 1-6 16,-5-3 6-16,1 0-2 0,2 2 5 0,-2-2-2 16,3 0 1-16,-3 1-4 0,3-1-1 15,-4 3 2-15,5-2 1 0,-5 2-1 16,1 0-3-16,-1 0 1 0,4 0-5 16,-2 0 1-16,-2 0-4 0,1 0 4 0,2 2-2 15,-2-2-2-15,4 3 2 0,-2-3 1 16,-2 2-5-16,-1-2 3 0,5 3-4 0,-5 0 5 15,1-3-2-15,0 1-2 0,2-1-1 16,-2 3 6-16,0 0 0 0,0-3 0 16,-4 1 2-16,4 3 6 0,-1-4-6 0,1 2 2 15,-1 1 1-15,1-3 1 0,-1 2-5 16,1-2 3-16,1 3 0 0,-6-3 3 0,6 3-2 16,-2-3-3-16,-2 1 1 0,-1-1-1 15,4 3-5-15,-4 0 4 0,3-3 0 0,-2 1-4 16,2 3 3-16,-2-4 1 0,2 0-4 15,1 2 3-15,0 1 0 0,-1-1-2 16,1-2 5-16,3 3-3 0,-3 0 2 0,2-2 1 16,1 2 1-16,1 0-4 0,-2-2 3 15,5 3-2-15,-4 1-1 0,4-3-2 0,-5 1 3 16,5 1-1-16,-4-1-5 0,2 0 3 16,-4 2 0-16,8-3-4 0,-9 3 0 15,0-2 1-15,-1 0 5 0,1 1-3 0,-1-1-4 16,1 2-1-16,-4 0 3 0,1 0-2 15,2-2 0-15,-2 4 1 0,-1-6 1 16,1 8-1-16,-1-4-1 0,1-1 3 16,-2 3-6-16,1-1 3 0,4-1 2 0,-4 2-4 15,1 0 2-15,-1 2-2 0,1-1 3 16,-1-1-1-16,1 0 7 0,2 4 1 0,-2-4-2 16,-1 3 2-16,4-2-2 15,-1 0 2-15,1 1-3 0,-7-1 2 0,6-1 0 16,-2 0-2-16,-4 1 0 0,3-1-4 0,-3 3 4 15,0-5 1-15,4 5 3 0,-5 0-1 16,1-7-4-16,-2 6 1 0,1-3 0 0,1 4 3 16,1-2-5-16,-5-1 4 0,4 0-3 15,-1 1 0-15,2 2 2 0,-1-3-2 0,-4 1 5 16,2 2-3-16,-2 2 3 0,0-2 7 16,-2 3-2-16,2-4 4 0,2 7-2 0,-2-4 1 15,-3 3-3-15,4-2-1 0,-4 2 0 16,3 2 1-16,-1-5 0 0,-2 4-1 15,0 0-3-15,0 1-2 0,-3-3 5 0,4 1-6 16,-1 0 3-16,-3-1-4 0,3 3 3 16,0-3-4-16,-3 1 2 0,0-2-2 15,3 2-1-15,1 0 3 0,0-4-2 16,-4 3-2-16,3 3-1 0,0-5 0 0,-3 1 1 16,4 2 0-16,-4-2 0 0,0 2-3 15,3 0 4-15,-3-4-3 0,0 3 1 0,3-3 0 16,-3 3 1-16,3-3-3 0,-3 3 1 15,3-4-2-15,-3 0 3 0,4-1-3 16,0 4-1-16,-4-5 1 0,3 2 0 0,0-3 0 16,-3 1-1-16,4 2 0 0,-1-3 0 15,0 1 1-15,0-5 0 0,4 4 0 16,-7 0-3-16,7-5 3 0,-4 7-1 0,1-2-2 16,-1-6 1-16,0 5 0 0,4-4-3 15,-4 7 8-15,7-8-4 0,-3 5-2 0,-1-5 2 16,1 5-1-16,0-4 1 0,0 4-1 15,-1-6-1-15,1 3 0 0,3-2 3 0,-3 5-1 16,2-6 0-16,-2 1-2 0,4 5 1 16,-5-6 2-16,0 0-3 0,1 2 1 15,4-2-1-15,-2 0-1 0,1 0 5 0,-4 6-5 16,5-6 3-16,-1 0-3 16,-4 0 6-16,8 0-4 0,-4 0-1 0,-1 0 3 15,5-6-3-15,-4 6 1 0,1 0-2 16,2-2 3-16,-4 2-1 0,2 0 0 0,2-6-1 15,0 6 2-15,-3 0-4 0,3-1 2 16,1 1 0-16,-4 0 0 0,3-6 0 0,4 6-2 16,-1-4 2-16,1 4 0 15,3-6 0-15,0 4-1 0,7 2-1 0,-1-7 2 0,1 7 0 16,0-6 0-16,0 5 0 0,3-2-1 16,-3-3 2-16,-2 4-3 0,2-4 6 15,0 5-5-15,0 1-1 0,-7-6 1 16,3 5 1-16,-6 1-2 0,3-3 2 15,0 3-1-15,-3-6-2 0,-4 6 3 0,4-2-3 0,-4 2 3 16,4 0-1-16,-4 0 0 0,4 0 1 16,-4 0 0-16,4 0 2 0,-1 0-3 15,1 0 1-15,-1 0-1 0,1 0 3 16,3 0 1-16,-3 2-3 0,3-2 2 0,-4 6-5 16,5-6 4-16,-8 3 0 0,7-2 0 15,-4 5 0-15,1-5 0 0,0 5 1 0,-4-6-2 16,4 8 2-16,-4-8 0 0,3 4 0 15,-2 2 1-15,-1-5-2 0,-2 5 3 16,2-4-4-16,-4 4 1 0,2-3 2 0,-1-2-1 16,-1 5 3-16,-1 1-3 0,5-5 2 15,-10 4 1-15,3-2-1 0,2 2 2 16,-2 1-1-16,4 1 0 0,-4 2 2 0,2-3-3 16,-2 4 3-16,1-4-1 0,-1 2-1 15,1 0-3-15,0-2 1 0,0 0 2 0,-1 4-2 16,-3-4 0-16,4 2 1 0,-3 1-1 15,-1-3 1-15,4 1-3 0,-4 1 4 0,0-1-3 16,0 0 1-16,4 1-1 0,-3-2 0 16,-1 0 0-16,0 1-1 0,1 2 3 0,-1-3-1 15,0 1 3-15,0 2-4 0,4-3 0 16,-4 1 2-16,4-4-3 0,-3 3 1 16,-1 7 0-16,0-4 1 0,0-1 0 0,4 7-2 15,-4-9 0-15,4 4 2 0,-3 3 1 16,-1-6 1-16,-3 2-1 0,3-1 1 15,0 7 0-15,1-7-1 0,-1 7 0 16,0-1 0-16,1-5 2 0,-4 5-3 0,3-4 2 16,1 3 1-16,-4 3-1 0,3-5 0 15,0 3-1-15,-3 1 2 0,3-1 1 0,-3-4-3 16,4 7 6-16,-4-3-1 16,3 1 1-16,0-1-1 0,-3 2 0 0,0-5 0 15,0 3 0-15,4 2-1 0,3 0 0 16,-7-3 0-16,0 4 1 0,0-9-2 0,0 7 2 15,0 2 0-15,0-4-3 0,0-3 0 0,0 3-1 16,0-2 6-16,0 1-6 0,0-1 4 16,0 1-4-16,-7-1-1 0,7 1 2 15,-4-1-2-15,4 1 1 0,-3-2 0 0,0-3-1 16,3 6 6-16,-4-4-5 0,1 5 0 16,0-5 6-16,0-1-7 0,-1 1 2 0,1 3 1 15,-1-2-1-15,1-3 2 0,0 6 0 16,-4-4-5-16,4-1 1 0,-4 1-2 15,0 3 6-15,4-2-4 0,-7-4 1 16,4 0-1-16,-1 4 0 0,0-3-1 0,-6 6-2 16,3-4 0-16,3-3 1 0,-9 4 0 15,6-4-2-15,-4 8 2 0,1-11 4 16,-4 9-7-16,7-2 4 0,-4-4-3 0,2 0 3 16,-1 4-2-16,-1-4-4 0,1 0 6 15,-4 4-3-15,4-4-2 0,-4 0 1 0,4 1 4 16,-4-5-3-16,4 4 0 0,-4 0-1 15,4 1 4-15,-8-4-1 0,5 3-6 16,-1-1 5-16,0 5 1 0,-2-4-3 0,2-6-1 16,0 7 0-16,0 1 4 0,4-8-2 15,-4 6-2-15,4 0 1 0,-4 0 0 0,1-3 2 16,2 2 2-16,-2 2-5 0,2-7 3 16,-2 8 1-16,-1-2-3 0,1-6 1 0,-1 7 1 15,1 1-2-15,-2-2 0 0,2-6-2 16,-1 7 3-16,0 1-1 0,4-2-3 0,-4-6 5 15,1 6 0-15,-1 0 2 16,4-4-4-16,-4 4-2 0,1-6 6 0,2 7-1 16,-2-2-4-16,2-3 0 15,-2 4 4-15,-2-6-2 0,2 6-1 0,-1-6-3 16,1 8 5-16,-1-5-3 0,1-1-2 0,2-2 3 16,1 7 6-16,-1-8-7 0,1 9 4 0,-1-5-4 15,1-1 3-15,1-2-3 16,-2 7 0-16,4-2 1 0,-7-3-1 0,7 1 0 15,-3-1 2-15,-1 5-3 0,1-7 4 0,0 8-3 16,3-2 2-16,-3-6 6 0,2 7-6 16,-2 1-1-16,-1-2 3 0,5 1-5 15,-1-1 2-15,-1 0 0 0,-1-3-1 0,2 4 2 16,-1 1 1-16,5-2-1 0,-4 2-1 16,-1 0 0-16,2-2 1 0,2 2 1 0,-2-1-2 15,1 0 9-15,2 1-8 0,-4-2 0 16,4 2-1-16,-2 0 2 0,2-2-3 15,-4 2 1-15,4-1 0 0,-2 0 7 0,2 1-4 16,-1-1-4-16,1 0 6 0,-1 1-10 16,3-1 6-16,-6-1-2 0,4 0-1 15,3-3 5-15,0 4 0 0,-5-1-1 0,5 2-3 16,0-1 4-16,-4-1-2 0,4 0-1 16,0-3 2-16,-1 4-1 0,1-1 0 15,-4 2 2-15,7 0-2 0,-3-2-2 0,-1-1 4 16,1-2-3-16,3 10-1 0,-3-7 3 15,0 4 2-15,-1-3-1 0,1 1 4 16,3 6-6-16,-4-8 1 0,4 5 0 0,-3 1-3 16,0-2 1-16,-1-3 3 0,4 1 0 0,0 0-1 15,-3 4 0-15,3-2 1 0,0-3-2 16,0 1 0-16,-3 0 2 0,3-2-1 0,0 2-1 16,-3 0-1-16,3-2 5 0,0 2-4 15,0-1 2-15,0-7-5 0,0 6 2 16,-4 2 6-16,4-7-10 0,0 5 7 0,0 0-2 15,-3-1-1-15,3-3 2 16,0 6 0-16,-3-3-2 0,-1-5 2 0,4 8 0 16,-3-7 0-16,-1 4-1 15,1-5 0-15,-3 6 2 0,2 2-3 0,1-7 0 16,-4 5 3-16,0 0 5 0,1 2-8 0,-1-1-1 16,4-7 1-16,-4 6 2 0,0-1 0 0,1-1-1 15,-4 2 2-15,3-7-3 0,-3 7 0 16,4-1 2-16,-1-1-2 0,-4 1 3 15,2-5-1-15,2 6-1 0,1-1-4 0,-5-1 2 16,1-5 3-16,4 7-2 0,0-7 1 16,-5 7 7-16,1-7-7 0,-4 6 0 15,1-1-4-15,1-5 6 0,-2 6-2 0,1-5-1 16,-1-1 5-16,1 6-5 0,-1-5 1 0,1-1-1 16,0 0 2-16,-1 0-5 0,1 6 4 15,3-6 1-15,-3 0-3 0,3 3 3 16,0-3-2-16,0 0 1 0,0 0 4 0,-1 2-5 15,2-2 2-15,-1 0-1 0,-1 0 1 16,-1 0 0-16,2 0-3 0,-1 0 0 16,2 0 0-16,-4 0 2 0,2 0 0 0,1 6-2 15,1-6 2-15,-5 0 0 0,4 0-2 16,-1 0 2-16,2 1-2 0,2-1 4 0,-2-1-6 16,-2 1 3-16,4 0 2 15,-2 0 3-15,-2-6-4 0,5 6 0 0,-7 0 1 16,2 0-1-16,1-2 1 0,-3 2-3 15,3-3 2-15,-3 3-1 0,3-6 1 0,-4 6-3 16,5 0 7-16,-1-1-4 0,-1 1-1 16,2-6 2-16,-1 6-1 0,-1 0 2 15,2-1-2-15,2-5 0 0,-4 6 2 0,2 0-2 16,-1 0 0-16,3-2-3 0,0 2 2 16,-2-3-1-16,2-3 4 0,1 6-2 0,-2 0 0 15,-1 0-2-15,-1-1 1 0,2-5-1 16,-1 6 1-16,-1 0 2 0,4-1-5 15,-5-5 4-15,1 6-2 0,4 0 4 16,-5-2-2-16,5-7-4 0,-4 9 6 0,-1-1 2 0,5-5-5 16,-4 6 0-16,4 0 0 15,-1-1 2-15,0 1 4 0,0-6-10 0,1 6 5 16,-1 0 2-16,0 0-3 0,1-2-2 16,-1 2 1-16,1-3 2 0,2-3-1 0,-3 6-3 15,1 0 4-15,2 0 2 0,-2-1-2 16,-1 1 0-16,4 0 0 0,-4-6 0 0,0 6-1 15,1 0-2-15,-1 0 2 0,7 0 4 16,-10-1-4-16,3 1 1 0,4 0-4 16,-3 0 5-16,2-6-1 0,-2 6-3 15,6 0 2-15,-11 0 0 0,8 0 1 0,-3 0 5 16,6 0-4-16,-7 6-2 0,0-6 3 0,0 0-4 16,4 0 1-16,-3 0 4 15,2 1-5-15,-2-1 0 0,-2 0 2 0,2 0 2 16,0 0-3-16,-4 0-1 0,2 0 0 15,2 6 0-15,0-6 5 0,-4 1-5 0,-1-1 2 16,5 0-1-16,-1 0-1 0,1 0-1 16,-5 6 3-16,5-6 3 0,-1 3-3 0,1-3 5 15,-2 0-4-15,2 2-3 0,3-2 2 16,-4 0-2-16,1 0 4 0,-2 0-3 0,2 0 1 16,-1 6-1-16,4-6 3 0,-3 1-4 15,-1-1 3-15,0 0-2 0,4 0-1 16,-4 0 4-16,1 6-1 0,2-6-2 0,-3 1-1 15,1-1 3-15,2 0 1 0,-2 0-4 16,6 0-1-16,-10 6 5 0,3-6-2 16,0 3-3-16,1-3 2 0,-1 2 0 0,1-2 1 15,2 0-2-15,-3 0 2 0,4 6-1 16,-3-6 1-16,2 1-1 0,-2-1 1 16,2 0-2-16,1 0 2 0,3 0-3 0,-10 0 6 15,7 6-4-15,-4-5-1 0,4-1 2 16,-5 0 4-16,5 6-2 0,0-3-2 0,-3-3-1 15,-1 2 0-15,0-2 2 16,3 0-6-16,1 6 4 0,-3-5 2 0,-1-1 2 16,4 6-3-16,0-5-3 0,-5-1 4 0,5 0-3 15,0 6 5-15,0-6-4 0,-4 3 0 16,4-1-1-16,0-2 2 0,0 0 0 0,-2 6 5 16,2-5-5-16,0-1-3 0,0 0 5 15,3 6 1-15,-7-6-5 0,4 1 2 16,3-1-5-16,-3 0 5 0,-5 0 1 0,8 6-3 15,0-6 6-15,-6 3-4 0,3-1 2 16,3-2-5-16,-4 0 1 0,1 0 2 0,3 0 0 16,0 0 0-16,-6 6 1 0,6-6 3 15,-3 0-4-15,3 0-1 0,-5 1-3 16,2-1 2-16,3 0 1 0,0 0 0 0,0 0 1 16,-3 6 6-16,0-6-8 0,3 0 5 15,-7 1-4-15,4-1 4 0,-3 0 3 16,-2 0-9-16,-2 0-6 0,-2 0-24 15,-6-7-33-15,2 0-51 0,-4 2-61 0,0-8-49 16,-10-5-128-16,7 4-113 0,-4-4-160 16,10 0-125-16</inkml:trace>
  <inkml:trace contextRef="#ctx0" brushRef="#br1" timeOffset="-60046.66">22963 17656 647 0,'-10'4'99'0,"0"-4"-40"0,3 2-3 0,1 6-12 0,2-4-4 0,1 7 5 0,-1-1 1 0,4 1-5 0,0 3 8 15,-3-4 5-15,3 2 1 0,0 1 7 16,0-4 8-16,0 1 9 0,0-3 9 16,0 4 2-16,0-4 10 0,0 0 4 0,3-1 8 15,-3-1 6-15,0-2 3 0,4 0 1 0,6-3-8 16,3-6-5-16,11-5-8 0,2-6-13 15,11-8-9-15,3-4-9 0,13-11-10 16,17-16-5-16,-4-2-5 0,-5 12-7 0,-11 0-7 16,-4 5-9-16,4-8-10 0,-7 12-15 15,-5-1-24-15,-8 9-35 0,-3 4-44 0,-5 3-62 16,5-2-47-16,-10 12-116 0,-1-2-111 16,-2 3-188-16,-1 4-122 0</inkml:trace>
  <inkml:trace contextRef="#ctx0" brushRef="#br1" timeOffset="-55887.6">14086 18352 1545 0,'7'-3'-94'0,"0"3"11"0,2-1 11 0,-5 1 10 0,2-3 3 0,1 3 9 0,0 0 8 0,-4-3 5 16,4 3 1-16,-4 0 6 0,4-3 2 0,-4 3 8 16,4 0-2-16,3-2 4 0,-4 0 11 15,5 2-5-15,-2-5 5 0,1 2 3 16,4-1 8-16,-1-2-2 0,1-1 9 0,-5-1-6 15,4 1 6-15,4-7 2 0,-4 7 5 16,5-5-3-16,-6-1 11 0,-1 3-12 0,2-2 3 16,1-3 3-16,-1 2-2 15,0 1 1-15,1-5-2 0,-1 2-1 16,0-3-5-16,4 1 2 0,0-1 2 0,-4 1-4 0,7-6-1 16,3 0 4-16,-6 4 8 15,6-3-7-15,-2-2 2 0,1-1-2 0,-2 3 1 0,4 0 0 16,-5-3 6-16,5 1-6 15,-4-1 12-15,1 4-12 0,1-4-1 0,2 2-4 16,-1-2 6-16,-3 0 0 0,3 2-4 16,-2-4 4-16,2 4-3 0,0-2-1 15,0 0-1-15,-2 0-1 0,-2 3-1 16,5 0 4-16,-4 0-1 0,-4-2 2 16,4 5 0-16,-2-1-2 0,-5 0 1 0,-1 0 0 0,2-1-2 15,-1 3 1-15,1-1-2 0,-4-1 0 16,-1 1 0-16,2-5 1 0,-1 6 1 15,-1-1 1-15,5-1-6 0,-7 1 1 0,3-5 0 16,-3 6-2-16,-1-1-3 0,1-1 6 16,-4 2-3-16,0 0 0 0,1 2 2 0,2 0 2 15,-6 2-4-15,4-4 0 0,-1 6-1 16,1-6 0-16,-1 4-3 16,3-4 0-16,-2 0 1 0,2-2 0 0,1 2 1 0,3-1-5 15,-3-5 3-15,-1 8-1 0,5-7-3 16,-2-2 4-16,1 7 0 0,-2-1 2 0,1-5-2 15,1 5 1-15,1-1 0 16,-2 2-1-16,1-1 0 0,-4-5-1 0,5 10 3 16,-5-5-3-16,4 1-1 0,1-6 1 15,-1 10 0-15,-1-4 1 0,5-1 1 0,-1 1 0 16,1-2-7-16,-1 2 6 0,7 0-2 0,-4-1-2 16,5-1 2-16,-1 2-1 0,3 0 2 15,-6 4-2-15,2-4 0 0,1 0 0 16,1 4-1-16,-5 2 2 0,4-3 1 15,-4-1-3-15,1 7 0 0,1-7 2 0,-2 4-1 16,1-2 0-16,-4-3 1 0,4 9-1 16,-4-9 1-16,4 10 0 0,-4-2-3 15,4-7 2-15,-4 7 0 0,0-1-2 0,1 3 3 16,-2-10 0-16,6 10 8 0,-5-5-10 0,4-1-1 16,-4 1 3-16,4-1 1 15,-4 4-4-15,0-7 4 0,0 7-2 0,1 0 0 16,-1-5-2-16,4 3 6 0,-4 4-6 15,3-2 2-15,1-1-3 0,-4 3 4 0,1-4 3 16,-1 5 3-16,4-1-7 0,-4-2-1 16,4 0 0-16,-4 8 1 0,1-6-3 0,2-1 3 15,-2 5-2-15,-1-3 3 16,1-1-2-16,-1 6 1 0,4-7-2 0,-4 8 0 0,0-9 2 16,4 8-3-16,-4-5 5 15,4 5-4-15,-4-6 1 0,4 6 0 16,-4-2 0-16,4-3 1 0,-4 5-2 0,1-5 0 15,-1 6 4-15,4-1-1 0,-4-6-2 16,1 7 0-16,2-1 0 0,-2 1 2 0,-1-3-1 16,-1-3 3-16,2 6-3 0,-1-1 3 0,1-5-3 15,2 6 2-15,1-1-2 0,-1-7 2 16,2 8-2-16,-2-3 1 0,4-3 1 16,0 5-2-16,-3-5-2 0,0 5 4 0,2-6-2 15,5 6-1-15,-1-2 2 0,1-3-1 16,-2-1 0-16,5 7 2 0,-3-8-2 0,-4 7 0 15,4-2-2-15,1-3 2 0,-1-1 1 16,0 6-2-16,-1-7 0 0,0-1 4 16,0 8-4-16,-2-5 1 0,2-3 1 15,-7 9 1-15,8-9 1 0,-8 2-8 0,1 7 10 16,-1-8-1-16,5 7-7 0,-4-8 0 16,2 2 4-16,-2 6-5 0,4-7 2 0,-5-1 0 15,7 8 0-15,-3-6 1 0,0-1 0 16,4 0 2-16,-1 0-1 0,0 0 0 0,0 7-5 15,4-6 4-15,-3-2 2 0,3 1-1 16,-5 4-1-16,5 0 3 0,0-5-4 0,-1 1 1 16,1 7 2-16,3-6 2 0,-3 4-3 15,0-3 0-15,-1-2 2 0,1 7-1 16,3-2 0-16,-4-1 2 0,1 4 0 0,-3-3 2 16,-2 3-4-16,8-6 0 0,-6 6-1 15,3 0 9-15,0 0-9 0,-4 0 2 16,4 0 3-16,-1 0-6 0,0 0 1 15,1 0 2-15,3 0 1 0,-3 6-1 0,3-6-2 16,0 3 2-16,0-3 1 0,0 0 3 16,3 0-1-16,-3 0-2 0,4 0 0 15,-4 0 4-15,3 0-2 0,0 0-1 16,4 0 1-16,-7 0 0 0,3 0 0 0,1 0 5 16,3 0-3-16,-4 0 0 0,3 0 1 0,-2-3-2 15,2-3 0-15,-3 6 3 0,5 0-3 16,-5 0 2-16,4 0-2 0,-1 0 1 0,-3 0 4 15,1 0-6-15,-1 0-1 0,0 0-1 16,0 6 3-16,-3-6-1 0,0 3-2 16,4-3 2-16,-8 0 2 0,5 4-5 15,-5-1 2-15,4-3-3 0,0 8 1 0,-6-7 3 16,3 5-1-16,3-3-2 0,-3-3 3 16,-5 7 1-16,5-7-1 0,3 8 6 15,-3-7-8-15,0 8 0 0,-1-9 3 0,4 4 0 16,-3-1-1-16,-1-2 0 0,1 6 0 15,3-6 2-15,0-1 0 0,-3 0-2 16,3 6 0-16,3-6 4 0,-3 0-2 0,3 0 0 16,0-6 0-16,1 6-4 0,0 0 4 15,-5 0-1-15,1 0 5 0,0 0-7 0,-3-1 0 16,0 1 2-16,-1-7-1 0,4 7-1 16,-6-1 3-16,0 1-3 0,-2 0-2 15,2 0 6-15,-4-3-4 0,3 3-2 0,-3 0 1 16,0-4 0-16,-3 8 0 0,3-8-1 0,-4 8 3 15,1-4-3-15,-4 0 0 0,4 0-2 16,0 3 0-16,-1-3 2 0,2 0 3 16,-2 1-3-16,1 6-2 0,-4-6 2 15,4-1 1-15,-1 6-1 0,1-3 2 16,-1 1-4-16,1-1-1 0,-1-2 4 0,2 6 2 16,-2-6-1-16,4 7-1 0,-6 0 0 15,2-7 0-15,1 7 2 0,-1-2-5 0,1 1 5 16,0-4-3-16,0 6-1 0,-1-2 2 15,1 2 1-15,3 0-2 0,0-2 1 0,0 2-5 16,-4 0 4-16,1-3 0 0,-4 1 2 16,4-3-2-16,-1 4 1 0,2-1 1 0,-1 2 0 15,-4 0 1-15,3-2-5 16,-2 2 4-16,2 0-1 0,-2-2 2 0,-1 2-2 16,0-8-2-16,-3 7 3 0,4 5-2 15,-1-9 0-15,0 4 3 0,-3-1-3 0,3 2-1 16,-3 0 4-16,4-2-2 0,-4 2 1 15,4-1-3-15,-5 0 0 0,1 1 4 16,1-1-3-16,-5-1 2 0,4 0-1 0,-1-2 1 16,-1 2 1-16,-2 0-1 0,4 2 0 15,-4 0-1-15,2-3 2 0,-2 1-3 0,1-2 1 16,-1 2-1-16,2 0 0 0,-2 2 1 16,-3-1 0-16,4-7-1 0,-1 6 3 15,2 4 1-15,-5-4-1 0,3 0-1 0,-2 2 1 16,-1 0-2-16,3-2 2 0,1 2 0 15,-3 0 1-15,2-2-1 0,1 4-1 16,-1 2 1-16,-3-6 1 0,5-2-2 0,-2 2 1 16,1 6 3-16,-4-2-4 0,3-4 0 15,-2-6-2-15,0 8 3 0,2-1-2 0,-2-1 0 16,2-6 1-16,-3 8 0 0,1-7-2 16,-1 4 2-16,1-5-4 0,-1-1-14 15,-3 6-62-15,3-5-68 0,1-1-104 16,-1 0-196-16,3 0-139 0,-6 0-84 0</inkml:trace>
  <inkml:trace contextRef="#ctx0" brushRef="#br1" timeOffset="-53909.68">23550 15923 1505 0,'3'0'-78'0,"-3"0"17"0,0 0 16 0,6 0 12 0,-2 0 11 0,5-6 7 0,-1 4 5 0,-2 2-1 0,4-3 7 0,1-3 1 16,2 6 1-16,-1 0-6 0,6 0 2 16,-2 0 3-16,4 0 5 0,7 9 1 0,-4-9-2 15,4 9-1-15,-1-2 0 16,8 4-3-16,3 2 6 0,-1-3 3 16,1-1-10-16,-1 7 6 0,2-1 2 0,1 3-1 15,4-1 7-15,1-1-3 0,-1 8 9 0,-3-5-5 16,4 6 6-16,-5-1-1 0,1 1 5 15,1 1 1-15,-5-1-5 0,1 6 1 16,-4-5 4-16,0 10 1 0,1-4-4 0,-1 0 6 16,-3 4-1-16,3 3 1 0,-3-3 1 15,3 2 3-15,-3-3-3 0,-3-1-1 0,3 7 4 16,-3-7-1-16,-3 4 2 0,-1-2 6 16,-3-3-1-16,-3 3-1 0,-1-4 0 0,1 0 4 15,-7 4 0-15,3 2-4 0,-3-3-4 16,-3-1 4-16,-1 2-5 0,-2 2 0 0,3-1-1 15,-7 2-1-15,-7 4-2 16,3 7 0-16,-2 3-5 0,-7 7 2 0,-8 2-1 16,-2 1-5-16,-7-4 2 0,-13 22-3 15,-8-6-2-15,-1 3-1 0,-11-3-3 0,-11 1-4 16,-3-1-10-16,-3 0-33 0,-7 0-37 16,5 3-43-16,-9-6-62 0,-5 3-153 15,-2-4-206-15,2-2-43 0</inkml:trace>
  <inkml:trace contextRef="#ctx0" brushRef="#br1" timeOffset="-52747.84">14669 17852 1338 0,'3'-3'-84'0,"-3"3"13"0,5-1 7 0,-2 1 8 0,-3 0 10 0,6 0 12 0,-6 4 16 0,7 0 3 0,-4 7 6 15,3 2 7-15,2 5 10 0,2 4-2 0,7 3 10 16,-4 7 5-16,7 11 5 0,-1 1 6 16,5 15 7-16,3 3 1 0,9 23-2 15,1-3 6-15,3 1 0 0,3-4 7 0,-3 5 1 16,10-5 1-16,0 0 1 15,3 2 1-15,4 2-3 0,3-8-4 0</inkml:trace>
  <inkml:trace contextRef="#ctx0" brushRef="#br1" timeOffset="-47923.54">24943 16737 1223 0,'-3'0'-60'0,"-1"3"9"0,1-3 17 0,-4 0 6 0,7 0 8 0,0 0 9 0,0 0 9 0,0-9 7 16,0 9 3-16,3-1 3 0,-3-5-4 0,4 5 11 15,-1-5-3-15,1 6 11 0,2-5-4 16,-3-1 4-16,1 5 2 0,2-5-4 15,1-1 6-15,3 5 4 0,-3-7-4 0,3 2-4 16,-3 0 5-16,2 2 5 0,4-2-6 16,-2-6 2-16,-1 8-1 0,4-2 0 0,-5-6 2 15,1 8 0-15,4-8-1 16,-5 6 3-16,1-4 1 0,1 3 0 0,5-3-5 16,-5-2-1-16,2 4-2 0,-4-1-3 15,2-3-1-15,2 2-3 0,0-3 2 0,1 3-3 16,-2-3-1-16,-1 2 0 0,2-1-1 15,1-5-1-15,-4 6-5 0,6-2 0 16,-2-3 2-16,-1 1-3 0,0-1-3 0,-3 0 15 16,7 1 1-16,-4-1-5 0,4-1 0 15,-4-6 4-15,3 10-6 0,-2-4 0 0,-1-1-2 16,4 1 1-16,-1-2 1 0,-2 2-1 16,-1-1 0-16,1-5-1 0,-1 8-1 15,1-9 1-15,-1 2-1 0,-4-2 0 16,5 0-1-16,-1-2-1 0,-2 4-2 0,2-4 1 15,0 2-1-15,-3-3 0 0,0-3-2 16,0 6 0-16,0-1-1 0,0-5 2 16,0 12-2-16,-3-6-1 0,3 0 2 15,-7 1 2-15,4-1-2 0,3 0 1 0,-3 1 3 16,-1 4-1-16,1-5-2 0,-1 0 1 0,-2-4-2 16,3 4-2-16,-4-9 0 0,3 1 2 15,-2 7-3-15,2-6 0 0,-3-2 0 16,5 8-1-16,-5-6 0 0,3 0-1 0,-2 6 2 15,-1 1-4-15,0-3 3 0,0 3 0 16,5 0 0-16,-8 0 0 0,3 0 3 16,-3 0-2-16,3 0 1 0,-6 0 0 0,3-6 1 15,0 6 0-15,0-2 1 0,-3 2-1 16,3 0 1-16,0-6 1 0,-8 5 0 16,5 1-2-16,3-6 2 0,-3 6 1 0,0 0-2 15,3-1 1-15,0 1-2 0,0 1-1 0,-4 5 1 16,4-6 0-16,-3 1-1 0,3 5 0 15,0-4-2-15,-3 7 0 0,0-2 2 16,3 2-5-16,0 0 5 0,0-1-2 0,0 0-2 16,0 2 0-16,0 3 1 0,0-5-3 15,0 2 5-15,0-1-3 0,0 1 1 16,0 3 0-16,0-5 1 0,-8 3-1 16,8 3 2-16,0-4-1 0,0-1 0 15,0 1-1-15,-3 3-1 0,3-2 4 0,-3-3-3 16,3 6 0-16,-3-4 0 0,-1-3 3 0,-2 1-5 15,3 2 3-15,-4-3 1 0,3-5-1 16,-2 7 3-16,-1-2-1 0,1 0-3 16,-5-5 0-16,1 7 3 0,4-2-2 0,-4 0-1 15,3-5 2-15,-3 7-1 0,0-2 2 16,0-6-2-16,-3 5 1 0,0 2-2 16,2-5-1-16,-5 4 0 0,2 0 2 0,1-5-2 15,-1 7 0-15,5-2 1 0,-4 0-3 16,-1 4 2-16,4-7 2 0,1 6-2 15,-5-2-1-15,7-1 1 0,-2 3 0 16,-2-2 0-16,1-1 0 0,4 3-2 0,-2-2 1 16,-1 2 2-16,2 5-2 0,1-8-1 15,-2 3-2-15,2-2 3 0,-1 2 0 0,1 0 0 16,3-1 0-16,3 4-1 0,-11-8 1 16,8 2 0-16,-4 6-1 0,4-5 0 0,-3 2 1 15,6 0-2-15,-7-2-1 16,3-1 3-16,1 3-1 0,3-1 1 0,-3 4-1 15,-1-5-2-15,1-1 3 0,3 3-3 0,0-2 1 16,0 2 2-16,0-3 0 0,0-2-2 16,3 2 0-16,1-1 3 0,2 1-2 15,1-2-1-15,0 2-1 0,3 0 3 0,0 2-1 16,0-1-2-16,0-1-1 0,-1 3 6 16,2-1-3-16,2 4-1 0,1-2 1 0,-8-3 1 15,7 3 3-15,-2 2-2 0,2-1-2 16,-4 1 0-16,5-3 0 0,-1 2 0 15,4 1-2-15,-4-4 3 0,4 4 1 0,-4-1-3 16,4 1 2-16,3-2-2 16,-6 1 1-16,6-2 2 0,-4 1-2 0,4 0 0 15,0 2-1-15,-3-1-1 0,3-2 3 0,0 3-1 16,-3-1 3-16,-1 1 1 0,-2-4-5 16,2 4 2-16,1-1-1 0,-4 1 1 15,1-2 2-15,-1-3 0 0,-4 3 1 0,5-1-4 16,-4-2 2-16,0 2 0 0,7-3 0 15,-11 1-1-15,5-1 0 0,2 0 1 16,-4 0-2-16,-1 2 1 0,2-1-5 0,-1-4 6 16,2 4-1-16,-1 2 0 0,-4-3-1 15,4 1 2-15,-3-1-2 0,0-1 3 0,-1 1-1 16,-3 0 0-16,4 1 2 16,0-1-1-16,-4 3 0 0,1-6-2 0,-4 4 0 15,3-1 0-15,-3-1 2 0,3 2-3 0,-3-1 1 16,3-3 1-16,-3 5 1 0,7-4-5 15,-7-2 5-15,0 1 0 0,0 0-1 16,3 0-1-16,-3 1-1 0,4-4 0 0,-4 3 0 16,3 0 0-16,1-4 0 0,-4 0 1 15,0 0 2-15,0 0-2 0,3 3 0 0,-3-6 0 16,0 3 0-16,0 0 2 0,0-1 0 16,0 2-4-16,0-1 3 0,-3 3 0 15,3-3-1-15,-4 0 4 0,1 0-2 16,-1 0 1-16,-6 3-4 0,4-3 2 0,-1 0 0 15,-3 3 2-15,0-3 0 0,0-3-2 16,0 3 1-16,-6-3-1 0,2 0 2 0,-2 1 1 16,-2-4-3-16,-1 5 3 0,-1-6-4 15,-10-4 4-15,0 4 0 0,0-3-3 0,-4 2 2 16,1-2-2-16,-3 3 0 0,2-1 6 16,4 1-8-16,-3 0 6 0,3 1-2 15,7 3 1-15,-1 1-1 0,4-4 0 16,7 5 1-16,-8-2-3 0,5 0 0 15,2 2 5-15,5-5-4 0,-4 3 5 0,5-1-4 0,-5-1-6 16,7-2 4-16,-5-2 3 16,2 0-7-16,-1 2 6 0,-4-6 0 0,1-2-1 15,0 0 1-15,-1-3-3 16,-2 4 1-16,-1-3 1 0,0 0-3 0,-2 1 3 16,-2-1-1-16,2 3 0 0,-5 2-1 0,4-1 3 15,0 2-2-15,4 7-1 0,-2 0 2 16,2 1-2-16,-1 0 1 0,1 1-2 0,2 2-1 15,1 0 3-15,-1-3-1 0,5 6-1 16,-1-1 1-16,4 4 0 0,-5-5 2 0,4-1-3 16,1 3 2-16,0 0-2 0,-2-3 4 15,5 1-3-15,3-1 0 0,-3 4 0 16,3-4 1-16,-4 0-4 0,4 2 4 16,0-2-4-16,4-2 4 0,-4 2-4 0,3 0 3 15,-3-4 0-15,3 3-2 0,5-2 2 16,-5 0 0-16,0 2-2 0,3-5 1 0,-2 4 1 15,2-3 0-15,-3 1 0 16,5 4 2-16,-5-1 0 0,3-2-2 0,1 3 0 16,-4-3-1-16,5 2 5 0,-5 1-3 15,3 0-5-15,-3-3 6 0,-3 0 0 0,4 1 1 0,-1-1 1 16,0 1-2-16,0-2 1 0,-3 3-3 16,5-2 0-16,-5 0 2 0,3 2 1 15,-3-2-4-15,3 3 0 0,-3 0 2 16,0-4-17-16,3 4 1 0,-3 0-1 15,7 4 5-15,-7-4 1 0,0 3 0 0,3-3 3 16,0 4-2-16,0-1 6 0,2-2-4 16,-2 5 1-16,0-2 1 0,4 0 0 15,-4-1 1-15,0 1-1 0,3 2 2 0,-2-2 3 16,3 0-3-16,0 3-2 0,-1-3 4 16,-3-1-1-16,4 2 5 0,0 1-4 15,0-2-1-15,-4 3 1 0,3-1 0 0,-3-2-2 16,5 0 3-16,-5 2 2 0,0-1-3 0,1 1 3 15,-4-5-2-15,3 5 1 0,-3-5 0 16,0 5-3-16,-3-4 5 0,-1-2-5 16,-2 0 3-16,-2 3-3 0,-1-6 1 0,-4 1 1 15,-4-4 2-15,0 5-5 16,-3-2 0-16,0 0 3 0,-4 2 0 0,2 1-3 16,-5 0-2-16,0 1 6 0,-3-1 0 0,3 3-4 15,1 1 1-15,-4 2 4 0,3 2-3 16,-3-4 0-16,4 3-3 0,-4 1 6 0,3 1-4 15,-3-1-2-15,0 0 3 0,-3 2-1 16,3 1 2-16,-3-1 0 0,-5-3-2 16,5 3-2-16,-4-2 6 0,1 2-3 0,-4-1 1 15,3 1 1-15,-3-3-3 0,-3 1 1 16,-1 2-2-16,4 1 2 0,-3-7 1 16,-4 5 3-16,1-2-5 0,2-2-1 0,-2 2 2 15,-1-1 2-15,4-2-4 0,-4 4 1 0,1-6 2 16,2 0 14-16,1 1-6 0,0 4 4 15,-1-4-5-15,4 1 0 0,1 0 1 16,1 3-3-16,2-1 1 0,-1-2 1 0,1 4-3 16,2-4-3-16,1 5 4 0,-4-2-4 15,7-2 0-15,-4 2 0 0,1 0 2 0,3 0-1 16,0-1-1-16,3 2 0 16,2 2-1-16,1-1-1 0,0 0 0 0,4 3-1 15,-3-2 6-15,3 0-3 0,0-1 0 16,4 1-2-16,-5 1-2 0,5-4 6 0,-1 3-4 15,1 0-1-15,-1-2 4 0,0 2-3 16,4 0 4-16,-3-2-5 0,2 0 3 0,1 1-1 16,-1-1 1-16,4-1 1 0,1 3 0 15,-2-1-3-15,1-2 1 0,1 2 2 16,1-1-3-16,-2-4-1 0,4 0 0 0,3 0 3 16,-5-2-4-16,5 1 6 0,0-3-4 0,0-3 2 15,-1 3-4-15,1-2 3 0,3-2 3 16,-3 0-4-16,3 1-3 0,0-4 7 15,0 0-4-15,-3-5 1 0,6 1 0 0,0 1 1 16,-3 3 2-16,3-3-5 0,1 2 2 16,2-2 2-16,2 3-2 0,-2-1-3 0,0 1 1 15,4-1 2-15,-2 1 1 16,-2 7-2-16,4-3 2 0,-4 6-2 16,5-2 0-16,-2 5 0 0,-2-1 1 0,-1 1-2 15,5-2-1-15,-1 4 1 0,-1-3-2 0,5 4 3 16,-1-2-2-16,4-1-1 0,3 2 0 0,3-1 1 15,1-3 0-15,3 7 0 0,-1-4 5 16,1 4-7-16,-1-1 3 0,1 0-3 16,-4 2 4-16,1 1 0 0,0-1-1 15,-2 1 2-15,2 2-5 0,-4 0 7 0,-1-1-5 16,5 2 3-16,-4-1 1 0,0 0-3 16,3 2 1-16,-2-2 1 0,-2 3-1 0,-5-1 2 15,2 2-1-15,1-1 0 0,-7-1-3 16,4 4 0-16,-1-3 4 0,-3 1 2 15,3 2-2-15,-3-1-4 0,1 0 4 0,-2 1-2 16,-2 0 1-16,2 0 0 0,-1 1-1 16,-2-1-1-16,-3 3-2 0,4-2 1 15,-4 1-2-15,5-2 3 0,-5 4 0 0,-3-1-1 16,0 1 0-16,3-3-3 0,-3 3 0 16,0-3 0-16,0 3 4 0,0 0-4 0,-20 3 0 15,7-3 2-15,-4 3 0 0,-4 2-1 16,-1 0-1-16,-2 0 3 0,-3 2 0 0,1-3-3 15,-1 5 5-15,-3-1-4 0,7-1 3 16,-4-2 0-16,4 0-1 0,-1 3-1 16,5-4 0-16,2 0-1 0,1 2 3 0,2-1 2 15,1-2-2-15,2 1 0 0,-2-1 2 16,7 0-1-16,-5-2-1 0,1 3-1 0,4-2 1 16,3-2 0-16,0 0-1 0,3 0-1 15,0 0 2-15,0 0-1 0,16-10 0 0,-7 7 0 16,5-1 0-16,-1-1 4 15,7-4-4-15,-2 2 2 0,1-1 1 0,1 2-4 16,4-5 5-16,-2 3-2 0,-1 2-1 0,6-5 0 16,-7 3 1-16,6-2 0 0,-3 2 1 15,1-3-3-15,-1 4 1 16,0-3 1-16,1 2 1 0,-4 1-4 0,-1 0 3 0,-2 0 1 16,-4 3 0-16,4-2-3 0,-7 5 2 15,4-5-3-15,-4 5-2 0,-4-2 2 0,5-2 1 16,-5 5-1-16,-2-3-1 0,2 6 1 15,0-2-1-15,-2 6 4 0,0-3-1 16,-4 4-2-16,0 2 0 0,0 0 4 0,0 0-4 16,-4-1 5-16,4 4-1 15,0-1 1-15,-4 1-4 0,4 2 3 0,-3-2-2 0,3 2 2 16,-3 0 0-16,0-4-1 16,0 3 0-16,3 1 2 0,-4-2-1 0,-2-1-2 15,6 1 0-15,0-6 3 0,-3 3-3 0,-2-2 2 16,5-1 0-16,-3 0 1 0,3 1-2 15,0-4 2-15,-3 3-1 0,3-1 0 0,-3-1 1 16,3 1 0-16,-3-5 1 0,3 5 1 16,0-5-4-16,-4 3-1 0,4-4-4 15,-3 0-33-15,3 0-35 0,-6-4-47 0,6 4-53 16,-5-1-49-16,5-2-138 0,0 3-100 16,-6 4-144-16,9 5-103 0</inkml:trace>
  <inkml:trace contextRef="#ctx0" brushRef="#br1" timeOffset="-43189.46">19173 13122 537 0,'-4'0'95'0,"1"0"-45"0,0-6-11 0,3 6-10 0,0 0-7 0,-4 6-2 0,4-1-7 0,4 2 5 0,-1 0-5 15,4 4 5-15,0-4 2 0,-4 6-6 16,3-8 2-16,4 2 4 0,-2 6 6 15,1-8 3-15,1 5 4 0,1 0-2 0,1 2 2 16,-2 1 1-16,1-5 4 0,-2 2-7 16,1 0 0-16,-2-1-4 0,1-2 3 0,-2 2 1 15,-1-1 5-15,2-4 6 0,-2 0 2 16,-3 2 11-16,4-1 7 0,-4-2 8 0,3-3-1 16,2 0-1-16,2-5-6 0,-1-4 1 15,2-2-7-15,-1-3-4 0,-1-2-3 0,5-4-6 16,2-5-3-16,1 0-4 15,0-5-2-15,0-4-6 0,-1 2-4 0,7-5-4 0,1-2-7 16,3 3-10 0,0-3-23-16,3 3-27 0,3 1-23 0,0 6-25 0,0-2-13 0,1 4-8 15,-1-1-9-15,-3 8-80 16,-7 1-299-16,4 1-9 0</inkml:trace>
  <inkml:trace contextRef="#ctx0" brushRef="#br2" timeOffset="2005.48">16023 5165 461 0,'3'2'43'0,"-3"-2"-8"0,0 0-14 0,0 0-3 0,0 0 1 0,-7 5-4 0,4-5-2 0,3 0-6 0,-10 0-2 0,0 0-1 0,-3 0 1 16,-4 3-1-16,-3 0 3 0,-10 1-1 0,-3 0-5 15,-8 2 3-15,2-1 1 16,-4 1-1-16,-1 1 1 0,-2-2 3 0,2 0-3 0,-2 0 4 16,-2-2-4-16,2 1-1 0,-4-4 0 15,4 3 5-15,-1-2 0 0,-3-1-2 16,10 4-1-16,0-4 3 0,0 0-5 15,-1 0 2-15,5 0-3 0,-1 0 3 0,4 2 1 16,0-4-2-16,3 2 1 16,-3 0-5-16,9 0 1 0,1 0 2 0,-1 0 3 0,5 0 1 15,-2 0 1-15,5 0 0 16,-1-4 6-16,4 4-1 0,-1 4-4 0,1-4-1 16,4 0 0-16,-5-4-1 0,4 4-4 15,4 0-3-15,-5 4 5 0,5-2-4 0,-1 1 0 16,4 5 4-16,-5 0 4 0,8 6-6 15,-3-3-1-15,0 7 3 0,3 6-1 16,0-2-3-16,0 3 4 0,0 0-6 0,3 3 5 16,0-2-4-16,-3 5-1 0,5 1 4 15,-2 4-4-15,0 1 4 0,-3-2-3 0,3 1 1 16,-3 6 1-16,0-3 0 0,0 1-2 16,4-2 2-16,-4 2 1 0,0 0-3 15,0 0 4-15,3-1 0 0,-3 4-2 0,3-4-3 16,0 3 9-16,0-3-9 0,-3-2 2 15,8 1 1-15,-5-1 3 0,0 1 1 16,1-1-4-16,-1 3-3 0,3 1 7 0,-3-1-6 16,-3 0 0-16,5 2 6 0,-2-2-6 15,0-1 1-15,0 3 3 0,-3-5-3 16,4 1 5-16,2-6-3 0,-6-2 2 0,3-3-5 16,0-2 4-16,-3 0-2 0,4-2-3 15,0-2 4-15,-1 0 0 0,0 1-2 16,-3-4 2-16,4 2 3 0,-4-1-4 0,3 2 2 15,0 0 0-15,0-2 0 0,-3 3 1 16,3-1 0-16,1-1 1 0,-4-2-5 0,4 1 6 16,-4-1 2-16,0-4-3 0,3 1-1 15,-3-2 1-15,3 2-4 0,-3-5 7 16,4 2 7-16,-4-2-5 0,3 1-4 0,-3-4-5 16,0 0 6-16,3 0-1 15,-3 1-3-15,3-2 4 0,-3 1 0 0,0-3-2 0,0 2 1 16,4-1-5-16,-4 1-1 15,0-5 7-15,0 5-6 0,3-5 5 0,-3 3 1 16,4-2 0-16,-4 0-7 0,3 1 7 16,-3 0-7-16,7-3 1 0,-4 3 5 0,7-2-3 15,7-1 1-15,-1 0 1 0,7 0-1 16,7-1-1-16,0 1 2 0,0-3-1 0,7 3 1 16,-1-3 0-16,8 0-7 0,2 3 5 15,2-4-2-15,-2 0 2 0,4 3-2 0,4-2 3 16,-5-1-2-16,2 1-4 0,-1 0-7 15,-1 0 9-15,-2-1 3 0,-4 0 2 0,-9 3-1 16,2-2-6-16,-6 0 3 0,-3 2-1 16,0-2 3-16,-7 3 3 0,4-3-5 15,-8 0 0-15,1 3 5 0,-1 0-4 16,-2-2 3-16,-1 2-1 0,0-2 1 16,-3 2 1-16,0 0 0 0,0-4 3 0,-3 4-2 15,0 0 3-15,2 0-1 0,-5 0 8 16,3 0-16-16,-1 0 5 0,-2 0 0 0,2 0 1 15,-3-1-1-15,1 1 0 16,-4 0-1-16,0 0-3 0,6 1 4 0,-2-1-7 0,-4 0 1 16,3 4 1-16,1-2-6 0,-4 0 4 15,3 4 0-15,0-2 0 0,0 3-1 16,4 1 4-16,-4 2-2 0,1-3 3 16,-1 4-8-16,4-1 2 0,-4 0 4 0,0 1 0 15,1-3-3-15,-1 3 4 0,0-1-6 16,5-2 2-16,-5 2 2 0,0 0-4 0,-3-3 3 15,3 4-2-15,0-4 4 0,-3 2-3 16,4 1 5-16,-4 1-2 0,3-1-3 16,-3-3 3-16,3 3 1 0,-3-2-4 0,4 2 4 15,-4-3-1-15,0 1 1 0,4-1-2 16,-4-3-3-16,0 2 3 0,3 2 3 0,-3-5-6 16,0 1 2-16,0 0 0 15,0 3 1-15,3-3-3 0,-3-1 1 0,0 0 0 16,0-1 2-16,0 3-1 0,0 0 3 15,0-2-6-15,0 1 3 0,0-1 2 0,0 2-4 16,0-3 5-16,0 1-4 0,0 2 1 16,0-2 1-16,0-2-4 0,0-1 7 0,3 3 0 15,-3 0 1-15,0-3 4 0,0 3-4 16,0-3 1-16,0 0 5 0,3 2 0 0,-3-2-3 16,0 0-2-16,4 0-3 0,-4 0-1 15,3 2 4-15,0-2-3 0,5 0 0 16,-2-2 1-16,4 4 2 0,4-4-3 15,-2 2-1-15,6-2 0 0,-2-1 0 16,4 3 1-16,-1-3-2 0,5-1 1 0,-4 1 0 16,0-2-2-16,0 2 4 0,4-1-5 0,-5 1 3 15,1-3 0-15,-3 5 1 0,0-2-3 16,0-1 0-16,-4 3 1 0,-3 1 3 16,3-3-1-16,-3 1 0 0,1 2 1 0,-5 0-2 15,4-2 4-15,-4 2-2 0,2 0 1 16,-2-3-1-16,-3 3-1 0,-3 0 5 15,10-3-5-15,-7 3-1 0,0 0 1 16,-3 0-4-16,8 0 0 0,-8 0 0 0,3-3 2 16,0 6-4-16,-3-3 0 0,3 3 0 15,-3 0 1-15,4 1 2 0,-4 0 3 0,3 4-2 16,0 1-2-16,0 3 1 0,-3 1 3 16,5-5-3-16,-2 9 4 0,0-2-2 0,0-1 5 15,-3 1-6-15,4 6-2 0,-1-3 5 16,0 3 0-16,-3 0-2 0,3 1-1 0,-3-3-1 15,0 2 1-15,0-4 1 0,3 1 2 16,-3-3-4-16,0 2 2 0,0-2 1 16,0-2-2-16,0-1-2 0,0 1 4 0,0-4-2 15,0 2 0-15,0-1 2 0,5-3 5 16,-5 1-4-16,0-2 0 0,0 2 4 16,0-2 0-16,0 1 0 0,3-4 1 15,-3 5-3-15,0-7 1 0,0 5-1 0,0-5-2 16,0 5 3-16,0-3-2 0,0-2 0 15,0 3-1-15,0-4 4 0,3 3-3 0,-3-2 1 16,3 2-2-16,-3-3 1 0,4 0 1 16,2 3-1-16,0-3-1 0,5 0 1 0,2-3-4 15,1 3 3-15,2-4-3 16,4 4 2-16,0-3-1 0,7-1 0 0,3 3-1 16,-4-2 0-16,4 3-4 0,-3-2 4 15,0 2 0-15,-3-4 0 0,6 4 0 0,-11 0-1 16,5 0-2-16,-7 0 6 0,2 0-4 15,-2-1 0-15,-1 1 1 0,-2 0-2 0,2 0 0 16,-5 1 1-16,2-1 0 0,-7 0 2 16,5 0-3-16,-1 0 2 0,-4 4-2 15,4-4 0-15,-7 0 1 0,4 2-2 0,0 1-2 16,-4-2 4-16,0 7 3 0,-3-1-6 16,0 2 1-16,0 3 1 0,-3-2 2 0,0 1-2 15,0 1 1-15,-1 1 2 0,-3 1-1 16,4-2 0-16,3 1 2 0,-7-1-1 15,4 1 0-15,-3-2-2 0,2 1 2 0,1-2-2 16,-4 0 0-16,4 2 0 0,-4-2 1 16,4 0-3-16,0 1 1 0,-4-3 3 15,4 1-2-15,-4 0-1 0,7-2 2 16,-10-1-3-16,7 2 3 0,3-4-7 0,-4 3 9 16,4-1 2-16,0-3-3 0,-3-1 1 15,6 4 1-15,-3-5-2 0,7 2 3 0,3 0-4 16,0-3-1-16,6 0 0 0,5 0 2 0,2 0-1 15,0 0-2-15,7-3 2 0,0 3-4 16,3-3 4-16,0 3 0 0,5-1-1 16,-2-2-2-16,7 0 3 0,1 1 0 15,2-3-1-15,5 1 1 0,-5 0 2 0,4 1-2 16,4-1-1-16,-8-1 2 0,1 0-4 16,-1 1 3-16,-2 3 2 0,-4-5-2 15,-4 5 0-15,-6-2 1 0,0 0-4 0,0 3 3 16,-6-2-2-16,-5-1-1 0,2 3 3 15,-1-2-2-15,-4-2-2 0,1 4 4 16,-4-1 0-16,4 1 1 0,-7 0-2 16,4 0-2-16,-4 0 3 0,-1-3-1 0,2 3 0 0,-5 0 0 15,4 0 3-15,-3-3-3 16,-1 3 1-16,1 0 0 0,-3 0 2 0,2 0-3 16,1 0-2-16,-4 0 2 0,4 0 1 0,-4-1 0 15,1 1 3-15,-4 0-1 0,9-3 3 16,-5 0 3-16,-1 1-1 0,4-1 2 15,-4-3-1-15,1 2 0 0,2-6 2 0,-3-2-4 16,4-1 1-16,-4-2 0 0,5-6 1 16,-5 0-2-16,0-4-1 15,0 0-2-15,0 0 2 0,-3 0 0 0,4-4-5 0,-4 3 2 16,0 2 1-16,0-1-4 0,0 6 2 16,0-2 2-16,0 4-1 0,0 3 2 0,0-1-3 15,0 3-3-15,0 2 5 0,0-3-5 16,-4 2 5-16,4 2-2 0,0-1-3 15,4 3 2-15,-4-1-1 0,0 1 3 16,0-2-4-16,3 5 0 0,-3-1 2 0,0-2 0 16,0 4-2-16,0-3 2 0,3 2-3 15,0-1-2-15,2 2 3 0,1-1 0 0,0 1 1 16,4 0 0-16,-2 0-2 0,1 3 1 16,4-1 1-16,-2-2-1 0,-2 3 0 15,9-4 3-15,-9 3-2 0,7 1-1 16,-2-3 2-16,-1 1 1 0,1 2-1 0,-1-2-1 15,1-1 2-15,-4 0 1 0,3 0-3 16,-3 2 2-16,0-2-1 0,3 3-2 0,-3-4 1 16,0 3 1-16,-3-2 1 0,3 1 0 15,0-3 1-15,-4 2-3 0,1 0 3 0,3-1-1 16,-6 0 0-16,2 0 0 0,1 0-1 16,-4-2-1-16,0-1 1 0,-3-1 0 15,4 4 2-15,-4-6-7 0,0 2 5 0,0-2-3 16,0 0 0-16,0 2 4 0,-4-5-3 15,4 4 0-15,-3-4 2 0,0 2-4 16,3 0 0-16,-4 1 1 0,4-1 0 0,-6 1 2 16,6 1-3-16,-3-1-1 0,-1 2 2 15,1-2 0-15,-1 3 0 0,4-1 1 16,-3 1 2-16,3 0-4 0,-3-2-1 0,3 5 1 16,0-1 1-16,0 2 0 0,0-1-1 15,6-2 0-15,-2 1-1 0,6 3 2 0,-4-3 0 16,4 2 1-16,4 0 0 0,-1 3-1 15,4-1 0-15,-1 1 3 0,-2-3-2 16,5 3 0-16,2-3 2 0,-4 3 0 0,2 0 0 16,5-3 1-16,-4 3 1 0,-1 0-2 15,5-2-1-15,-4 2-1 0,7-2 0 0,-7-2 2 16,3 3-2-16,4-2 2 0,-7 0 0 16,0 3 0-16,0-4-2 0,-1 1 0 0,-2 0-2 15,4 1 2-15,-5 0 2 0,-2-2-2 16,-1 3-2-16,1 1 0 0,-1-3 2 15,-4 0 0-15,5 2 0 0,-7 1 1 16,2-3 0-16,-6 3-3 0,8-3 1 0,-4 3 0 16,-4 0 0-16,3 0 0 0,1 0 1 15,0 0-1-15,-4-3-1 0,1 3 0 0,-4 0-1 16,9 3-1-16,-6 0 2 16,5 1-2-16,-5 2 2 0,4-1 3 0,-1 2-1 15,-3 0-1-15,4 0 1 0,0 1 0 16,0 1 1-16,-1-5-2 0,-3 4 1 15,1-1 0-15,2 0-1 0,-2-1 1 0,3 1 0 16,-4-2 2-16,0 2-2 0,4-1 0 0,-4-1 1 16,0-1 0-16,1-1-2 0,-1 3-1 15,1-2 3-15,-1 0 0 0,0 0-3 0,0 0 4 16,1-1-2-16,-4 0 0 0,3 1 2 16,0-1-1-16,1 0 0 0,0-2 0 15,-4 3-1-15,3-2 2 0,0-2-3 0,-3 2 1 16,0-2 5-16,6 3-1 0,-2-3-2 15,-1 3 1-15,0-3 2 0,5 0-2 16,-2-3-1-16,4 3 0 0,-1 0 3 16,8-3-2-16,-4 1-1 0,4 0 0 0,4-2-1 15,-2 0 1-15,8 1 0 0,-3-1 2 16,-1-2-4-16,4 2 1 0,-1-1 0 0,-3-1-1 16,7 2 0-16,-3-2 0 0,0 2-1 15,3-1 2-15,-6 2-3 0,-2-1 4 0,-2-2-2 16,-2 3 1-16,-2 1 1 0,1-4-3 15,-4 5 3-15,1-2-1 0,-1 3-1 0,-4-3-2 16,2 2 2-16,-1 1-1 0,-1-3 3 16,-2 0-3-16,3 3 1 0,-6-3 1 15,5 3-2-15,-6 0 2 0,5-2 0 0,-5 0-1 16,4 2 3-16,-4-4 1 0,3 4 0 16,-2-1 0-16,3-5 0 0,-4 5 0 15,4-5-5-15,-4-1 8 0,0-1 0 16,4-2 1-16,-4-2-5 0,0-1 0 0,1-6 2 15,3-5-3-15,-4-1 3 16,0-1-2-16,0-8-2 0,1-3-1 0,-4-1 0 0,3 1 3 16,0-1-3-16,-3-2-3 0,0 3 2 15,0-1 0-15,4 3 0 0,-4-2 0 16,-4 5 2-16,4 1-2 0,0 2 0 16,0-1-2-16,0 5 2 0,0-3 0 0,0 3 0 15,0 0-2-15,0 0 2 0,0 3-1 0,0 2 3 16,0-3-1-16,0 6-1 0,0 2 1 15,0-1-2-15,0 4 2 0,0-1 0 0,0 1-3 16,-3 2 1-16,3-1 1 0,0 4 1 16,0-3-1-16,0 2 1 0,0 1-2 15,0 0 0-15,0 0 3 0,0 2-3 16,0-1 4-16,0-1-4 0,0 2 4 0,0-1-2 16,0 2-1-16,-3 0 3 15,3-2-3-15,-4 1 1 0,4 3-1 0,-3-3 0 16,0 5 3-16,-4-6-6 0,0 5 0 15,-3-2 4-15,-3 0-3 0,0 0 0 0,-4 1 0 16,0 0 1-16,-2 2 0 0,-8-4 1 0,-3 3-1 16,0-2 0-16,-6 3 0 0,-5 0-3 15,-5-3 5-15,-1 3-2 0,-7 3-1 16,1-3 2-16,0 3-17 0,-1-2 4 0,5 3 2 16,5 0-2-16,4-4 4 0,4 3 0 15,6 0 1-15,0-3 0 0,3 0 0 0,6 0 3 16,-1 3 1-16,2-3-3 0,2 1 3 15,2-1 0-15,-1 0 3 0,4 3-1 16,4-3-1-16,-5 0 1 0,1 0 2 0,2 0-1 16,1 0 2-16,4 0 1 0,0 0-2 15,-2-3-3-15,2 3 2 0,-1 3-1 16,4-3 2-16,3 0 1 0,-6-3-2 0,1 3 0 16,2-1 2-16,3-5-2 0,3 1 6 15,2-2-4-15,-2 0-2 0,3-2-1 16,1 0 1-16,-1-4-1 0,5 2 2 0,-2 3-1 15,4-5 0-15,-2 1 0 0,-1-1-3 16,4-2 6-16,-5 1 0 0,4 3-3 0,-2-3 2 16,2 0 0-16,-4 2-2 0,2-4 2 15,-1 4 2-15,-1-5-4 0,2 5 4 16,-1-6-3-16,-4 2 3 0,1 1-2 16,0 1 0-16,-4-1 1 0,1 1-4 0,2 0 4 15,-6-1-1-15,3 0-1 0,-3 1-1 16,-3-3 1-16,3 1 0 0,0 0 2 0,-3 2-4 15,3 2 2-15,-3-5-1 0,3 3 2 16,-7 2-1-16,7-1-1 0,-3 1 0 16,-1-1 1-16,4 1-3 0,-4 2 4 0,4-4-1 15,-3 6-7-15,3-3 9 0,-3 1-2 16,0 0 3-16,0 3-1 0,-1-1-2 0,4 1 3 16,-3-1-4-16,3 2 4 0,-3-1-2 15,-1 3-5-15,0 1 5 0,1-2-4 0,-3-1 1 16,-1 5 1-16,-7-5 1 0,2 5-2 15,-1-2 2-15,-1 3-1 0,1-3 2 16,-4 3-2-16,1 0 3 0,-5 0-2 0,1 0-2 16,-4 0 2-16,5 0 0 0,-5 3-2 15,-2-3 2-15,-1 3 1 0,0-3-3 16,4 1 5-16,0-1-5 0,2 3 1 0,-1-3 2 16,5 0 1-16,-4 0-1 0,5 3-1 15,2-3 2-15,2 0 0 0,-1 0-3 0,2 0 1 16,1 0 5-16,1 0-2 0,-2 0-1 15,1 0-3-15,4 0 4 0,-2 0-2 16,2 0 0-16,-1 0 1 0,1 0 0 0,3 0-3 16,-5 0 4-16,5 1-2 0,-3-1-2 15,2 0 1-15,4 0-1 0,-6 0 2 16,0 0 0-16,2 0-1 0,4 0 2 0,0 0-4 16,-7 0 5-16,7 0-3 0,0 0-1 0,-7 0 1 15,7 0 2-15,0 0 1 16,-3 4-1-16,3-4 1 0,0 0 0 0,0 0 1 15,-3-5-2-15,0 2-1 16,-1-1-1-16,4-2 1 0,0-1 0 0,-3-4-2 0,-1 2 2 16,-2-4-1-16,6 1 3 0,-4-5-4 15,-2-4-2-15,3 0 3 0,-1 2 0 0,-3-1-2 16,4 1 3-16,0-2 0 0,-1 0-1 16,-2 5 0-16,3-1 1 0,-1-1 0 0,1 5 2 15,0-2-4-15,-4 0 2 0,3 2-4 16,4 4 2-16,-3-4 3 0,0 1-1 15,0-1 1-15,-1 1-4 0,4 2 5 16,-3-3-2-16,0 1-2 0,-1 2 2 16,4 0-2-16,-3-1 3 0,-1 2-2 0,4-1 0 15,-3 0 1-15,3 0 0 0,-3 2-1 0,3-2 4 16,-3 5 0-16,3-2-5 0,-4 0 2 16,4-1 0-16,0-1 0 0,0 5 0 15,-3-3 0-15,3 2-3 0,0-4 2 0,0 5 1 16,-3 0 0-16,3-4-3 0,0 3 2 15,0 0 3-15,-4-2-3 0,4 1 2 0,0 1 0 16,-4-2 0-16,4 1-2 16,0 5 1-16,-3-5 0 0,3 1 0 0,0 3-1 15,0-2 0-15,0 4-2 0,-3-4 2 16,3 1 1-16,0 3-2 0,-3-4 0 0,3 1 1 16,0 3-3-16,-3-2 1 0,3 2 2 15,-4-3-2-15,4 3-1 0,0 0-2 0,-6 0 4 16,6 0-1-16,0 0-1 0,-8 0 1 15,2 3 1-15,0-1 0 0,-4 1 6 16,-1 1-4-16,-2 2-2 0,-1-1 3 0,1 0 0 16,1 0-1-16,-2-1-2 0,-2 2 2 15,2-1-1-15,1 0-2 0,-1 0 3 0,1-2 1 16,-1 1-2-16,1-1 2 0,0 2-4 16,-1-3 4-16,1 1 2 0,0-1-1 0,0 1 2 15,2-3-5-15,-2 3 2 0,0-3 3 16,-1 0-5-16,5 0 2 0,-5-3 0 15,1 3 1-15,3 3 0 0,-1-6-2 16,2 3-2-16,-1-3 2 0,-1 3 2 0,5-2 0 16,-4 2-4-16,1-3 5 0,1 1-4 15,-1-2 0-15,-1 3 1 0,2-2 1 0,-5 0-3 16,4-1 1-16,-2 1-4 0,-2 1 5 16,4-3-3-16,-2 1 0 0,-2 3 2 0,-1-2 2 15,4 3-2-15,-2-3-1 0,1 2-2 16,1-2 3-16,0 0-1 0,0 1 0 0,0 2 1 15,0 0-3-15,-3 2 2 0,0 1 0 16,-4 0 1-16,0 1 2 0,0 0-3 0,-2 2 2 16,-1 2-3-16,-1-4 2 0,2 3 1 15,-1 2 2-15,-4-4-3 0,5 2-2 16,-2 1 4-16,1-1-3 0,4-1 0 0,2 1 1 16,1-2 2-16,-1 0-1 0,1-3-1 15,0 4 2-15,3-5 1 0,0 5 0 16,0-5-2-16,-4 5 0 0,8-3 0 15,-4-1 2-15,3 1 0 0,-3-3 0 0,0 3-3 16,0-2 2-16,0-1 0 0,-3 3 1 16,2-3 0-16,2 0-2 0,-1 3-1 0,-4-6 0 15,5 6 3-15,-1-3-2 0,-1 0 0 16,-2 0 0-16,-1 0 0 0,2 0 0 16,-1 1-1-16,-1-1 0 0,-2 4-3 0,2-4 0 15,1 2 1-15,-4 3-1 0,4-2 3 16,-4 1-1-16,-3 2 2 0,0 1-1 15,0 1 0-15,0-1-1 0,0 1 1 0,0-3 2 16,3 3-1-16,4-4-2 0,-4 0 3 0,0 2-1 16,4 2 1-16,3-4-1 15,-3-1-1-15,3 1 3 0,-1 2 1 0,2-3-5 16,-1-1 4-16,-1 1 0 0,2 0-1 16,2-2 0-16,1-1 1 0,-2 3-1 0,-1 0-1 15,2-3 3-15,-2 0-1 0,-2 0-2 16,1 0-1-16,-4 0 1 0,5-3-1 0,-4 3 0 15,-1-3 3-15,-2 3 0 16,2-1-3-16,1 1 3 0,-4 0-5 0,1 0 5 0,-1 0-3 16,0 0-1-16,0 0 1 0,1 1 1 15,-1 2 0-15,1 0-1 0,-1-2 0 16,0 3-1-16,1-2 2 0,-2 3-2 16,6-2 0-16,-9 4 4 0,5-4 0 0,-4 4-2 15,4-2 1-15,-2-2-2 0,1 1 2 16,4 2 2-16,1-1-3 0,-2-3 2 15,4 3-1-15,0-2-2 0,0-3 2 0,0 3 1 16,3-3-1-16,-3 0 3 0,0 0-4 0,4-3-1 16,-5 0 4-16,1 1-1 0,4-3 0 15,-1 0-4-15,-3-1 1 0,3 2-1 16,1-1 0-16,-1 0 5 0,1 0-1 0,-2-2-1 16,2 4 1-16,0-5-3 0,2 2 2 15,-2 2-2-15,-2-3 1 0,2 2 0 16,0-4 1-16,-1 5-3 0,1 0 3 0,-2-2-2 15,2 1 0-15,-1 3-3 0,1-3-1 16,3 2 3-16,-5-1 1 0,-1 1-1 16,2 3 2-16,-4-5-3 0,5 5 2 0,3-3-1 15,-4 1-1-15,1-2 1 0,-2 4 0 16,5-1 2-16,-3 1-2 0,2-3-1 0,-2 3 3 16,3-3 0-16,0 3 1 0,-5-1 1 15,2 1-3-15,2-3 4 0,-2 3-3 0,0-3-2 16,-5 1 6-16,1-3-3 0,1 1-1 15,1 3 3-15,-5-5-3 0,3 2 0 16,0 1 0-16,-3-2 2 0,3-1-1 0,0 5 0 16,0-5-2-16,3 5-2 0,-3-2 0 15,-3-2 1-15,3 2-1 0,-4 1 3 16,5-3-1-16,-5 5-1 0,4-3 2 16,-3 3-3-16,-1 0 0 0,-2 0-1 0,2 0-35 15,-2 3-38-15,2 2-25 0,1 0-24 16,-1 3-8-16,8-1-21 0,-4 0-92 0,4 4-235 15,6 1 12-15</inkml:trace>
  <inkml:trace contextRef="#ctx0" brushRef="#br2" timeOffset="5938.39">19300 7600 1210 0,'0'-3'-78'0,"0"0"11"0,-3 1 5 0,3 0 7 0,0-3 10 0,0 2 14 0,-5 0 7 0,5 2 9 0,0 1 1 0,-3-6 4 0,0 3 6 0,3 3-2 15,-3-2 10-15,-1 0 2 0,4 2-10 16,-3 0 9-16,3-4-1 0,0 4 0 15,0 0-3-15,0 0-3 16,-6 8 2-16,3-2-3 0,3 4 6 0,0-1-3 0,0 7 2 16,0 2 2-16,0-2 2 0,0 8-1 15,0-2 2-15,0 6 2 0,3-2-3 0,-3 5-3 16,0 4 10-16,0-1 5 16,0 4-2-16,-3-1 0 0,3 1 4 0,0 2 2 15,0-1 1-15,0 0-3 0,0 4 5 16,-5-4-8-16,5 1 6 0,0 0-4 15,0-1-5-15,5 0 9 0,-5 1-7 0,3-2-3 0,-3-1 6 16,3-2-2-16,0 0-5 0,0 0 6 16,1-1-1-16,2-2 1 0,2-1-4 15,-5-3-1-15,0-3-2 0,0 2 0 16,4-4 1-16,-4 2-1 0,0 0 6 0,0-3-5 16,2-3 1-16,-2 5-1 0,0-2 1 15,0-1 4-15,1 1-4 0,-1-2 5 0,0 2-4 16,0-3 0-16,0 5 5 0,2-5 3 15,-2 5-6-15,0-2 3 0,-3 0-3 0,3 1 5 16,1-3 0-16,-4 1-1 16,0 3-1-16,-4-2 2 0,4 0-1 0,0 3-4 15,-3-1 4-15,3-2 0 0,0-2-2 16,-3 2-1-16,3-3 2 0,0 5 0 0,0-2-3 16,0-1-1-16,0 1 1 0,3 3-1 15,0-3-2-15,-3 1 5 0,0 2-3 16,4 0-3-16,-1 0 3 0,-3 0-4 0,3 0-1 15,-3 0 3-15,0 2-4 0,-3-2 2 16,3 0-2-16,0 0 1 0,0-2 1 0,-3 2-2 16,3-3-2-16,0-3 1 0,0 5 2 15,-4-5-3-15,4-1 3 0,0 0-1 0,0-1 1 16,-3-2-1-16,3 3 3 16,-3-1-3-16,3-2 1 0,-3 5 1 0,3-2 2 15,-5 1 0-15,2 2 3 0,3 1-5 0,-3-2 6 16,0-1-1-16,3 2-2 0,-3 0-2 15,-1-5 2-15,4 0-1 0,0 2-3 16,0-2 2-16,0 0-1 0,0 2-1 0,0-4-1 16,0 1 0-16,0 3 1 0,0-1 0 15,0-2-4-15,0 3 2 0,0-1 0 0,-3 1 1 16,3 0-1-16,-3 1-1 0,3-1 3 16,0-1-3-16,-3 1 0 0,3-3 2 0,0-1 0 15,0 4-1-15,0-4 0 0,0 0 1 16,0 1-1-16,0-1-1 0,0-1 4 15,0 2-5-15,0 0 2 0,0-2-2 0,0-1 3 16,3 2-2-16,-3 0-1 16,0-3 1-16,0 3 0 0,0-3-1 0,3 3 0 15,-3-3-3-15,0 3 2 0,0-3 1 0,3 3 1 16,-3-4-3-16,4 2 2 0,-4-2 1 16,0 0-3-16,3 1 2 0,-3-3-2 15,3 3 3-15,0-1-1 0,-3-2-2 0,3 2-1 16,2-3 5-16,-5 3-4 15,3-2 2-15,0-1 1 0,0 1-3 0,-3-1 3 0,4 0-4 16,-1 4-1-16,-3-7 4 16,3 5 0-16,-3-1 4 0,0 0-1 0,0 1 1 0,0-2 1 15,0 2 0-15,0 0 1 16,0-1-1-16,-3 6-1 0,3-4 1 0,0-1-2 16,-3 0 2-16,3-2 1 0,0-2-3 0,0 2 1 15,0-1 0-15,0-2-1 0,0 0-3 16,0 2 9-16,0-4-9 0,0 1 1 0,0 0-3 15,0-3 1-15,0 4-3 0,0-1-1 16,0 0-1-16,3-2-9 0,-3-1-35 16,0 0-42-16,3 0-45 0,3 0-49 15,-2-1-91-15,6-5-189 0,6-4-131 0,5-5-92 16</inkml:trace>
  <inkml:trace contextRef="#ctx0" brushRef="#br2" timeOffset="7533.91">20633 6794 1447 0,'-7'3'-111'0,"4"0"15"16,-4-3 14-16,0 3 7 0,1-2 5 0,-4 2 11 0,-1 0 6 0,2 2 1 0,-1-1 8 0,-1-1 4 0,2 3 5 15,2-5 6-15,-2 2 4 0,1 1 2 16,2 0 5-16,-1-2 2 0,1 0 3 0,-2 1-2 15,5 0 3-15,0 0 4 0,0-2 4 16,3 2-7-16,-3 0 3 0,-1-2 5 16,4-1-3-16,-3 4 4 0,3-2 2 0,0-2 0 15,0 2 1-15,3 1 4 16,1 0 10-16,-1 0 10 0,6-3 3 0,2 0 4 0,2 0 6 16,4 0 11-16,-1-3-9 0,8-3-3 15,6 4 1-15,-3-4 2 0,6-1 4 16,7 0-8-16,-4 0 8 0,5-1-9 0,2 1 0 15,1-3-4-15,-1 2-3 16,-1 1 1-16,2-1-3 0,-1 1-3 0,4 1-1 16,-4-1 6-16,5 2-7 0,-6-1-2 15,1 2 0-15,1 0-2 0,-4 1-3 0,-3-3 4 16,-4 4-5-16,4 0 1 16,-4-2 1-16,1 0-6 0,-1 1 7 0,7-1-5 0,-4 1 0 15,-3 0 3 1,8-1 1-16,-1 0 1 0,3 3-1 0,-6-2-3 0,3-1 5 15,0 4-6-15,-4-6 1 0,2 3 2 0,1 3-7 16,-5-2 2-16,2 2 1 0,0-2 0 16,2-2-5-16,-2 4 5 0,1-1-1 15,-1 1 1-15,-2-3-5 0,2 3-2 0,-3 0 4 16,2 0-3-16,1 0 3 0,-3-3-1 16,1 3-1-16,2 0 1 0,-3 0-4 0,-3 0 1 15,0 0 1-15,0-1-2 0,-3 1-1 16,0 0 1-16,3 1-3 0,-3-2 2 15,-5 1 0-15,5 0 1 0,-3 0 1 0,-1 0 0 16,4 0-2-16,3 0 0 0,-7 1 1 16,4-1 4-16,-4 0-6 0,4-1 5 15,-3 2-2-15,6-1 1 0,-8 0-4 16,2 3 4-16,-1-3 7 0,-2 3-6 0,1-3-1 16,-1 0-3-16,5 0 0 0,-6 1 2 0,3-1 0 15,-2 0 3-15,-1 0-2 0,3 0 0 16,0-1-5-16,-3 1 7 15,0 0-2-15,3 0 1 0,-2 1-3 0,-5-2 0 0,4 1 0 16,1 0 0-16,-2 0-1 16,-2 0 0-16,2 0 1 0,-1 1-3 0,2-2 9 15,-1 1-7-15,2 0 1 0,-1 0-3 16,-1 0 2-16,5 0 4 0,-4 0-3 0,0 0-4 16,0 0 5-16,0 1-3 0,0-1 1 0,0-1 0 15,0 2 0-15,-4-1 1 0,2 0 2 16,-2 0-3-16,-2 0 1 0,2 0 0 15,-2 0-1-15,-1 0 1 0,4 4-3 16,-1-4 2-16,1 0-3 0,-1 2 1 0,1-2 4 16,2 2-3-16,2-2 2 0,-4 3 1 15,-1 0 0-15,1-3-3 0,3 3 4 0,-3-2-5 16,-4-1 3-16,4 3 0 0,-4 0-2 16,-3-2 2-16,3-1 0 0,-3 4-6 0,1-2 4 15,-2-2 4-15,1 2-1 0,1 1-1 16,-5-3 0-16,4 3 4 0,-1 0-1 15,-1-3 0-15,1 0-4 0,1 1 4 16,1 2-42-16,2 1-62 0,-4 2-102 0,5 2-332 16,-1-1-35-16</inkml:trace>
  <inkml:trace contextRef="#ctx0" brushRef="#br2" timeOffset="43166.98">29762 9243 682 0,'24'-3'52'0,"-7"3"-7"0,-1-3-7 0,1 3 8 0,-1-2-7 0,5 2 3 0,-8 0 3 0,-3 0-9 0,3 0 2 0,-2-3-2 0,-5 6 4 16,4-3-3-16,0 0 1 15,-7 2-6-15,-3 1 5 0,0 1-2 0,0-1-5 16,-3 5-4-16,-10-1 3 0,0 0 0 16,-11 4-1-16,1 2 1 0,-7-1-7 0,-10 1 5 15,7 1-4-15,-11-2 4 0,-2 1-6 16,-8 2-4-16,4-2-2 0,-6-1 4 15,-1-2-4-15,-3 2 1 0,3-5 0 0,-3 4-3 16,10-5 1-16,-3-2-5 0,6-1-1 0,1-2 1 16,8-1-1-16,2 0-2 0,3-1 1 15,-4 1 0-15,7-3 1 0,0-1-1 16,3 1-1-16,4-2 1 0,-4-5-3 0,11 3-3 16,-1-4-2-16,4 1 3 0,0-2-2 15,2-1 3-15,8 1 1 0,0-4-6 0,6 4 4 16,0-5-4-16,8 2 4 15,-5 2-2-15,4-2-4 0,3 0 1 0,1 2-1 16,-8 4 3-16,4-1-5 0,-3 0 4 16,0 2-1-16,-1 2-3 0,1 6 4 0,-7 0 1 15,-13 11 2-15,-1-1-1 0,-2 3-3 16,-8 3 3-16,-6 5-1 0,0-3 4 0,-3 4 5 16,-7 1-6-16,7-3 7 0,0-3-6 15,3 4-5-15,0-4 3 0,3-1 2 16,0 1-2-16,7-5 2 0,-3-2 1 15,6 0 3-15,0 0 0 0,4-2 4 0,0-4-3 16,6 4-1-16,-3-3 2 0,7-3 0 16,-4 1 0-16,7 1-1 0,7-1-1 0,-1 0-1 15,11-2 3-15,3 3-8 0,3 1 5 16,1 0-1-16,6-2-3 0,0 1 1 16,0-1 3-16,-3 2-4 0,3 0-2 0,0 0 3 15,-11-1-1-15,5-1 2 0,-7 1-2 16,2 0 3-16,-2-2-2 0,-4 1-1 0,1-3 1 15,-1 5 0-15,1-2-2 0,-1-2 0 16,-10-1 4-16,10 3 0 0,-6 0-2 16,0-3 0-16,-1 0 1 0,1 0 0 15,-4 0 3-15,1-3-2 0,-1 0-3 0,4-1 2 16,-7-1-6-16,-7-5 8 0,4 0-10 16,-4 0 6-16,0-1 0 0,1-3-1 0,-8-1-6 15,4 0 3-15,4 0 1 0,-7-2-2 16,-1-1 3-16,4 3-5 0,4-2-10 15,-5-4-21-15,5 4-14 0,-4-1-18 16,7 0-19-16,-5 0-5 0,5-1-10 0,3 2-12 16,-3-4-49-16,6 3-274 0,8-1 54 15</inkml:trace>
  <inkml:trace contextRef="#ctx0" brushRef="#br2" timeOffset="44280.87">29999 10051 1123 0,'10'-1'-39'0,"-6"-2"7"0,-4-1 14 0,10 4 10 0,-10-3 11 0,0 3 7 0,3-3-10 0,-3 3 8 0,0 0 6 0,0 0-1 15,-17 7 9-15,1 0-3 0,-8 1 7 16,1 5 3-16,-7 2 11 16,-10-1-7-16,10 3-3 0,-10-3-2 0,4 1 1 15,-5 0-5-15,1-2-5 0,4-1 3 16,-8 1-8-16,4-4 7 0,-3 1-4 0,7-4-5 16,-8 1 1-16,-2-5-3 0,8-2-1 15,-8 0 0-15,-1-2 0 0,4-5 3 0,0 1-1 16,9-1-1-16,-9 0 1 0,10-4-4 15,-7 1 0-15,7-2 2 0,6 2-5 0,0-1-1 16,7 3-2-16,-7-5 3 16,11 2 0-16,-1-3-2 0,4 2-2 0,-1-1 0 15,11-2-5-15,-7 1 5 0,7 0 0 16,3 2-4-16,0 2 2 0,0-4-1 0,3 6 2 16,-3-3 0-16,0 4 4 0,3 0-9 15,-6-2 3-15,3 5 0 0,0-1 2 0,0 2-3 16,-3 3 1-16,-4 0 0 0,-3 4-1 15,0 2 4-15,-3-1-4 0,-4 2 5 16,1 0-5-16,-1 4 4 0,-4-4 4 0,5 0-3 16,-4-1 1-16,4 2 2 0,-8-4-1 15,4 2-2-15,4-1-2 0,-8-1-1 0,7-1 5 16,-2 3-2-16,5-5-4 0,-2 5 7 16,-8-5-3-16,11 3-2 0,-4-2 2 15,4 0-5-15,-4 1 6 0,4 0-1 16,6 0 1-16,-6-3-5 0,3 1 7 0,3 2-4 15,-3-3 1-15,0 3-2 0,4-3-1 16,6 1-3-16,-11-1 4 0,8 4-3 16,3-4 2-16,-3 4 2 0,6 2-1 0,0 1 1 15,8 1 0-15,-5 2 1 0,7-3 2 0,-3 1-1 16,4 2 0-16,-1-3-6 0,4 3 8 16,-11-5-3-16,8 5-1 0,-4-6 2 15,3 2-2-15,-6 2 4 0,3-4-2 16,3 2 8-16,-7 1-9 0,2-5 2 0,-2 4 1 15,4-3-3-15,-7 1 7 0,0-1 1 16,5-2 0-16,-5 3 0 0,3-2 2 16,1 0 5-16,-7 1 3 0,3-3 5 0,0 0 3 15,-3 0 4-15,8 0-3 0,-8-3 1 16,0-1-3-16,0 0-4 0,0-3-1 16,3-3-2-16,-3 1-2 0,0-1 0 0,-3-4-2 15,3 0-2-15,0 2-6 0,0-6 1 16,0 4-1-16,0-4 0 0,3 2-7 15,-3-6-16-15,6 3-30 0,1-2-25 16,-1-4-36-16,2 3-22 0,-2-2-32 0,10-1-133 16,-2 6-102-16,10-4 93 0</inkml:trace>
  <inkml:trace contextRef="#ctx0" brushRef="#br2" timeOffset="181056.74">16320 8860 168 0,'0'0'75'0,"0"0"-37"0,-4 2-15 0,4-2-6 16,-3 3 0-16,3-3-5 0,0 0-5 0,-3 3 3 0,3-3 2 0,0 0-2 0,0 1 0 0,0-1-2 0,-4 3 2 15,4-3 1-15,0 0-4 0,-4 0-4 16,4 3 4-16,0-3-5 0,0 0 1 0,0 0-1 16,0 0 3-16,0 0-3 0,0 0-2 15,0 0-7-15,0 0-42 0,0 0-89 16,0 0 47-16</inkml:trace>
  <inkml:trace contextRef="#ctx0" brushRef="#br2" timeOffset="189873.36">16636 10525 592 0,'0'0'29'0,"3"-3"11"0,-3 3-18 0,0 0-2 0,0-3-10 0,0 3-2 0,0 0 1 0,0 0-4 0,0 0-1 0,0 7-1 16,0-3 2-16,0 0 0 0,0 5 2 15,0-2-3-15,0 2 6 0,0 4-7 16,0-1-2-16,0 1 5 0,0 2-3 0,0-2 3 15,3 2-1-15,-3 2-3 0,0-5 0 0,5 3 8 16,-5-2 0-16,3-1 6 0,-3-2-2 16,0 3-1-16,3-2 2 0,-3-4 7 15,0 2 1-15,3 0 5 0,-3-2 5 16,0-2-1-16,0-1 7 0,0 2 7 0,0-2 9 16,0-1 0-16,0-3-6 0,0 0-1 15,0 0-5-15,0-13-3 0,0 5-1 0,0-3-8 16,0-4 1-16,0-3-6 15,0-2-1-15,4 1-4 0,-4-6 0 0,3 1 1 0,0 2 2 16,0 0-7-16,0-2-2 0,5 5-1 16,-5-1-2-16,0 1 2 0,4 2-8 0,-4 0 3 15,7 2-1-15,-3 3 0 16,3-2-1-16,-1 1-3 0,5 1 0 0,-1-1-3 16,4 2 4-16,-4 1 0 0,1 2-19 15,-1 1-24-15,-3 3-18 0,4-2-19 0,-1 4-17 16,0 0-13-16,-6 2-92 0,-1 0-206 0,1 2 85 15</inkml:trace>
  <inkml:trace contextRef="#ctx0" brushRef="#br2" timeOffset="190247.41">16690 10630 1039 0,'-4'4'-47'0,"4"2"7"0,-3-2 9 0,6-1 5 0,1 0 11 0,2-2 0 0,0-1 2 0,5 4 8 0,2-4 3 0,1 0-3 0,2 0 4 0,1 0 7 0,-1 0-5 15,1 0 5-15,0 0-1 0,-4 0-2 0,4 2-6 16,-4 0 0-16,0 1 3 0,-3 0 1 16,-2 4 0-16,-5-3-3 0,0 4 0 0,-6 2 7 15,-4 1-8-15,-3-1 2 0,-3 1 2 16,-1 6-4-16,-6-5 8 0,3 2-4 15,-3-1 4-15,7-1-4 0,-3-1 5 0,2-1 10 16,4-3-7-16,0 1-1 0,0-1 9 16,4 0-5-16,-1-1 0 0,7-1 5 15,3-3-5-15,1 0 1 0,2 1 1 16,8 0-5-16,-4-3 1 0,6-3 0 0,-2 3-2 16,2-3-9-16,1 1-15 0,-1 0-9 15,1 2-20-15,0-5-29 0,-1 2-65 0,5 0-112 16,-5 2 230-16</inkml:trace>
  <inkml:trace contextRef="#ctx0" brushRef="#br2" timeOffset="190442.35">17053 10775 650 0,'3'-6'-7'0,"1"2"5"0,-4-4 8 16,3 6 3-16,0-3 5 0,-3-1 8 16,3 5 3-16,-3-5-3 0,3 3-1 15,-3 1-4-15,0 2 4 0,4 0-6 16,-4 0-3-16,0 0 6 0,0 0-4 0,-7 11 2 15,7-4 1-15,-3 0 4 0,3 4-9 0,-3-4 0 16,-4 2 3-16,4 1-1 0,3 1-6 16,-3-1 1-16,3-3-2 0,0 1-13 15,3 2-11-15,0-3-28 0,-6 1-81 0,6-4-144 16,1 2 210-16</inkml:trace>
  <inkml:trace contextRef="#ctx0" brushRef="#br2" timeOffset="190584.08">17083 10715 714 0,'-3'-15'-8'0,"-1"2"5"0,0 1 3 16,1 2 10-16,3 0 6 0,-3-1-3 15,3 4-4-15,-3-4 3 0,3 7-1 0,0-3-6 16,0 4-11-16,-3 0-15 0,6 1-28 16,-3 2-113-16,0 0-22 0,0 0 62 15</inkml:trace>
  <inkml:trace contextRef="#ctx0" brushRef="#br2" timeOffset="190930.23">17183 10730 492 0,'3'10'1'0,"-3"1"5"0,-3 0 5 0,3-1 7 16,0 2 9-16,-3 1-4 0,3-3-2 16,-7 1 6-16,7-3-1 0,-3 0 1 15,-1 2 0-15,1-4 7 0,3 1-5 0,-4-2 3 16,1 1 6-16,3-2 9 15,-3 0 1-15,3 0-3 0,-3 0-9 0,-1-4 3 16,4 0-4-16,0 0-3 0,-3-8-1 0,3 4-4 16,0-3-6-16,0-3 0 0,3-1-3 15,1-1-3-15,-1-2 1 0,3 1 0 16,5-5-7-16,-1 3-2 0,3 2 5 0,0-2 8 16,-3 5-8-16,3-2-2 0,1 5 4 15,-4 1-3-15,4 4 1 0,-5 0-8 0,1 4 3 16,-4 3 4-16,2 1-5 0,-2 2 4 15,-3 3-5-15,1 2 4 0,-4-1-2 16,0 1-3-16,-4-1 0 0,4 1-2 0,-3-1-16 16,3 1-20-16,-3-4-22 0,6 1-14 15,-6-3-75-15,6 4-244 0,0-5 99 0</inkml:trace>
  <inkml:trace contextRef="#ctx0" brushRef="#br2" timeOffset="191118.35">17406 10807 987 0,'-3'-6'-30'0,"0"-1"10"16,-1 3 13-16,4 1 15 0,-3-2 2 0,3-1 9 16,-3 2 0-16,6 1 7 0,0 2 6 15,1-5 7-15,5 3-3 0,2-1 1 0,5-1 2 16,1-2-1-16,2 1-5 0,2-1-5 16,2 2-8-16,-6-1-19 0,0 2-23 15,-1-2-13-15,-2 4-13 0,-1 0-16 16,0-2-12-16,-3 0-48 0,-3 1-198 0,-1 3 162 15</inkml:trace>
  <inkml:trace contextRef="#ctx0" brushRef="#br2" timeOffset="191317.96">17553 10647 867 0,'-10'-4'-24'0,"3"-2"13"0,-3 1 7 0,4-1 15 16,-1 5 6-16,0-5 8 0,0 5 2 15,1-5 0-15,3 3 1 0,-4 1 1 16,4 0-5-16,-1 2-4 0,4 0-2 0,-7 2-3 15,7 3 6-15,-3 2-10 0,6 0 7 16,-3 7-6-16,3-3 4 0,-3 3-4 16,0-3-1-16,0 7-5 0,0-3 3 0,0 2-14 15,0 0-20-15,0-3-19 0,-3 1-39 16,3 0-137-16,0-1-55 0,0-3 206 0</inkml:trace>
  <inkml:trace contextRef="#ctx0" brushRef="#br2" timeOffset="191645.19">17833 10437 773 0,'6'-19'13'15,"-6"2"16"-15,3 6 17 0,-3 1-8 16,4 2 4-16,-4 4 2 0,0-2-6 0,0 3-5 16,4 3-5-16,-4 0 3 0,3 9 8 15,-3-2 6-15,3 2-1 0,1 7 3 0,-4-4-2 16,3 6 3-16,0-1-2 0,0 5 8 15,-3-1-1-15,0 1-1 0,3 3 4 16,1-3 0-16,-4 3 1 0,-4 3 2 0,4-3 0 16,-3-3 3-16,3 1 1 15,-3 0-2-15,0-3-4 0,3-2 5 0,-3-2-3 16,-1-3 2-16,1 2-3 0,3-2 1 16,-3-4-5-16,3 4-4 0,-4-3-7 0,4 1-2 15,0-4-3-15,0 0-4 0,-4 1-3 16,8-4-14-16,-4 2-23 0,0-6-33 0,4 1-48 15,-4-1-35-15,0 0-31 0,10-4-26 16,-7 0-135-16,3-5-307 0,5 1-119 0</inkml:trace>
  <inkml:trace contextRef="#ctx0" brushRef="#br0" timeOffset="-84415.34">23966 470 348 0,'3'-14'74'0,"0"4"-39"0,2-1 6 0,-2 1-4 0,0-1-4 0,0 3-11 0,-3 2 0 0,4 1-5 0,-4 2-6 0,0 3-1 16,-7 22 1-16,1-1 2 0,-5 11 0 15,1 3 0-15,-4 8 0 0,-2 1-3 0,2 2 2 16,1-1-2-16,4 0-3 0,-5 0 9 16,7-5-1-16,-2-5-1 0,2 2-4 15,0-2 5-15,4 0-2 0,-4-2 3 0,4-5-2 16,0-2 0-16,0-1-8 0,-1 0 5 15,4-1-6-15,-7-2 10 0,7-2 6 16,-3-4-16-16,-1 5-2 0,1-8 8 16,0 2 0-16,3-3 0 0,-3-2 10 0,3 0 5 15,-4 1 28-15,4-4 8 0,0-2-9 16,-3-3-2-16,3-2 1 0,-10-7-11 0,6 1-1 16,-5-3-4-16,2-1-7 0,-3-5 4 15,3 2-6-15,-6-4-3 0,3-1-2 16,-3 3 1-16,3 0-3 0,2 2-3 0,-1 1-1 15,2 2-6-15,1 0 1 0,-5-1-4 16,8 10-2-16,0-2 0 0,0 6 0 0,3 4 3 16,3 1-1-16,0 2-3 0,0 2 2 15,8 6 3-15,-5-4-2 0,4 4-1 0,0 2 1 16,4-2 1-16,-5 1-6 0,5 2 10 16,-4-4-7-16,0 1 4 0,0 0-5 15,-3-4 2-15,2 1 2 0,1 0-4 0,-3-2 8 16,0-3 1-16,-1-1 13 0,-2-2 30 15,2-1 22-15,2-3 13 0,-2-1 2 16,4-4-4-16,7-7-10 0,-1 1-9 0,4-9-7 16,10-2-9-16,4-6-6 0,2-6-13 15,4-1-36-15,-3 0-56 0,13-5-56 0,3 2-43 16,-2-4-76-16,-2 7-207 16,4 0-102-16,-10 2-43 0</inkml:trace>
  <inkml:trace contextRef="#ctx0" brushRef="#br0" timeOffset="-77188.74">17776 9268 431 0,'-13'0'50'0,"-1"1"-23"0,4 2-12 0,-2-3-1 0,1 3-3 0,1-3-2 0,-4 1 5 0,5-1-7 0,-1 4-2 0,-4-4 4 0,8 2-1 16,-4-2 3-16,0 3-3 15,0-3 3-15,3 0-4 0,-3 0 2 0,3 0 3 16,-3 0-6-16,4 0 6 0,-4 0 0 16,-4 0-3-16,5 0-1 0,-5 0-1 0,1 0 4 15,0-3-1-15,-7 3-2 0,-1-2-3 16,5-2-2-16,-7 3 3 0,-4 1 0 0,0-3-1 15,0 0 1-15,0 3-3 16,-3-1 2-16,5 1 4 0,-2 0-5 0,0 0 0 16,0 0-1-16,4 0 2 0,0 1-3 0,-4 2 1 15,0 0 1-15,1-2 2 0,-1 5-5 16,0-1 3-16,3 1-2 16,-1-2-1-16,1 4 3 0,0-1 1 0,-2 3-2 0,6 0-2 15,-3 2-1-15,2 1 2 0,1-1 3 0,4 4-4 16,-1-1 0-16,1 0 4 0,2 2 1 15,1 1-1-15,0 0 1 0,2 4-1 16,-2-2-4-16,3 0 8 0,0 1-9 0,0 3 4 16,-4-2 0-16,5 0-1 0,2 2 0 15,-2 1-1-15,-2 0 5 0,4-3 1 16,-2 0-5-16,1 1 0 0,5-1-2 0,-3-3 8 16,2 5-1-16,-2-5 0 0,6-1-3 15,-3 4-3-15,0-5 4 0,3 1 3 0,0-3 1 16,3 6-4-16,-3-7-4 15,3 4 1-15,-3 0 9 0,3-1-6 0,0-2-1 16,1-1 0-16,-1 3 2 0,0-3 2 16,5 1-4-16,-2 3 3 0,4-3 5 0,-4-1-6 15,5 1 4-15,-1 1-5 0,-1-1 5 16,5 0-2-16,-1-2-6 0,1-1 1 0,-4 2-2 16,2-3 5-16,6 2 4 0,-6-5-3 15,6 0-7-15,-2 2 1 0,1-3 0 0,6 1 11 16,-3 1-11-16,7-2 5 0,-4-6-8 15,7 5 3-15,-3-1 2 0,0-2-2 16,0 0 3-16,-2 1 5 0,5-1-9 0,-3-2 0 16,3 3 5-16,-3-2-2 0,0 0 2 15,0-2-3-15,-4 0-1 0,0 3 1 0,0-6-7 16,4 1 13-16,-3 0-10 16,3-3 2-16,-5-1 0 0,2-1 1 0,-1 2 2 0,1-2-4 15,-5 0 1-15,2-4 1 0,-1 1-6 16,-1 3 11-16,-2-3-4 0,0-1-3 15,0 4 7-15,-4-4-9 0,0 3 2 16,0-1 0-16,1-3 2 0,-1 2-2 0,-3-2 5 16,4-1 0-16,-1-2-10 0,1 2 10 15,-2 1-3-15,1-3-4 0,-2 2 4 0,2-1-6 16,1-1 7-16,-1 1 5 0,-4 0-9 16,5 2 2-16,-1-4 0 0,1 4 3 0,-4-1 2 15,4-2-4-15,-5 3 20 0,4-1-18 16,1-1 5-16,-4-1-1 0,-1 0 2 15,2 5-2-15,-1-8 1 0,0 3 8 16,0 1-4-16,0-3 1 0,-4 1 0 0,1 0 2 16,0-2-1-16,0 2 3 0,-1-4-3 0,1 2 7 15,-4-3-4-15,0 5 2 0,1-1 2 16,-4-4 1-16,0 4 1 0,-4-6-2 0,1 3-2 16,-4 1-2-16,1-5 0 0,-1 2-2 15,-3 0-5-15,-3-6 7 0,0 3-3 16,-1 4-2-16,-2-4 0 0,-1 0-1 15,0 0-1-15,-3 4-1 0,0-2 2 0,1 6-5 16,-8-4-3-16,0 7-3 0,-3 3-8 0,-6 2-30 16,-2 0-33-16,2 8-29 0,-7 1-49 15,-5 1-184-15,2 8-51 0,-10 0 104 16</inkml:trace>
  <inkml:trace contextRef="#ctx0" brushRef="#br0" timeOffset="-71219.43">21273 8537 983 0,'0'-5'-44'0,"0"3"2"0,0-2 3 0,0-3 6 0,3 0 7 0,-3 0-3 0,7-1 7 0,-4-2 2 16,-3-1 2-16,3 3 3 0,0-3 3 15,2-2 5-15,1 1 2 16,-3 2 1-16,1-2 4 0,-1-1 1 0,0 3 1 0,0 3 3 16,0-4-5-16,1 4 5 0,0 2-2 15,-4-2 0-15,3 1-7 0,-3 5 5 16,3-2 3-16,1 3-2 0,-4 0-4 0,3 7 1 16,0-3 3-16,3 5 0 0,-2 0-6 15,3 4 4-15,0 2 4 0,-1 3-4 16,4-1 0-16,0 1 4 0,-3 0 2 0,3 1-4 15,0 1-3-15,0 3-1 0,-4-3 3 16,4-1-4-16,-6 2 5 0,3-4 2 0,-4 1 0 16,0-3 1-16,0 0-3 15,-3-1-2-15,4-1 7 0,-1-1-2 0,-3 1-3 0,3-2 13 16,-3-3-16-16,0 3 1 16,4-4 8-16,-4 0-4 0,0-1 5 0,0 2 0 15,3-4-4-15,-6 2-1 0,3-1 3 16,-4-3 2-16,1 1-6 0,0 2 0 15,-1-2 6-15,-2-2-3 0,3 2-5 0,-4 0 0 0,0 2-1 16,-3-3-1-16,0 3 1 0,-3-2-2 16,3 1 8-16,3-1-4 0,-3 0 3 15,-3-2-2-15,6 3 2 0,-3-2 2 16,3 1 2-16,1-1-5 0,3 1 10 0,-4-3 4 16,4 3-6-16,-5-3 7 0,8 0-3 15,0 0 3-15,0 0 2 0,11-8 1 0,-1 3-7 16,10-6-2-16,7 2-4 15,6-4-2-15,4-2-13 0,12-2-14 0,5-4-20 16,9-1-28-16,-3-3-143 0,-3 4-27 16,-4 5 81-16</inkml:trace>
  <inkml:trace contextRef="#ctx0" brushRef="#br0" timeOffset="-70028.65">21779 7250 605 0,'0'0'-28'0,"-3"-3"6"0,3 3 2 0,0 0 0 0,0 0 1 0,-6 0 1 0,6 6 4 0,-4-5 0 0,4 6 3 0,0-1 2 0,0 5-4 16,0-4 7-16,-3 2-1 15,3 1-1-15,0 3 2 0,0-1-1 16,0-1 6-16,0 2-3 0,3-5 3 0,-3 6-1 16,4-3 0-16,-4 0 5 0,3-1-1 15,0 0 1-15,0 2-1 0,1-5 1 0,-1 4-1 16,1-4 0-16,-1 0-2 0,0 1 1 15,1-2 5-15,-1 1 5 0,0-3-2 0,0 0 6 16,4 0 2-16,-4-1 2 0,1 0 5 16,3 0 3-16,2-3-5 0,-2-3 0 15,7 0-2-15,-5 0 1 0,1 1-1 16,4-4-2-16,-4 2 1 0,4 0 3 0,-5-2 2 16,4 1 3-16,-2-2 2 0,-2 1 3 0,-2-1-10 15,4-4 6-15,-5 4-7 0,4-3 3 16,-4 1-4-16,2-1-5 0,-5-4 8 0,3 3 1 15,-2-3-13-15,-4 3 12 0,3-4-8 16,-3-1-5-16,0 1 14 0,-3 1-14 16,-1-4-1-16,1 3 1 0,0 0-2 0,-5 1 0 15,2 1-1-15,-1 1-7 0,-2 3 2 16,-5 1-12-16,1 8-16 0,-4 0-15 16,-2 8-20-16,-8-2-58 0,3 4-171 0,-9 2 192 15</inkml:trace>
  <inkml:trace contextRef="#ctx0" brushRef="#br0" timeOffset="-66212.91">23719 8826 822 0,'-13'9'-4'0,"-4"-4"7"0,8-1 7 0,-1 2 4 0,2-5 3 0,5 3-2 0,-3-2 0 0,6 1 2 15,0-3-12-15,9 2 8 0,9-2 1 16,5 0-2-16,10-2-7 0,14-3 13 15,13 0-4-15,14-5-10 0,8 0 4 0,2-2 1 16,3-5 0-16,0 6-10 0,-8-4 3 16,-2 0 3-16,-14 2 0 0,-6 1-2 15,-1 2 3-15,-12 3 3 0,-8-1 0 0,-2-1 11 16,-4 5-2-16,-10 1 0 16,-4 2-5-16,-2 1 4 0,-7 0-7 0,-7 1 2 0,-10 5-3 15,-7-1-1-15,-10 0 8 0,-10 4-8 16,-10-2 8-16,-5 7-9 0,-12-4 3 15,1 0-3-15,-8-1 4 0,-5 4-9 16,10-2 7-16,-1 1-4 0,0-2 0 0,3-3 0 16,4 3 1-16,11-2 1 0,5-1 3 0,4-3 2 15,10 2 1-15,4-3-1 0,2 2 5 16,8-2-4-16,6-3 0 0,6 0-2 0,4 0 0 16,27-3 0-16,0 0-2 15,17-4 4-15,11-4-3 0,13 2-1 0,14-7-5 16,-1-2 2-16,-5 7-3 0,1-4 5 15,-17 5-10-15,-6 0-1 0,-8-1 0 0,-6 7-15 16,-10-1-29-16,-3 2-27 0,-10 3-47 16,-4 0-126-16,-7 3-82 0,-6-1 155 0</inkml:trace>
  <inkml:trace contextRef="#ctx0" brushRef="#br0" timeOffset="-54968.73">21496 11094 840 0,'-3'-10'-26'0,"0"1"7"0,-1 2 1 0,1-2 3 0,3 0 3 0,0 2-3 0,-4-2 3 0,4 1 2 16,0 4 1-16,0-3 2 0,0 1 0 0,0-2 2 15,0 7-5-15,0-5 8 0,0 5-3 16,0-5 3-16,4 6-2 0,-4-3 4 16,0 3-3-16,0 0 8 0,7 0-6 15,-7 0 0-15,3 3-1 0,-3 0 3 0,0 1-1 16,0 2-3-16,0-1 1 0,0-1 3 16,0 2-3-16,-3-2 0 0,3 2 2 0,0 1-1 15,-4 1 4-15,4-4-6 0,0 2 6 16,-3 1-4-16,-1 1-1 0,4-4 2 0,-3 2-4 15,0 1 6-15,-1-2-1 16,1 1 0-16,0-5-4 0,0 5 6 0,3-1-3 16,-4-1 0-16,4-1 0 0,-3 0 3 15,3 0-1-15,0-3 2 0,0 0 2 0,0 0 0 16,3-11-2-16,1 5 5 0,2-1-4 0,-3-3 4 16,4 1 3-16,-4-1-5 0,4-5 4 15,-3 2-4-15,2-2-3 0,-3 0 8 16,1 2-2-16,2 1-2 0,-2-1 3 0,0 1-5 15,-1 2 8-15,0 0-3 0,0-1-1 16,0 4 2-16,1 0-4 0,-4 0-1 16,3-1-3-16,-3 5 1 0,3 2 1 0,-3 1-1 15,11 4 2-15,-8 0-3 0,0 4-1 16,4 2 5-16,-4 1-1 0,0 3 2 16,5 1 3-16,-2 2-4 0,0 1 5 0,-2 3 0 15,2-2-4-15,2-2 11 0,-2 4-11 0,0-3 2 16,1-1 0-16,-1 1 0 15,2-3 0-15,-2 0-1 0,-2-2-6 0,-1-1 4 16,0-2-7-16,0 0 11 0,5-1-3 0,-8 1-4 16,3-3 4-16,-3 1-7 0,3-2 5 15,0 1-3-15,-3-3 4 16,4 4 9-16,-4-2-6 0,3-3 2 0,-3 4-6 0,0-6-3 16,-3 7 5-16,3 1-4 0,-7-2-4 15,1 0 11-15,1 1-7 0,-4 2-5 0,6-1 0 16,-7 1 2-16,-1-3 2 0,5 1 2 15,-1 1 0-15,1-2-5 0,-2 2 2 0,2-3 2 16,-1 1-3-16,4-3 2 0,-3 3 4 16,3-3-6-16,3 2 2 15,-8-5-2-15,5 5 6 0,3-5-1 0,-3 3 0 0,3-4 10 16,0 0-2-16,0 0 1 0,23-8-2 16,-10 4 4-16,7-6-3 0,4-4-2 15,3 2-2-15,6-5-2 0,0-1 1 16,1 3 5-16,2-2-7 0,-3-1-3 0,1 3 5 15,-1-2-15-15,-3 3-29 0,0 3-27 16,0-3-34-16,-6 6-115 0,2-1-144 0,-5 1 131 16</inkml:trace>
  <inkml:trace contextRef="#ctx0" brushRef="#br1" timeOffset="102725.62">18650 2850 633 0,'-4'4'-1'0,"0"2"3"0,4-3 7 0,-3 1 1 0,3-1 12 0,-3-2 7 0,3 3 0 0,0-2 2 0,0-2 5 15,-3 2 5-15,3 1-2 16,0-3 7-16,0 0-3 0,-3 3 8 0,3-3 5 16,0 0 2-16,0 0-2 0,0 0 3 15,0 0 2-15,0 0 5 0,0 0-6 0,0 0 1 16,0 0-8-16,9-8 0 0,-9 2 0 16,3 2-4-16,5 0 0 0,-2-5-7 0,1 1 0 15,-1 0-4-15,8-5-5 0,-1-2-1 16,4-3-4-16,3 1 1 0,0-6-2 15,7-2-5-15,6-6-1 0,3-2-2 0,12-10-4 16,-2 0-4-16,27-17 2 0,1 0-6 16,-1 3 2-16,10-1-4 0,1-2-1 15,9 7 3-15,-3 1-3 0,7 0 1 0,-4 7-3 16,0 0 1-16,-3 2 2 0,-17 8-4 0,-6 5 1 16,-7-1 0-16,0 5 0 15,-10 2-2-15,0 3 3 0,-6 1 0 0,-8 3-2 16,-3 4 1-16,1-2-1 0,-4 1-1 0,-7 3-1 15,1 1 3-15,-2-1-3 0,-1 2-2 16,-4 0 4-16,-1 2-2 0,-2 0 1 0,-1 2 0 16,0-1 0-16,1 2 2 0,-5 0-2 15,2-2 0-15,-5 4 2 0,4-3-2 16,-3 1 2-16,-4 3 0 0,4-2 2 16,0 0 0-16,-4 2-2 0,0-2 4 15,0 0 2-15,1 3 0 0,-1-5-1 0,0 5-5 16,-3-2 6-16,0 2-1 0,4-4-1 0,-1 3-3 15,-3-2 2-15,-3 0-3 0,-1 2 2 16,1-2-4-16,0-2 2 0,-4 2-1 0,1 1-1 16,-1-3-1-16,-3-1-1 0,3 5 3 15,-3-2-1-15,4 0-2 0,-5 1 2 16,2-3-1-16,-1 1 1 0,2 3 0 0,-1-2-2 16,-1 0 0-16,3 3 0 0,0-1 1 15,1-2-2-15,-1 0 1 0,4 3 3 0,3 0-1 16,-11-2-2-16,8 2 2 0,3 0-2 15,-6-3 0-15,6 3 2 0,-3-2-2 16,-1-2-2-16,4 4 3 0,-3 0-3 0,3 0 1 16,0 0-1-16,0 0 0 15,7-1 0-15,-7 1 4 0,17 5 0 0,-4-3-2 16,-1 3 3-16,6 1 1 0,-2 1-2 16,4-2-1-16,-3 0 6 0,-1 0-7 0,1-1 2 15,0 2 0-15,-4-1 0 0,4 0 0 16,-4-3 3-16,-3 4-5 0,3-5 2 0,-2 2 1 15,-5 0-3-15,4-2 0 0,-4 3 3 16,2-2-2-16,-5 1-2 0,0-1 3 16,0 4 0-16,-3-2 1 0,-3 0 0 0,0 7-2 15,-3-4 2-15,-5 4-2 0,-2-4-6 16,3 3-23-16,-4 0-29 0,1 2-34 0,-4 1-25 16,1-1-16-16,-1-1-36 0,7-1-143 15,-7 1-131-15,1 3 47 0</inkml:trace>
  <inkml:trace contextRef="#ctx0" brushRef="#br1" timeOffset="103263.63">20880 1392 1145 0,'3'-7'-54'0,"0"-1"9"0,0 1 12 0,0 1 6 0,2 2 3 0,-5-1 4 0,0 2 0 0,3 1 1 16,-3-2 4-16,0 4 1 0,0 0 3 0,0 0-1 16,-3 14 4-16,-2-7 0 0,5 3 3 15,-3 5 0-15,0 0 1 0,0-1 1 16,3 4 6-16,0 0-2 0,0 0-4 0,0-1 7 15,3 1 1-15,0-3-3 16,5 2 4-16,-5 4 0 0,7-7 7 0,-4 4 8 16,0 0 8-16,2-4 2 0,2 1 9 15,-4-2-4-15,0-1 9 0,5-2 7 0,-4 1 13 16,-1-3 8-16,0 3 12 0,2-4 8 16,-2-1 9-16,-2-1 9 0,2 0 0 0,1-3 2 15,0-2-5-15,-1-5-9 0,1 3-2 16,-1-6-8-16,1-2-7 0,0-2-6 15,3-3-8-15,-4-2-5 0,4-1-5 0,-3 0-1 16,0-2-10-16,-4 1-4 0,0 1-1 16,1 0-3-16,-4 1-5 0,0 2-3 15,0-3 1-15,0 1-10 0,-4-1 0 0,1 3-5 16,0-2-2-16,-4 3-3 0,4 0-1 0,-1 3-5 16,1 3-4-16,0 0-8 0,-4 3-27 15,-3 1-19-15,-3 8-32 0,-4 6-36 16,0 7-27-16,-6 1-23 0,0 7-24 15,3 0-137-15,-4 1-314 0,5 3-143 0</inkml:trace>
  <inkml:trace contextRef="#ctx0" brushRef="#br1" timeOffset="125502.5">17436 16015 433 0,'-6'9'25'0,"-1"-2"-7"0,1 10-5 0,1-3-7 0,2 4 7 0,3-6-8 0,3 11 7 0,-3-1 2 0,8-3 0 0,-2 6 2 16,-2-1-2-16,2-5 2 0,4 6 3 15,0 0 2-15,-3-1-7 0,2-5 1 0,2 1 5 16,-1-2-9-16,-4 0 8 0,5-4 7 16,-1-2 1-16,-1 1 7 0,-2-2 0 0,3-3 3 15,0 1-3-15,0-7 6 16,4 4-7-16,-5-6 1 0,1-6-3 0,4 4 2 16,-4-7 5-16,0 2-7 0,0 0 5 0,-4-5 1 15,1-1-12-15,0-5 1 0,-3 6 1 16,2-8 2-16,-6 1-1 0,3-5-2 15,-3-1-3-15,0 6 2 0,0-5-1 0,0 5 0 16,0-1 0-16,-3 2-1 0,0-1-5 16,-4 1-3-16,0 5 1 15,-3-5-5-15,4 4 2 0,-5 3-2 0,-2-3-4 0,3 3 2 16,0 3-2-16,-3 0-2 0,-1-1 0 16,4 8-8-16,-3-5 6 0,0 6-13 0,-4 6-8 15,3-5-25-15,-2 10-25 0,-4 3-19 16,-7 3-96-16,0-9-237 0,5 10 69 15</inkml:trace>
  <inkml:trace contextRef="#ctx0" brushRef="#br1" timeOffset="126764.6">19316 15940 1053 0,'-3'0'-49'0,"3"0"15"0,-7 0 10 0,7 0 12 0,-6-3 10 0,6 3 7 0,0-6 0 0,0 6 7 0,-3 0 5 16,3 0 0-16,3-7 1 15,-3 6 2-15,0-5 3 0,3 4-6 0,0-7 10 16,0 8 2-16,1-6 1 0,-1-1-6 16,3-1 4-16,-1 2-4 0,-2 0 6 0,7 2 4 0,-4-8-5 15,-3 4 4-15,5 0-3 16,-2 2 1-16,1-5-1 0,-1 5 1 0,0-8-7 0,2 6-2 16,-5 2-1-16,4-2-4 0,-1 0 3 15,-3 8-3-15,0-6-3 0,1-1-3 16,0 5-4-16,2-3 3 0,-2 5-6 15,-1-5 5-15,-3 6-2 0,0 0 0 16,6 7 3-16,-3 2-2 0,1-1-1 0,0-1 0 16,-1 3-3-16,-3-1-3 0,3 4 5 15,1-1-2-15,-1 4 1 0,0-1-1 0,0 3 2 16,1-1 2-16,-4-1-5 0,3 2-2 16,1 0 3-16,-4 2-2 0,3-2 2 0,-3 0-2 15,0-1 0-15,0-1 0 0,3 1-2 16,-3-3 2-16,0-2 0 0,0 4-2 15,0-7 1-15,0 7-1 0,0-7-1 0,0 4 4 16,0-2 0-16,0-4 5 0,0 0-9 16,0-2 1-16,4 2 3 0,-4 0-1 15,-4 4-2-15,8-5 2 0,-4-5-4 0,0 6 9 16,0-7-7-16,0 9 2 0,0-7 0 16,0 4-3-16,0-5 4 0,0-1-2 15,-4 7 0-15,4-7-3 0,-3 9 5 16,-4-7-1-16,0 5 0 0,-2-7-2 15,-1 7-2-15,2-7 3 0,-1 9 4 0,-1-7-3 0,-4 4-1 16,8-5-1-16,-4 5 3 16,-1-5-3-16,5-1 3 0,0 0 1 0,-1 9 20 15,1-9 4-15,6 0-1 0,0 0 0 0,0 0-3 16,13-9-1-16,3 2-2 0,7 0-6 16,7-4 1-16,7-3-3 0,0 3-2 15,13-3-4-15,0-4-2 0,-4 0-15 0,5 4-27 16,-9 2-24-16,9-3-31 0,-11-1-17 15,0 7-24-15,-7-7-114 0,1 7-218 16,-4 0 27-16</inkml:trace>
  <inkml:trace contextRef="#ctx0" brushRef="#br1" timeOffset="130747.39">16963 18089 1203 0,'-17'6'-67'0,"4"1"10"0,2 1 8 0,5-1 4 0,-1 3 11 0,7 2 3 0,-3 4 3 0,6 3 4 0,-3 5 6 0,4 1 0 0,2 0 3 0,2 4 2 16,1-1 8-16,1 2-2 0,4-3 3 16,-1-4 2-16,4 2 9 0,-7-5 3 15,-1-1 6-15,5-1 9 0,2-5 7 16,-2 2-2-16,2-5 12 0,1-3-4 0,-1-5 1 15,2-2 6-15,-2-2-7 0,1-4 1 0,0-1-7 16,-4-5-4-16,0-2 0 0,1-7 2 16,-8 0-6-16,-3 0-6 0,-6-2-1 15,0-2-5-15,-7-2 5 0,-4 2-5 16,-2-4-3-16,-4 8 1 0,-4-4 1 0,1 4-4 16,3 2-2-16,-6 1-13 0,-1 3-10 15,3 5-14-15,2 3-8 0,-2 7-22 16,0 0-40-16,-2 7-175 15,-1 8-19-15,-3 5 188 0</inkml:trace>
  <inkml:trace contextRef="#ctx0" brushRef="#br1" timeOffset="133078.46">20703 18024 878 0,'-4'3'42'0,"1"0"-8"0,0-3 6 0,3 0 0 0,0 0 6 0,3-10-1 0,-3 2 2 0,7-2-1 0,-4 0-1 0,7-2 5 15,-6-1 0-15,5-5 1 0,1 4 2 16,1 2 2-16,-5 1-1 0,1-2-4 16,-1 3-1-16,-3 1-9 0,2 2-4 15,1 1-2-15,0 1-5 0,1 5-2 0,-1 5-1 16,2 1-2-16,1 2-2 0,1 9 0 15,4-3 1-15,-1 1-2 0,4 6-2 0,-4-5 2 16,7 5-7-16,-7-1 4 0,1-2-3 16,-4-2 0-16,3 1-3 0,-3 0 4 15,-3-1-5-15,-4 0 0 0,0 2 0 0,-3-4 0 16,0-2-2-16,-3 1 2 0,-3-1-2 16,2 1-4-16,-6-2 4 0,3-3 2 15,-2 0 5-15,-1 1 2 0,-1-5 8 0,2 0-1 16,2 2 1-16,-4-1 9 0,5 1 0 15,0-5 0-15,-1 2-1 0,4-3-3 16,3 0-5-16,-8-4-7 0,8-2 1 0,8-1-3 16,-2-4-4-16,10 1-12 0,8-5-27 15,3 1-37-15,6-4-43 0,7 3-37 16,7-7-52-16,-1-2-187 0,1 5-186 16,-1-1-69-16</inkml:trace>
  <inkml:trace contextRef="#ctx0" brushRef="#br1" timeOffset="135401.22">22336 4221 1445 0,'11'-10'-56'0,"1"3"12"0,1-2 23 0,1-1 4 0,2 0 4 0,-2 0 9 0,2-1 1 0,-2 2-1 15,-4 1 1-15,0 0 5 0,-3 4 6 16,3-4 0-16,-4 4 4 0,1-2-10 0,0 2 5 16,0 1-5-16,-1-1-2 0,-3 0 2 15,0 4-1-15,1 0-1 0,3 0-4 16,-4 3 9-16,1-2-7 0,2 6 0 15,-3 0 5-15,4 0-7 0,0 1 4 0,3 2 0 16,-4 1 6-16,1 0-2 0,0 2-1 16,3-1-2-16,-4 1 6 0,1-1-3 0,0 1 0 15,-4-1-6-15,4 1 3 0,-4 2 1 16,0-4-3-16,1 3-1 0,-1 1-2 0,0-4 3 16,-3 6 4-16,0-5 0 15,0 1 3-15,-3-1-5 0,3 1 0 0,0-5 1 0,-3 2-1 16,3 1-1-16,-4-1 4 15,4 1 0-15,-3-4-5 0,0 3 7 0,0-2 0 16,-1-4-6-16,1 4 6 0,-4-1-5 16,0 0 4-16,1-1-4 0,-1 1 5 0,0-4-2 15,1 2 1-15,2-1 1 0,1 2 3 16,-3-5 2-16,2 3 4 0,1 1 9 16,3-3 4-16,-3-2 3 0,3 3 3 15,0-3-4-15,0 0-1 0,13-5-5 0,0 0-1 16,10 0-7-16,1-5-5 0,9 0-41 15,7-2-35-15,1-1-32 0,1-7-31 0,-5 4-190 16,-1-2-43-16,2 2 127 0</inkml:trace>
  <inkml:trace contextRef="#ctx0" brushRef="#br1" timeOffset="135828.73">22720 3654 930 0,'-30'-4'-48'0,"3"0"5"0,-6 0 6 0,-4 4 9 0,-3 3 7 0,-3-2 7 0,-5 7 5 0,-1 2 0 0,-1 5 0 0,-4 6 11 16,1 6-2-16,0 6-1 0,13-1-2 16,-1 8 3-16,8-2 0 0,6-1 4 15,5 6 0-15,5-3 2 0,7-5 0 16,-1 3 1-16,5-5 2 0,6 0 4 0,3 3 2 15,5-6 0-15,1 3-5 0,4-7 3 0,4 5 4 16,4-9-2-16,-2 0 2 0,8 2 4 16,0-7-2-16,3-2 9 0,3 0 9 15,3-5 4-15,1-5 8 0,4 1 1 0,-2-2-2 16,1-4 1-16,4-4-9 0,2 3-1 16,-2-4 4-16,-1 0-8 0,0-2 0 15,-3-1 2-15,3-1 0 0,-3 1 10 0,-2-3 2 16,-2-2-2-16,-3 1 1 0,1-2-3 15,-4-3-3-15,-4 2-4 0,1-2-3 16,-11 3-4-16,1-5-2 0,-7 1-2 0,0-6-5 16,-7 2-3-16,1-6-4 0,-8 2-2 15,-6-7-19-15,-3 1-23 0,-7-6-21 16,-7 3-41-16,-3 2-32 0,-13 4-80 0,4 1-299 16,-2 6-6-16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20:01:48.820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18453 2777 245 0,'6'0'70'0,"-3"0"-30"0,5 0-2 0,-2 0-12 0,-3 0-2 15,1 2-8-15,-1-2-7 0,-3 0 4 0,6 0-4 0,-1 0-2 0,-5 0 0 0,0 0-11 16,9 0-12-16,-9 0-84 0,10 0-31 16,-4-2 44-16</inkml:trace>
  <inkml:trace contextRef="#ctx0" brushRef="#br1" timeOffset="12473.77">25142 4365 777 0,'0'2'5'0,"-3"-2"-3"0,3 0 8 0,8-6 0 0,-5 2 3 0,0-3 4 0,4-3 8 15,-1-2 0-15,4-1 5 0,0-6 4 0,6 2 5 16,-2-2 1-16,-1-1 6 0,-2 5 3 15,2-3 3-15,0 3 8 0,-6 2-13 16,0 4-3-16,-1-1-5 0,4 3-6 0,-7 0-7 16,1 7 3-16,-1 7-7 0,-3 0-2 15,4 3-3-15,-4 5-5 0,3 3 5 16,0-1 1-16,4 3-5 0,-4 0-1 0,4-1 0 16,0 5-1-16,-1-6 1 0,-3 3-3 15,4-2-2-15,-4 2-1 0,1 0 0 16,3-3 1-16,-4 3 0 0,0-3 2 0,-3 0 4 15,3-4-7-15,-3 1 0 0,0 0-2 16,0-1 3-16,-3-3 2 0,3 2-1 16,0-3-2-16,-3-1 4 0,0 2-3 0,-4-1-2 15,0-3 3-15,-3 3-1 0,0-2-3 16,-3 2 2-16,3-3-2 0,0 1 4 0,3-1-1 16,-6 1-1-16,6-3 3 0,1 3 0 15,2-4 7-15,-6-1-1 0,7 2 6 16,0-3-2-16,3-2-1 0,16 0 1 15,-6 0-6-15,10-2-3 0,7-2-1 16,6 3-7-16,-3 1-9 0,0-3-45 0,0 0-39 16,-7 6-23-16,1 0-19 0,-11-2-30 15,-7 5-313-15,2 2 16 0</inkml:trace>
  <inkml:trace contextRef="#ctx0" brushRef="#br1" timeOffset="12681.78">25169 4845 1235 0,'-13'5'-59'0,"4"-2"10"0,1-2 12 0,2-1 12 0,6 3 15 0,0-3 15 0,9 0 3 0,5 0 12 16,2 0-9-16,11 0 4 0,6-3 1 15,5 3-2-15,5 0-4 0,7 0 1 0,3 3 5 16,-3 0-7-16,4-2 2 0,-5 3 0 16,-2-2-5-16,-4 1-1 0,-6-1 2 15,-4 1-3-15,-3-3-4 0,-3 3 4 0,0-2-15 16,-4-2-15-16,-2-2-21 0,1-2-23 15,2-5-40-15,-7 0-222 0,2-5 154 0</inkml:trace>
  <inkml:trace contextRef="#ctx0" brushRef="#br1" timeOffset="13074.16">26406 4185 846 0,'4'-10'-37'0,"-4"0"14"0,3-1 9 16,-3 3 9-16,0 2 10 0,0-2 12 0,-3 4-8 15,3-4 1-15,0 3 3 0,0 3 0 0,0-4-6 16,0 6 0-16,0 0-3 0,-4 10-2 15,-3 2 2-15,1 9-4 16,-1-1 5-16,4 5 4 0,0 1-4 0,-5 7 0 16,5-1-3-16,0 3 2 0,3 1 2 15,-3-1 3-15,3 1 0 0,0-4-5 0,-7-6 2 16,7 3 6-16,0-8-1 0,0 3 10 16,-3-5 12-16,3-1 8 0,0-4 4 0,-3 3 4 15,3-5-7-15,0 1 0 0,0-5-6 16,-4 1 0-16,4-4-6 0,0-1-7 15,0-4-24-15,0 0-37 0,0 0-27 0,4-7-33 16,-4 0-89-16,0-1-138 0,6-2 160 16</inkml:trace>
  <inkml:trace contextRef="#ctx0" brushRef="#br1" timeOffset="13395.31">26940 4040 848 0,'9'-8'-31'0,"-2"1"9"0,-4 2 10 16,8 0 0-16,-11 3 6 0,0-1 0 0,3 0 0 16,0 3 1-16,-3 0 4 0,0 13-3 15,0-1 0-15,-3 2 6 0,3 7-3 16,-3 4 0-16,3 0 1 0,0 4 4 0,3 4-3 16,0 3 3-16,0-5 0 0,1 5 7 15,2-3-9-15,-3-2 8 0,5-2-8 0,-5-4 3 16,0 0 0-16,0-5 8 15,1 2 15-15,-4-3 8 0,3-1 5 0,-3-2 10 16,3-1-2-16,0-3 6 0,-3 1-5 16,0-3 3-16,8-1-2 0,-8 2-11 15,0-4-8-15,0 0 2 0,3-1-5 0,0-5-9 16,-3-1-24-16,0 0-33 0,0 0-34 0,10-8-25 16,-7 0-128-16,8-2-95 15,2-3 165-15</inkml:trace>
  <inkml:trace contextRef="#ctx0" brushRef="#br1" timeOffset="13602.01">27939 4045 819 0,'0'8'-44'16,"-3"-1"5"-16,0 0 9 0,-4 5 7 0,1 1 8 15,-8 2 2-15,4 3 1 0,4 2 1 16,-5 0 4-16,5 1 4 0,6 3-1 15,0-2 1-15,0 3 2 0,9 3-5 0,5-2 2 16,2-2-1-16,8 1-5 0,3-6-4 16,6-2-4-16,7-2-1 0,-7 2-11 15,8-9-31-15,-2-2-91 0,-2-1 51 0</inkml:trace>
  <inkml:trace contextRef="#ctx0" brushRef="#br1" timeOffset="13709.8">28703 4360 404 0,'3'-3'1'0,"0"0"6"0,8 2 5 0,-8 1-5 16,0-3-1-16,4 3 0 0,-4-4-15 0,7 4-68 16,-6 0-45-16,12 4 42 0</inkml:trace>
  <inkml:trace contextRef="#ctx0" brushRef="#br1" timeOffset="13843.93">29996 4454 374 0,'0'0'11'16,"-20"0"-2"-16,0 0 2 0,3 0-6 16,-6 3-4-16,-7 0-31 0,-4-2-164 0,-12 5 130 15,-7-1 22-15</inkml:trace>
  <inkml:trace contextRef="#ctx0" brushRef="#br1" timeOffset="14199.65">26506 4932 198 0,'13'0'8'15,"17"3"0"-15,21-6 1 0,15-1-4 0,34-2 0 16,60-5 2-16,17 3-1 0,23-3-1 16,20 1 1-16,13-2-1 0,4 3 1 15,-8 1 5-15,2 0 0 0,-5-1 2 16,-9 1 9-16,-10 2 4 0,-21-5 2 15,-15 3 17-15,-22-5 3 0,-39 5 17 0,-26 4 21 0,-11-2 17 16,-16 1 15 0,-11 3 2-16,1-2 0 0,-4 3-3 0,-10-5-6 0,-3 5-5 15,-3-2-6-15,0 0-8 0,0 1-8 0,-10 2-10 16,2-3-2-16,-2 3-11 0,3-2-8 16,-10-2-5-16,10 3-6 0,-13 1-5 15,3 0-6-15,6-3-7 0,-9 3-22 0,0 0-15 16,-1 0-23-16,4 0-31 0,-10 0-38 15,0 3-27-15,-13 2-39 0,0 0-128 16,-7 4-149-16,-7 2 45 0</inkml:trace>
  <inkml:trace contextRef="#ctx0" brushRef="#br1" timeOffset="17243.72">26333 5279 1205 0,'-10'-9'-13'0,"4"0"10"0,1 5 17 0,2 0 4 0,0-2-2 0,0 4-3 0,3-1-6 0,0 1 1 0,-7-2 0 16,7 4-5-16,-3 9 2 0,3 0 3 15,3 4-7-15,4 6 1 0,-7 2 4 0,3 1-2 16,0 3 4-16,0 0-2 0,2 0-2 16,-2 0 8-16,0 0-14 0,-3 0-41 0,3-1-34 15,-3-2-57-15,7-2-232 16,-7-5 120-16</inkml:trace>
  <inkml:trace contextRef="#ctx0" brushRef="#br1" timeOffset="17568.32">26636 5354 959 0,'3'-25'-19'15,"-3"3"15"-15,4 1 16 0,-4 7 8 16,0 2 15-16,0 2 2 0,3 0 2 0,-3-1-2 16,3 2 1-16,0-1-8 0,11 3-4 15,2-6-1-15,8 5-5 0,3-2 0 0,3 5-1 16,0-2-6 0,0 7 1-16,-7 1-2 0,0 8-4 0,-3 0 3 0,-6 7 1 15,-4 4 0-15,-7 0-5 0,-3-1-1 16,-3 2 2-16,-4-1 2 0,4 0-4 15,-4-6 1-15,7-1 1 0,-7-1 7 16,7 1-3-16,0-1 0 0,-3-1-2 0,6-4-2 0,4 0 3 16,-4 0-6-16,8 2 2 15,5-4-1-15,1-1-2 0,10 2 1 0,-11-1 0 16,4-3 2-16,4 3-1 0,-8-2-4 16,4 1 4-16,-7 2-8 0,4-5 6 0,-7 5-3 15,4 2 0-15,-11-1 4 0,-6 3 3 16,-8 5-1-16,-5 0-4 0,-14-1-1 0,-14 7-22 15,1 0-43-15,-7-2-38 0,-7-5-65 16,11 4-252-16,-11-2 72 0</inkml:trace>
  <inkml:trace contextRef="#ctx0" brushRef="#br1" timeOffset="18190.18">25356 5240 1114 0,'-3'-8'-31'0,"3"1"13"0,0-1-2 0,-4 6 2 0,1 2 4 0,3 0-3 0,-13 13 5 0,6 1 10 0,-3 9 8 15,4-2 0-15,-8 10 3 0,4-1 4 16,4 2-1-16,-4-1 3 0,6 1 9 0,4 1-4 16,-7-4-6-16,4-1 4 0,0 0-9 15,3-3 9-15,0 0-10 0,0-3-1 0,3 0-3 16,-3-1-26-16,0-6-24 0,3 2-21 15,4-7-53-15,-3 1-190 0,6-7 174 16</inkml:trace>
  <inkml:trace contextRef="#ctx0" brushRef="#br1" timeOffset="18514.55">25550 5378 786 0,'0'-8'-32'0,"0"5"10"15,-3 1 0-15,3 2 5 0,0 0 8 16,-11 13 8-16,8-5 4 0,-7 3 4 0,7-1 1 15,0 0-1-15,-2-2 0 0,2-1 1 16,3 1 6-16,-3-3 4 0,3 0-5 0,3-1 16 16,5-1 6-16,1-3-1 0,7 0 17 15,5 0-3-15,-4-3 3 0,2 2 16 16,-2-5 10-16,3 4 9 0,-6-3 12 16,2 0 7-16,-2-1 0 0,2 2 4 15,-6-4-4-15,0 2 1 0,0 2 0 0,-3 0-1 16,0-2-1-16,2 4-10 0,-2-1-9 15,0 1-11-15,0-2-10 0,-4 4-6 16,0 4-6-16,0 3-7 0,-3 7-3 0,0 3-2 16,0 5-4-16,0 0-6 0,0 3-4 15,0 0-8-15,4 3-15 0,-4-3-27 0,6 0-39 16,5 4-46-16,-5 3-41 0,7-1-36 16,1-1-88-16,-1 1-179 0,4-2-90 0,-4 4-47 15</inkml:trace>
  <inkml:trace contextRef="#ctx0" brushRef="#br1" timeOffset="27563.85">7643 13209 1451 0,'9'-9'-42'0,"2"6"5"0,-8-7 1 0,-3 6 1 0,-3 4 4 0,3 0 5 0,-20 8 0 0,7 9 0 0,-14 9-7 0,-6 20 6 16,-4 7 22-16,-10 29 8 0,1 3 9 15,2 5 22-15,8 0-5 0,5 2 11 16,8 1-1-16,13-9 11 0,4-11-2 16,9 2-3-16,10 0-3 0,14 18-3 0,9-3-5 15,11-11-4-15,10-4-9 0,10-1-3 16,6-17-19-16,7-6-11 0,4-2-31 0,-8-17-16 15,0-7-19-15,-5-7-86 0,-8-3-263 16,4-11 64-16</inkml:trace>
  <inkml:trace contextRef="#ctx0" brushRef="#br1" timeOffset="28060.03">10786 13797 1099 0,'-10'-6'-34'0,"4"6"16"0,-2-1 10 0,2 1 1 0,-4 0 7 0,4 0 16 0,3 1 1 0,-2-1 19 0,-1 6-5 16,6-6 6-16,0 2-9 0,3 4-2 15,5-3 1-15,1 4 1 0,4-7-3 0,1 7-3 16,5-7 0-16,2 8-2 16,-1-8-6-16,7 0 5 0,3 0-8 0,-4 0 2 15,4 0-4-15,4 0-8 0,-5 0-32 16,5 0-33-16,-4-8-54 0,0 8-202 0,-4-6 13 15,-2 5 177-15</inkml:trace>
  <inkml:trace contextRef="#ctx0" brushRef="#br1" timeOffset="28274.98">11020 13655 812 0,'-17'-8'-9'0,"7"-2"13"0,3 3 3 0,-3 2 9 16,7 2 6-16,-4-3 0 0,1 5 21 0,-1-2-3 15,0 0-1-15,0 2-7 0,4 1-5 16,-3 1-5-16,-1 5 4 0,0 4 2 16,0 2 13-16,1 9 1 0,-4 1 1 0,3-3-5 15,-3 12-5-15,4-3-3 0,-1 4-3 16,4-6-5-16,0 5 5 0,3 2-32 0,0-4-23 16,3 2-12-16,-3 1-18 0,3-5-23 15,0 4-185-15,-3-6-60 0,0 3 160 0</inkml:trace>
  <inkml:trace contextRef="#ctx0" brushRef="#br1" timeOffset="28816.96">14669 12897 914 0,'-6'-20'-4'0,"2"9"12"0,1 0 21 0,3 3 18 0,0 1 4 0,0 0 4 0,0-1 1 0,0 3-2 0,0-3-6 0,-3 4 2 0,3 1-10 16,0-2-4-16,3 5-3 0,-3 0-1 16,13 9 0-16,4 4 19 0,7 12 7 15,6 3-1-15,6 13 2 0,4 8-5 0,14 20-3 16,-5 5 2-16,-2-2-8 0,-10-5 0 0,-11-12-4 16,-8 5-3-16,-2 0-2 0,-10-2-3 15,-6-8-1-15,-3 4-3 0,-10 9 0 16,-7-2-5-16,-17 15-34 0,-13 5-38 0,-3-6-34 15,-10 0-31-15,-5 0-32 0,-4-7-150 16,-12-2-223-16,-3-6-23 0</inkml:trace>
  <inkml:trace contextRef="#ctx0" brushRef="#br1" timeOffset="31290.06">5399 13858 1367 0,'-3'0'-50'0,"-4"1"13"16,4-1 11-16,3 0 6 0,-6 0 13 0,6 0 5 0,-8-1 9 0,5-2 28 0,0 3 10 0,3-8 6 0,-3 1 4 0,3-3 3 0,3-4-3 15,3 6-2-15,2-3 1 16,1-6-4-16,4 2-5 0,1-1-1 0,2 1-5 15,2 3-4-15,-2 5-1 0,4-3-6 0,0-4-3 16,4 13-5-16,2-6 2 0,-3 7-4 16,4 0-3-16,0 7-3 0,-4-6 0 15,4 5 0-15,-7 5-3 0,0 3-3 0,-1 4 6 16,-5-3-4-16,-4 2 1 0,-7 8 3 16,0-6-1-16,-6 12 0 0,-7-6-1 0,-2 8 0 15,-9-8 0-15,-2 0 0 0,-1 0 3 16,1 0 1-16,-3-6 5 0,2 4 2 0,4-11 14 15,4 3 11-15,-1 1 8 0,0-9 7 16,3 5 3-16,5 1 8 16,-4-5 1-16,5-4-7 0,-4 3-5 0,5 1-1 0,0 1-2 15,3-2-7-15,-2-7-5 0,3 7-3 16,6-5-6-16,3 4-6 0,12 4-1 16,5-3-4-16,10 5-2 0,4 1-4 0,13 5 3 15,-4 0-7-15,11 4 1 0,-3-3 1 16,-5 4-1-16,2 2-6 0,-1-6 1 15,-4 5-1-15,-3-6 0 0,-5-4-2 0,-5 4 0 16,0-3-1-16,-9-5 2 0,-2-3-2 16,2 4 5-16,-4-3 5 0,-7 0 15 0,4 1 6 15,-7-2 0-15,-1 0 0 0,5-5-7 16,-4 7-5-16,0-9-3 0,0 7-4 16,0-7-20-16,-3 7-50 0,0-7-59 0,-4 2-68 15,7 4-45-15,-10-6-68 0,6-6-203 16,-2 4 39-16,2-5-179 0,-2 0-131 15</inkml:trace>
  <inkml:trace contextRef="#ctx0" brushRef="#br1" timeOffset="37140.07">6033 13216 1544 0,'-3'-1'-93'0,"3"-2"16"0,-4 0 3 0,4 3 10 0,0 0 3 0,-7 13 5 0,4-5 5 0,-4 3 6 0,1 10 5 0,-1 1 7 16,0 16 7-16,1-5 9 0,-4 9 2 16,3 1 8-16,-3 4 7 0,3 0-1 15,-2 2 5-15,2-7 5 0,-4-2-5 16,5-6 3-16,0 7 1 0,2-15-1 0,1 5 6 16,-4-6 3-16,3-6 6 0,1 5 0 15,0-9 7-15,3-4 0 0,0 3 5 0,0-10 7 16,0 2-4-16,3-12 0 0,-3 6 6 15,7-12-2-15,0-1 5 0,-4-5 15 16,4-1 1-16,-1-4 2 0,1-10-1 0,0 0 2 16,0-3 3-16,2-3 0 0,2-7-5 15,-1 0-8-15,-1 2 1 0,-2 2-4 0,7-5-4 16,-5 4-2-16,5 0-1 16,-1 4-6-16,-3 3-1 0,4 1-2 0,-5 6-3 15,5-2-6-15,-1 4 1 0,-3-1-3 0,4 3-7 16,-5 5 2-16,4-2-4 0,1 4-1 15,-1-3-2-15,1 7-4 0,-1-1 0 16,4 3-1-16,-1 2-1 0,1 0-2 0,3 2 0 16,0 2-1-16,-3 2-3 0,6 1 5 15,-6 3-4-15,3 0 0 0,3 3 1 0,-6-3-4 16,-1 3 0-16,-2 4 3 0,-1-4 3 16,-2 6-2-16,-2 4 2 0,-9 2-1 0,3 0 3 15,-6 5 0-15,-3 5 1 0,-5-6-1 16,-5 6 1-16,-1-1-2 0,1 1 2 0,-5-3-2 15,5-4 2-15,-1-1 0 0,1-2 2 16,2 0-1-16,1-1 1 0,-4-3 4 16,7-1-1-16,-4 0 0 0,2-5 1 0,2 2-4 15,-1-1-2-15,2-5-2 0,-1 5-16 16,-4-6-41-16,4 0-47 0,4-6-34 16,-2 5-25-16,2-2-17 0,3-1-143 15,3-4-287-15,3 5-104 0</inkml:trace>
  <inkml:trace contextRef="#ctx0" brushRef="#br1" timeOffset="38973.99">9036 13327 1492 0,'0'-2'-93'0,"0"-1"9"0,0-3 9 0,0 6 9 0,-7-1 10 0,7 1 8 0,-9 1 10 0,2-1 8 16,-7 6 11-16,1-1 8 0,-1 1 7 0,-2 8-4 15,-4-3 3-15,1 11 3 0,-8-2 1 16,-3 10 0-16,3 2-2 0,-6 3 6 0,3 2-1 16,3 1-5-16,0-1 3 0,0 1 4 15,4-5 3-15,3 2-5 0,3-3 0 16,4-5 13-16,-1 4-7 0,5-6-6 0,6 0 6 16,-1 0-4-16,1-6-1 0,3-2 8 15,3 7 3-15,-3-9-9 0,4 2 3 0,2 1 2 16,0-3 0-16,5-4 10 0,-4 3 18 15,2-4 10-15,2-3 9 0,2 1 4 16,4-4 4-16,-4 2 6 0,7-5 4 0,-4 5 1 16,5-6 0-16,-5 0-3 0,1-6 1 15,-1 5 2-15,4 1 3 0,-2-6 4 16,-2 2-6-16,4-2 0 0,-1-2-1 0,2 0-6 16,-4-1-3-16,2 0 0 0,2-1 1 15,-1-4 1-15,-1 3-2 0,-2-4-5 16,0-3 0-16,0 4-4 0,-1-4-4 15,1 0 1-15,-1 1-1 0,-2-5-2 0,2-2-4 16,1 5 3-16,-4 1-3 0,-2-5-2 0,2 4-1 16,-4 4 2-16,2-9-3 0,-1 7 0 15,-1 1 3-15,-1-2-7 0,-2 3 2 0,1-2-6 16,-4 0-5-16,0 6 0 0,0-10-6 16,2 9 3-16,-5-5-11 0,3-1 0 15,-6 3-1-15,3 1 1 0,-8-3-7 0,5 1 5 16,-4 0-12-16,1 4-14 0,-5-5-24 15,2-1-21-15,-1 6-28 0,-1-4-36 16,5 7-35-16,-4-1-26 0,4 0-23 0,-1 2-15 16,0 1-5-16,4 0-58 0,-1-1-109 15,1 5-241-15,0-7-128 0</inkml:trace>
  <inkml:trace contextRef="#ctx0" brushRef="#br1" timeOffset="40273.96">9453 13855 1584 0,'-7'0'-105'0,"7"0"20"0,-6 3 12 0,-1-2 10 0,0 5 10 0,4-5 11 0,-4-1 8 15,4 6 2-15,0-6 9 0,-1 0 3 0,1 2 5 16,3 4 6-16,0-6 2 0,-4 0 0 15,4 0 1-15,-3 3-1 16,3-3 3-16,0 0-2 0,-3 1 6 0,3-1-2 16,0 0 3-16,-7 6-3 0,7-6-5 0,0 0 5 15,0 0 10-15,0 0-7 0,-3 0 3 16,3 0 35-16,0 0 6 0,0 0 9 16,0 0 10-16,0 0 8 0,0 0 3 0,0 0 6 15,0 0-2-15,0 0 4 16,0 0 5-16,0 0-3 0,0 0-2 0,0 0 1 0,0 0-1 15,0 0-1-15,0 0-2 0,0 0-6 16,-11 0-5-16,11 0-3 0,0 0-8 0,0 0-6 16,-3 0-5-16,3 0-8 0,0 0-2 15,0 0-7-15,0 0-5 0,-3 1-2 16,3-1-5-16,0 0 0 0,-6 6-3 0,2-6-2 16,1 2-2-16,0 4 0 0,-1-6-4 15,0 3 4-15,4-2-3 0,0 5-1 16,0-6 0-16,-3 0-1 0,3 0-1 15,0 0-3-15,0 1 4 0,0-1-4 0,0 0 1 16,0 0-2-16,0 0 4 0,11-1-3 16,-11 1 3-16,10 0-2 0,-7-6 2 0,3 6-1 15,-3-1 2-15,1 1 6 0,0-3 8 16,-1 3 7-16,0 0 8 0,-3 0 4 0,4-6 4 16,-4 6-1-1,3 0 0-15,-3 0-6 0,0 0 2 0,0 0-3 0,0 0-8 0,0 0-3 16,0 0-1-16,0 0 3 15,0 0-14-15,0 0-3 0,0 0 1 0,-10 9-1 16,7-8-3-16,-1-1 1 0,0 6-4 16,4-6-3-16,-3 1-17 0,3-1-30 15,-3 6-31-15,3-6-44 0,0 0-22 0,0 0-19 16,17 0-19-16,-7-6-25 0,3 6-103 0,4-1-145 16,0-5-114-16,2 5-70 15</inkml:trace>
  <inkml:trace contextRef="#ctx0" brushRef="#br1" timeOffset="41515.01">9772 13400 1458 0,'-3'-3'-77'0,"0"-3"12"0,3 5 8 0,-3-2 5 0,0-1 8 0,3 1 6 0,-4 3 7 0,4 0-2 0,-3 0 4 16,0-5 2-16,3 5-2 0,0 0 9 15,0 0-1-15,-4 5 3 0,8-1 1 0,-4 2 0 16,3 1 6-16,0 1-3 0,4 3 1 15,-4 3 9-15,3-3-4 0,-2 10 3 16,3 0-2-16,0 1 4 0,-1-2-3 0,4 2 2 16,-3-3 2-16,0 5 3 0,-1-2-4 15,-3-1 7-15,4 1-4 0,-4-3 1 0,1-2 6 16,3 7 1-16,-4-9 0 0,0-4 5 16,-3 6-1-16,7-3 7 0,-7-6-5 15,3 2 2-15,0-1-3 0,-3 1 2 16,4 3-4-16,-4-5 3 0,3 2-4 0,-3-3-2 15,4 1 5-15,-4 2-8 0,3-3 8 16,-3-5-6-16,3 7 8 0,-3-2-9 0,0-6 3 16,3 5-4-16,-3 2 0 0,0-5 3 15,4-2-3-15,-4 5 2 0,0-5 1 16,3 5-4-16,-3-6-9 0,0 2-14 0,0 4-16 16,0-6-41-16,0 0-118 0,0 0-64 15,0 0 222-15</inkml:trace>
  <inkml:trace contextRef="#ctx0" brushRef="#br1" timeOffset="42036">10153 13490 688 0,'3'-6'0'0,"-3"5"13"0,0-2 10 0,0-5 2 0,4 8 14 0,-4-6 11 0,0 5 9 0,0 1 10 0,0-6 4 0,0 5 4 0,0 1-1 16,0 0 6-16,0-3-8 0,0 3-6 15,-4 0-3-15,4 0-6 16,0-5-9-16,0 5-6 0,0 0-7 0,0 0-3 0,0 0-6 15,0 0-3-15,0 9 2 0,0 4-5 16,4-5 0-16,-1 9-4 0,-3-5-4 16,3 9 2-16,0-4-4 0,1-2 2 15,3 6-1-15,-4 1-2 0,0-2-1 0,1 2 2 16,-1-4 0-16,0 1 0 0,0 2 1 16,1-2 5-16,-1-3 2 0,1 2 5 0,-4-4-1 15,3 4 5-15,0-9 4 16,1 7 0-16,-1-1-1 0,-3-5 2 0,0-3 3 15,3 4-2-15,-3-3 1 0,3 0 2 0,-3 1 4 16,0-2 5-16,4 0 1 0,-1-5 3 16,-3 4 2-16,0-2 2 0,3 2 0 15,-3-5 5-15,0 5-3 0,0-4-4 0,4 4-6 16,-4-6-4-16,0 3-4 0,0-3-16 16,0 0-44-16,0 0-51 0,0 0-50 15,7-9-39-15,-4 1-39 0,0-3-156 0,4 3-100 16,6-9-111-16,0 2-67 0</inkml:trace>
  <inkml:trace contextRef="#ctx0" brushRef="#br1" timeOffset="43576.21">12343 13272 1455 0,'-6'0'-81'0,"-2"0"14"0,-2 0 5 0,1 3 11 0,-2-1 7 0,1 5 4 0,-2 0 11 0,-6 4 3 0,6 2-2 15,-9 5 6-15,4 4 1 0,1 3 7 16,-1 0-7-16,4 3 8 0,-4-2-2 16,4 5 4-16,3 1 4 0,0-4 5 15,3-3-7-15,4 0 7 0,0 0-5 0,3-3 8 16,-4 3 0-16,4-7-1 16,4-3 9-16,-4 2 21 0,6 1 8 0,-3-9 8 0,8 7 9 15,-5-7 12-15,7 0 5 0,1-2 0 16,-1 0 2-16,0-7-1 0,4 2 0 0,0-2-4 15,3 0 5-15,-3-2-2 0,-1-4-3 16,1 5 1-16,-1-9-1 0,1-4 5 16,-1 3 5-16,-2-3-5 0,2 3 1 15,-2-10-3-15,-4 2-4 0,4-5-7 0,-4-5-4 16,-4 4-7-16,0 0-6 0,2-3 0 16,-5 6-8-16,0-6-4 0,-3 6-3 0,0-3-4 15,-3 4 1-15,-4 2-11 0,0-3-14 16,1 5-21-16,-1-4-24 0,-7 6-23 0,5 1-26 15,2 3-29-15,-2-3-19 0,1 6-11 16,5-2-27-16,-4 3-152 0,7-1-224 16,0 5-56-16</inkml:trace>
  <inkml:trace contextRef="#ctx0" brushRef="#br1" timeOffset="44030.13">12780 13630 1432 0,'0'4'-65'0,"-4"-1"20"0,4 0 3 0,0 4 21 0,0-7 20 0,0 3 12 0,0 2 5 0,-3-5 17 0,3 3 9 16,0-3 10-16,0 0 8 0,0 4 7 0,0-4 4 15,-3 0-3-15,3 0-4 0,-3 4-2 16,3-4-4-16,-5 6-10 0,5-6-6 16,-3 8-3-16,0-5-5 15,0 4-3-15,0-6-5 0,-1 5-4 0,1 2-1 0,0-4 1 16,0 2-4-16,-2-5-3 0,5 5 0 16,-3-4-3-16,3 4 1 0,0-6-2 0,-3 4 5 15,3-4 3-15,0 6 26 16,0-6 12-16,0 0 16 0,0 0 12 0,0 0 1 0,0 0 6 15,0 0 0-15,-7-6-8 16,7 2-1-16,-3-2-12 0,0 4-4 0,0-5-3 16,0-3-14-16,3 2-6 0,-5 1-4 15,5 0-27-15,-3-2-33 0,3 7-42 0,-3-5-42 16,0 1-36-16,3 2-22 0,-4 4-22 16,4 0-22-16,0 0-89 0,-12 4-135 15,7-1-152-15,2 1-81 0</inkml:trace>
  <inkml:trace contextRef="#ctx0" brushRef="#br1" timeOffset="44666.33">13013 13350 1472 0,'4'-10'-75'0,"-8"3"19"0,4-1 24 0,0-1 13 0,0 2 21 0,-4 3 2 0,4-1 10 0,0 2-9 0,0-4 6 0,0 4-2 15,0 3-5-15,0 0 4 0,-3 10 3 0,3 2-8 16,0 6 6-16,3 2-2 0,1 5 3 16,-4 0 4-16,0 3 6 0,0-3 2 15,4 5 4-15,-4-5 4 0,0 0 8 16,0 0-1-16,3 0 0 0,-3 0 3 0,0-5 3 15,0 2-1-15,0-4-1 0,0-3-1 16,0 2-3-16,0 1-4 0,0-3 0 0,3-5-3 16,-3 5-5-16,3-5-1 0,-3 5-1 15,0-5-2-15,0-3 0 0,0 1-5 16,3 2 1-16,-6-3-1 0,6 1-7 0,-6-5-9 16,6 4-20-16,-6-7-30 15,0 1-30-15,3-1-18 0,0 0-17 0,0 0-32 0,3-11-136 16,0 3-169-16,1 1 39 0</inkml:trace>
  <inkml:trace contextRef="#ctx0" brushRef="#br1" timeOffset="45040.29">13333 13372 1184 0,'0'-7'-39'0,"0"-3"21"15,0 5 17-15,0-4 9 0,0 2 20 0,0 0 14 16,3 2 4-16,-3-2 9 0,0 1 12 15,3 2 3-15,-3-1 4 0,0 2-1 16,0-4-2-16,0 1 0 0,0 2-5 0,4 1-5 16,-8 1-8-16,4 2-5 0,0 0-2 15,0 0 0-15,4 9-3 0,-4 4 4 16,3 2 1-16,-3 6 0 0,0 4-3 0,3 1 1 16,1 5-3-16,-1 1-1 0,-3 4-2 15,4-3 4-15,-1 6 2 0,3-7-3 16,-2 3 1-16,-1-2 1 0,0-5 1 0,1-3 1 15,3 0 6-15,-4-3 7 0,0-3-2 16,0-2 5-16,1 0-4 0,-4-3 9 0,3-2 5 16,0 1 3-16,-3-5 0 0,4 2 6 15,0-3-10-15,-4 1-3 0,3 2-10 16,0-9-9-16,-3 5-2 0,3 2-27 0,-3-5-40 16,3 4-54-16,1-7-62 0,-1 1-76 15,3-1-48-15,2 0-170 0,-2 0-67 16,1 0 58-16,2 0-139 0,5 0-77 0</inkml:trace>
  <inkml:trace contextRef="#ctx0" brushRef="#br1" timeOffset="51181.12">20396 13899 324 0,'-10'23'74'0,"-3"2"-15"0,-7 8-17 0,-4 2-7 0,1 5-6 0,0 2-1 16,3 8 1-16,0-6-3 0,7 5 0 15,3 1 5-15,6-10-7 0,4 2-1 16,7-5 3-16,3 1 0 0,10-11 2 0,0 7 14 15,6-12-6-15,8-5 11 16,-1 1 12-16,0-11-1 0,5-5 2 0,-5-2 0 16,0-2 4-16,4-5 1 0,-4-3 3 0,-3-12-1 15,-3-2-1-15,-1-5-5 0,-6-4-5 16,-10 1-7-16,-3-3-6 0,-4-4-6 0,-6 3-5 16,-4-3-3-16,-6 7-2 15,0 3-7-15,-4-2-7 0,0 6-31 0,-3 6-32 16,4 4-22-16,-1 5-32 0,4 2-28 15,-4 1-125-15,4 7-171 0,2 0 64 0</inkml:trace>
  <inkml:trace contextRef="#ctx0" brushRef="#br1" timeOffset="51402.22">21147 14305 1166 0,'0'4'-15'0,"-4"2"14"0,0 1 11 0,1 1 13 16,-4-8 9-16,-2 4 4 0,2 2 5 16,-3 1 4-16,0-7 3 0,0 2-1 15,-4 4-1-15,8-6-6 0,-4 3-1 0,3-2-4 16,0-1-4-16,1 6-4 16,-1-6-10-16,1 0-15 0,2 1-40 0,4-1-37 0,-3 6-25 15,3-6-73-15,7 0-264 0,-4 2 55 16</inkml:trace>
  <inkml:trace contextRef="#ctx0" brushRef="#br1" timeOffset="51641.28">21310 14115 1190 0,'0'-10'-21'0,"0"-5"3"0,0 5 20 0,0 2-1 16,0-5 1-16,0 9 2 0,-4-4-5 15,4 2 1-15,-3 5 0 0,3 1 10 0,0 9-7 16,0 0 8-16,0 5-6 0,0-2-3 16,0 9-2-16,3-4 1 0,1 8 2 15,-1 0 6-15,-3-6-5 0,3 12-2 16,3-12 1-16,-2 12-10 0,0-6-24 0,-1 0-12 16,4-6-27-16,-7 5-83 0,6 1-156 15,-6-7 174-15</inkml:trace>
  <inkml:trace contextRef="#ctx0" brushRef="#br1" timeOffset="51916.19">21846 14080 854 0,'3'-14'8'0,"-3"6"5"0,0-3 16 16,0 4 6-16,0 0-2 0,0-2 7 0,0 7-10 15,0-5 1-15,4 7 1 0,-4-6-4 16,0 6-5-16,0 0 4 0,0 13 15 16,0-2-2-16,3 3 4 0,-3-3-5 15,4 3 2-15,-4 4-5 0,3 0 4 0,0 4-2 16,0-3-7-16,-3 4 2 0,4 2-3 16,-4 0-6-16,3-6 0 0,-3 5-4 0,0 1-5 15,3 0-50-15,-3 0-37 0,4 0-42 16,-8 0-109-16,4 0-198 0,0-6 70 15</inkml:trace>
  <inkml:trace contextRef="#ctx0" brushRef="#br1" timeOffset="52596.62">20970 15365 1103 0,'-14'1'-46'0,"-2"13"10"0,-5-3 3 0,-6 13 10 0,-3 2 5 0,-3 13-2 0,0-4 9 0,3 5 6 0,0-5 8 0,7 6 10 16,3 1 5-16,6-9 3 0,8 1-3 0,6-9 1 16,3 0 2-16,7 0 0 15,3-9 14-15,8 1 2 0,6-9 2 0,3-2 5 16,0-3 2-16,6-6 2 0,-3-3-4 0,7-1-6 16,-7-5 2-16,0-2-3 0,1-4 2 15,-1-6-3-15,-9-1-2 0,-1 0 0 16,-6-7-7-16,-10 6-2 0,2-10-3 0,-5 4-3 15,-4 1-5-15,0-2-5 0,-4 8-23 16,1 7-25-16,0 0-33 0,0 3-28 16,-4 8-32-16,0-2-120 0,4 1-124 0,-1 7 113 15</inkml:trace>
  <inkml:trace contextRef="#ctx0" brushRef="#br1" timeOffset="52768.97">21310 15562 990 0,'3'3'-15'0,"0"5"12"16,-3-7 6-16,-3-1 10 0,0 6-5 16,-1-4 3-16,1-2 11 0,-3 5-19 0,1-2 7 15,2-2-8-15,0 6 2 16,0-6-5-16,0 5-25 0,3-5-20 16,0 8-29-16,0-9-92 0,3 1-83 0,0 6 231 0</inkml:trace>
  <inkml:trace contextRef="#ctx0" brushRef="#br1" timeOffset="52965.17">21553 15458 730 0,'3'-9'25'16,"4"1"6"-16,-4 7-2 0,0-6 5 16,-3 7-9-16,0-3 2 0,3-3-4 15,-3 6-4-15,5 9 1 0,-2-2 2 16,0 8-11-16,-3-5 1 0,3 8 8 0,0-2-8 15,1 1 0-15,2 7-3 0,2 1-9 16,-2-8-13-16,-3 7-16 0,4 0-27 0,-1-6-69 16,2-1-160-16,-5-1 196 0</inkml:trace>
  <inkml:trace contextRef="#ctx0" brushRef="#br1" timeOffset="53261.27">22029 15465 793 0,'3'-7'-1'0,"-6"-10"17"0,6 9-1 0,-3-1 6 0,0 1 12 15,-3 4-3-15,3-3-1 0,0 0 0 16,0-1 4-16,0 1-3 0,0 7-8 16,0-9 0-16,0 8-8 0,0-7 3 0,0 8-4 15,0 0-8-15,0 0 12 0,0 18-7 16,0-3 1-16,3-1 2 0,2 4 7 15,-5 1-9-15,6 5 8 0,-3-7-4 0,1 8 3 16,-1-3-3-16,0-1-4 16,0-5 0-16,0 0 4 0,-3 0-4 0,5 1 1 0,-2-9-2 15,-3 9 0-15,3-9-11 16,0 2-31-16,-3 4-35 0,0-4-56 0,4-9-150 16,-4 7-18-16,-4-1 192 0</inkml:trace>
  <inkml:trace contextRef="#ctx0" brushRef="#br1" timeOffset="53565.1">20513 16324 777 0,'-43'7'1'0,"2"-1"11"0,14-1 13 0,2-5 6 15,4 6 9-15,8-6-6 0,-1 0-9 16,8-6 5-16,6 6-7 0,6-5-2 16,15-2 6-16,15-6-2 0,18 1-10 15,22-6-3-15,47-4 9 0,18-1-10 16,9-2-8-16,13 7 9 0,11-7-3 0,-2 6 4 16,2-5-7-16,-8 5-3 0,-12-1 3 0,-11 2 2 15,-10-1-8-15,-25 4 8 0,-26 5-12 16,-1-3-13-16,-18 2-10 0,-6 4-11 0,-11 6-18 15,-2-10-27-15,-8 4-84 0,-6 0-108 16,-6-1 208-16</inkml:trace>
  <inkml:trace contextRef="#ctx0" brushRef="#br1" timeOffset="54223.13">22309 16249 760 0,'-3'-18'4'16,"3"4"9"-16,0 2 13 0,-3-1 15 0,3 2 4 0,0 4 5 0,0 0 3 0,0-4-2 0,0 4-2 0,0 0-5 15,0 2-1-15,-4-1-12 0,4 5-1 16,0 1-4-16,-6 10 1 0,3 5 4 16,-4 4-1-16,3 6-5 0,-2 7 1 0,-1 4 3 15,4 3 6-15,-4 3 3 0,7 0 4 16,-3-2-7-16,-1-3 2 0,1 8 0 0,3-1-5 16,-3-2-5-16,-1-9 1 0,1 9-4 15,0-10 0-15,3-6-3 0,-3-1-1 0,3-1 0 16,-4-5-5-16,4-3-2 0,0-7-8 15,0-2-16-15,0 4-17 0,0-5-26 16,-3-6-13-16,3 1-16 0,0-1-10 16,0 0-4-16,-7-7-23 0,4 2-61 0,-1-1-212 15,1 5 97-15</inkml:trace>
  <inkml:trace contextRef="#ctx0" brushRef="#br1" timeOffset="54961.93">22273 16342 1063 0,'0'-18'-21'0,"0"6"14"0,0-1 3 0,0 1 14 0,-4-1-4 0,1 6 9 0,-3 2-8 0,-8-1 5 0,1 12 0 0,-7 6-4 16,-3 4-2-16,-1 6 12 0,-6 8-9 16,0 2 4-16,7 0 5 0,-1 10 7 0,5-3-11 15,2 4 6-15,4 0-4 0,-1-4-6 16,4-2 7-16,7-5-4 0,0 4 3 15,3 2 0-15,3-6-1 0,3-2 0 0,4 1 4 16,4-6-4-16,2-6 3 0,1 1 10 16,-1-8-2-16,8 4 9 0,0-8 2 15,-4-7 4-15,3-2-4 0,3-5 1 0,-2 1 4 16,-1-8-2-16,0-5 3 0,-3-7 6 16,1-1-3-16,-8-6-6 0,-4-4 0 0,2-9-4 15,-5-5-3-15,-6 0-5 0,0-2-1 16,-3 4-6-16,-3-2-4 0,-2 0 1 15,-1 14-7-15,-1-5-14 0,-4 0-36 16,1 9-25-16,3 5-36 0,-3-1-33 0,0 3-54 16,-1 11-358-16,-2-3-47 0</inkml:trace>
  <inkml:trace contextRef="#ctx0" brushRef="#br1" timeOffset="55856.13">21623 16392 1421 0,'3'-11'-52'0,"-3"4"17"0,3 0 7 0,-3-4 18 0,3 4 6 0,-3 0-1 0,5 5-2 0,-5-7 14 16,0 8-11-16,3-5 10 0,-3 6 1 16,0 0 1-16,0 16 13 0,0-7 15 0,0 9 1 15,0 2 3-15,3-1 5 0,-3 6 8 16,0 6 3-16,0-3 3 0,0-1 0 0,3-2-4 16,-3 6-3-16,4-5-2 0,-1-1-4 15,-3 0-1-15,0 0-6 0,3-1-3 0,0-7-2 16,-3-1-4-16,3 1-2 0,-3-3-2 15,0-2-2-15,5 1-4 0,-10-2-2 16,5-3-9-16,0 1-29 0,0-1-34 0,-6-7-31 16,3 6-29-16,-4-1-14 15,1-3-37-15,-8-1-104 0,1-2-203 0,-1 0 21 16</inkml:trace>
  <inkml:trace contextRef="#ctx0" brushRef="#br1" timeOffset="56196.14">20810 16667 1253 0,'-3'-12'-24'16,"-2"-1"16"-16,5 2 19 0,-3 3 15 0,3-3 9 16,-3 4 0-16,0 0 0 0,3-1-7 15,-4-1-2-15,1 9-2 0,3 0-2 0,0 11-4 16,-3-4 1-16,0 9-1 0,0 0 1 16,-2 8-3-16,5-5-2 0,-3 6-1 15,0-1 1-15,0-5 1 0,-1 6-4 0,1 0-1 16,0 0-5-16,3 0-19 0,0-2-33 15,0-1-23-15,0-3-22 0,3-1-36 16,-3 0-107-16,3-4-122 0,-3 3 129 0</inkml:trace>
  <inkml:trace contextRef="#ctx0" brushRef="#br1" timeOffset="56427.12">21099 16930 937 0,'7'-6'11'15,"0"-1"29"-15,0 5 8 0,-4-7 20 0,0 9 9 16,0-7 16-16,1 7 2 0,-4-7 8 16,0 5-1-16,0-7 4 0,0 8 3 0,0-5-2 15,0 5-1-15,0-5-1 0,0 1-3 16,0-1-12-16,-4 6-5 0,4-1-11 16,4-5-8-16,-4 6-9 0,0 0-14 0,0-7-29 15,0 7-47-15,0 0-67 0,0 0-72 16,-4 7-158-16,1 0-101 0,-3 2-104 15,2 0-38-15</inkml:trace>
  <inkml:trace contextRef="#ctx0" brushRef="#br1" timeOffset="58087.97">10030 14684 1389 0,'0'-1'-59'0,"3"1"12"0,-3 0 18 0,0-3 11 15,0 3 17-15,3-6 15 0,-3 6 2 0,0-2 11 0,0 2 0 0,3 0 2 0,-3 0-3 0,0 0 0 0,0 0-8 0,0 0-2 0,0 0-4 16,0 0 0-16,-6 12-5 0,6 1 0 0,-3-1 5 16,3 3-5-16,0 2 1 0,0 7 0 15,-3-5 1-15,3 5-9 0,0-2 4 0,3-3 1 16,-3 4-2-16,0 2 5 0,3 0-2 15,-3-6-3-15,3 6 1 0,0 0-3 16,-3 0 5-16,4 6-6 0,-4-6 4 0,3 8 1 16,-3-5 8-16,0-2-8 15,0 5 0-15,0-5-1 0,-3-1 2 0,3 0 3 0,0-1-6 16,0-2 5-16,0-4 1 0,0-7-1 16,0 6 0-16,0-2 1 0,0-5-3 15,0-2-5-15,0 6-4 0,3-11-8 16,0 4-6-16,5 1-6 0,-2-7-17 0,4-1-15 15,-4 0-5-15,8 0-9 0,-4 0 0 0,3 0 0 16,-3 0-7-16,0 0-28 0,4 0-42 16,-4-1-166-16,-1-6 171 0</inkml:trace>
  <inkml:trace contextRef="#ctx0" brushRef="#br1" timeOffset="58482.56">10463 15223 857 0,'7'-8'-14'0,"-4"2"10"0,3 5 8 16,-3 1 7-16,2-3 3 0,-2 3 4 0,0-6-1 16,-3 6 8-16,0 9 3 0,0-9 6 15,-3 7 2-15,3-6 1 0,0 6-6 0,0 0 0 16,-3-3-6-16,3 2-3 0,0 2 1 15,0-8-4-15,-5 7 1 0,5-4-2 16,5 1-6-16,-10-1 7 0,10-3-6 16,-5 0 3-16,0 1 4 0,0 6 12 15,3-7 13-15,-3 0 9 0,0 0 17 0,-3 1 6 16,3-1 9-16,0 0 9 0,0 6 4 16,0-6 6-16,0 0 1 0,0 0-6 0,3-7-13 15,-6-1-7-15,3 5-7 0,0-1-9 16,-5-5-6-16,2 8-6 0,3-7-10 0,0 2-2 15,0 5-10-15,0 1-18 16,-3-9-25-16,3 8-25 0,0 1-27 0,0-8-24 16,-3 8-19-16,3-7-10 0,3 7-12 0,0-3-16 15,5-4-27-15,-2 7-143 0,4 0-209 16,7 0-30-16</inkml:trace>
  <inkml:trace contextRef="#ctx0" brushRef="#br1" timeOffset="58926.13">11099 14922 1327 0,'4'-17'-69'0,"-4"2"17"0,0-1 10 0,0 1 14 0,0 3 11 0,0-1 11 0,4 3 25 0,-4 1 21 0,0 2 5 0,0-4 7 16,-4 4-3-16,4 0-8 0,0 4-1 16,-4-5-6-16,4 8-7 0,0 0 0 15,-3 8-1-15,0 2-5 0,3 5-1 16,-4 4 2-16,4 6-4 0,-3 9 4 0,3-2 4 15,-3 2 8-15,3 7 9 0,-3-7 4 16,3 7 4-16,-3-7 3 0,3 1 0 0,-4-4-4 16,4-5 2-16,-4 6-6 0,4-7 1 15,0 0-5-15,-3-7-1 0,0 3-4 0,3-3-2 16,0-7-4-16,0 6-3 0,0-2 0 16,0-5-4-16,0-2-4 0,0 6-7 0,-4-4-19 15,4-2-24-15,0-1-35 0,4-4-22 16,-4-3-22-16,6 0-28 0,-6-9-70 15,8 1-398-15,1-3-104 0</inkml:trace>
  <inkml:trace contextRef="#ctx0" brushRef="#br1" timeOffset="59211.76">11660 14758 1523 0,'3'-11'-67'0,"-3"4"27"0,3 0 17 15,-3-2 6-15,0 9 4 0,0 0 10 16,-3 10 15-16,-4 3 0 0,-6 5-3 0,3 8 3 15,-4 7 5-15,1 8 3 0,-4 2-8 16,11-11 1-16,-1 8-2 0,1-5-4 0,6-9 4 16,3 5 3-16,3 2-5 0,7-8 2 15,5-6 0-15,2-2 12 0,13 0 16 16,-3-10 7-16,3-6 12 0,4-2 0 0,3-6 11 16,-4-4 7-16,2-2 7 0,-8-5 4 15,-5-1-3-15,2-6-6 0,-10-6-8 16,-4-2-7-16,-5-1-9 0,-8 0-10 15,-8-7-18-15,-8 7-24 0,-8-7-38 0,-6 8-42 16,-6 8-26-16,-1 8-23 0,-3 8-27 16,-6 9-157-16,-2 7-264 0,-12 11-77 0</inkml:trace>
  <inkml:trace contextRef="#ctx0" brushRef="#br1" timeOffset="60236.25">9899 15874 1461 0,'-16'6'-80'0,"2"-6"19"0,1 1 4 0,0-1 11 0,3 0 3 0,0 6 16 0,3-6 5 0,4 0 6 0,3 0 12 16,0 0 20-16,33-7 1 0,1 1 7 0,15-1 6 16,19-4-7-16,25 3-2 15,46-9 7-15,11-2 1 0,7-3-8 0,6-2 3 16,4 6-8-16,3-6 1 0,-6 5 3 16,-4-5-1-16,-7 8 0 0,-17-1 4 0,-6 0-4 15,-26 2-1-15,-20 5-2 0,-18 3-3 16,-3-1 3-16,-13 7 3 0,-6-2-9 0,-8-2 0 15,-6 5-2-15,-14 0 0 0,-2 5 3 16,-14-1 0-16,-9 4-1 0,-12 8 0 16,-15-1-4-16,-24-4 2 0,-21 10-4 15,-36 7 3-15,-12-3-3 0,-14-9 0 0,-10 9 1 16,-8 0 0-16,-2 0-1 0,3 0-3 16,3-1 0-16,1-5-1 0,9 6 2 0,3 0 0 15,14-9-3-15,7 6 4 0,30-10 2 16,20 1 3-16,13-8-2 0,13 2 0 15,7 0 3-15,13-7-4 0,10 6 2 16,14-6 4-16,3 0 4 0,40-6 6 0,21-1 5 16,29-5 0-16,56-1 1 0,21-6 0 0,16 1-2 15,17-4 1-15,3-1-9 0,0-2 1 16,1 7 2-16,-8-1-4 0,-2 1-1 0,-10-4 0 16,-21 5-1-16,-7-1-3 0,-23 0 0 15,-29 5-2-15,-21 4-1 0,-20 0 4 16,-3 2 6-16,-13-1 10 0,-7 7 5 0,1-8-3 15,-12 9-6-15,-3-7 1 0,-8 6-5 16,-2-6-11-16,-9 6-20 0,-4 1-23 16,1-3-28-16,-8-3-17 0,4 6-19 0,-6 0-19 15,6 0-13-15,-11-1-114 0,8 1-271 16,-3-6-20-16</inkml:trace>
  <inkml:trace contextRef="#ctx0" brushRef="#br1" timeOffset="61309.81">10153 16537 1293 0,'0'-13'-55'0,"0"6"15"0,3-4 14 0,1 4 15 0,-1-5 6 0,-3-1 5 0,3 1 7 0,-3-1 9 0,3 1 15 15,-3-1 18-15,0 6 5 0,-3-4-1 16,3 4-1-16,0 0-9 0,0 7-5 16,-3 0-1-16,3 0-4 0,-3 7-7 0,-1 0-1 15,1 10-2-15,3-3-6 0,0 4 2 16,-3 1-2-16,3 5 2 0,0 1-4 0,0 0 0 16,0-6-2-16,3 6 0 0,-3 0 0 15,3 0-3-15,1-2-15 0,-1-7-17 16,-3 2-22-16,6-2-8 0,-2-7-17 0,3-2-24 15,3 2-50-15,-1-12-136 0,8-3-91 16,3-1 117-16</inkml:trace>
  <inkml:trace contextRef="#ctx0" brushRef="#br1" timeOffset="61530.01">10613 16337 990 0,'7'-14'-18'0,"-7"3"3"16,0 4 2-16,-7 1-1 0,3 6 7 0,-6 6-1 15,1-5 15-15,-5 10-3 0,4-4-1 0,0 9 5 16,-4-7 3-16,5 9-1 0,2-4-2 15,4-3-2-15,0 3 2 0,3 4 14 0,3-2 6 16,4 0-4-16,-1 1 9 0,4 2-6 16,0-5-4-16,0 10-1 15,0-5 0-15,4 5-2 0,-5-5-2 0,1 4-3 16,-6-7-4-16,-4 2-4 0,0 0-25 0,-4-4-33 16,1-3-39-16,-4-4-167 0,1 0-28 0,-4-1 198 15</inkml:trace>
  <inkml:trace contextRef="#ctx0" brushRef="#br1" timeOffset="61703.1">10433 16542 796 0,'-3'-12'-10'0,"0"-1"9"0,3 1-2 15,3-1 2-15,3 1 5 0,4-3-2 16,7-1 3-16,-1 4-5 0,8-2 0 0,-1-3 8 16,7 3-5-16,4-4-4 0,-1 6 4 15,0-2-5-15,0-3 7 0,1 9-4 16,-8-3 5-16,1-2 0 0,0 6-2 0,-3-4-4 15,-2 4-13-15,-1 0-21 0,-9-4-105 16,2 10-79-16,-1-5 74 0</inkml:trace>
  <inkml:trace contextRef="#ctx0" brushRef="#br1" timeOffset="62510.39">10533 16515 587 0,'3'8'-3'0,"3"-7"14"0,-2 6 9 0,-4 2 13 0,7-7 13 0,-7 4 16 0,3-5 16 0,-3-1 9 0,0 0 0 0,0 0-3 16,-6-7-10-16,2-4-7 0,-6-3-2 15,0-11-7-15,0 0-3 0,-3-5-7 0,3-2-6 16,-1 0-2-16,-5-11-3 0,2 0 3 15,2-2-7-15,-1-5 1 0,2 6 4 0,-5-5-5 16,2-1 0-16,1 0-4 16,-4 0 0-16,4 6-5 0,-1-5-3 0,1 9-2 15,4 5-4-15,-2 9 1 0,4 1-2 16,1 1-3-16,-1 5-3 0,0 6-6 0,-3 5 5 16,4 7-2-16,-1 2-1 0,-3 7-1 0,3 5 3 15,-2-1-1-15,-1 4-3 0,-1 0 2 16,5 2 1-16,-4-2-3 0,3-1 1 15,0 3 0-15,1-4-2 0,-1 5 5 16,1-1-3-16,2-2 2 0,0-7-2 0,-2 7-3 0,3-1-1 16,0-5 2-16,3-1 1 0,-7 4-1 15,7-2 1-15,-3-4-2 0,3 0 6 16,-4-4-5-16,4-1 1 0,0-2 2 16,0 0 1-16,7-11-2 0,3 4 4 0,-1-11 5 15,2 2 4-15,2 0 8 0,4-9 1 16,-1 0 3-16,1 0 3 0,3 6 0 15,-6-5-3-15,-1 5 0 0,0-2 1 16,0 4-5-16,1 5-5 0,-4-2-5 0,3-3 5 16,-2 10-10-16,-2-2-6 0,4 9 2 15,4-3-10-15,4 6-22 0,9 5-36 0,3 0-26 16,13 10-22-16,1-2-24 16,6 0-49-16,0 2-196 0,17-1-106 0,4-2 8 0</inkml:trace>
  <inkml:trace contextRef="#ctx0" brushRef="#br1" timeOffset="68517.78">8566 12990 344 0,'-19'0'104'0,"2"1"-29"0,-1 5-26 0,6-6-2 0,-1 3-1 0,-1-3-12 0,4 2-2 0,-1-2-2 0,2 0 2 16,-1 0-3-16,4-2-3 0,-5 2 5 15,8 2-8-15,-4-4-2 0,1 4-2 16,3-2-8-16,3 0 7 0,0 0-4 0,19 3-3 15,8 0 3-15,17 1 1 0,22-1 7 16,10-3-12-16,18 1 6 0,10-1-5 16,2-1-1-16,4 1 3 0,33 0 1 0,-26-3-5 15,-24 3 3-15,-9-3-7 0,-8 6 0 0,-2-3 6 16,-8 0-8-16,-9 0-10 0,0 0-14 16,-1 0-15-16,1-3-14 0,-4 2-65 0,14-5-204 15,-1 1 165-15</inkml:trace>
  <inkml:trace contextRef="#ctx0" brushRef="#br1" timeOffset="68869.96">12183 12697 878 0,'-14'3'-13'0,"5"-3"13"0,2 2 3 0,0-2-1 15,0 3 0-15,1-3-4 0,6 3 3 0,0-3 1 16,17-3 0-16,2 3-4 0,11-3 3 16,14 3-3-16,12-2 1 0,12-1 6 0,5-3-2 15,13 2 2-15,1 0-6 0,-1-2-1 16,-9 4 11-16,-10-3 6 0,-10 1 7 16,-8 3 24-16,-5-2 12 0,-8 3 11 15,-2 0 3-15,-4-3 2 0,-7 3 2 0,1 0-2 16,-8-1-2-16,4 1 0 0,-7 0-7 0,1 0-4 15,-4-3-3-15,-1 3-7 0,-1-3-1 16,-2 3-8-16,1-2-2 0,-4-1-9 16,0 1-8-16,0-2-46 0,-3 0-36 15,0 1-24-15,0 3-29 0,-6-4-70 0,3-1-329 16,-4 2-16-16</inkml:trace>
  <inkml:trace contextRef="#ctx0" brushRef="#br1" timeOffset="73729.42">5166 17506 803 0,'-23'0'94'0,"6"0"-28"0,1 4-1 0,6-4-9 0,2 0-19 0,5 0-15 0,3 0 1 0,0 0 7 0,21-11 10 0,2 4-8 15,7 0-4-15,7-4 1 0,2 2-6 16,5 0 3-16,2 2-4 0,-3 0-1 0,-8 2-5 16,1 5-4-16,-6-2 1 0,-7 7 1 15,-3 3-8-15,-6 0 3 0,-4 10 4 16,-14 0 0-16,-6 7-6 0,-6 0 0 0,-11 6 0 16,-6 1 7-16,-4-2-3 0,4-3 6 15,0 0 8-15,3-4 9 0,3-4 5 16,3-1-3-16,4-5 3 0,4-1-5 15,5-1-4-15,1-1-7 0,10-7 3 0,7-2-5 16,10-1-4-16,10-1-5 0,12-5-24 16,9-5-22-16,15 3-37 0,3-3-35 0,4-9-127 15,10 2-263-15,3 0 0 0</inkml:trace>
  <inkml:trace contextRef="#ctx0" brushRef="#br1" timeOffset="74072.44">6763 17423 1347 0,'-17'-6'-17'0,"1"-1"23"0,2 2 19 0,-2-1 33 16,2 2 12-16,4-4-1 0,0-5-1 15,6 6-3-15,4-11-4 0,8 6-2 0,5-5-7 16,14-4-4-16,6 3-6 0,3 2-4 16,4 0-3-16,1 7-5 0,-5 0-6 15,-3 2 0-15,-2 13-3 0,-5-1-1 16,-2 5 1-16,-11 1 0 0,-4 7-3 0,-5 6-5 15,-11 2 2-15,-6 5-2 0,-7 6 1 16,-7 2 0-16,-6-3-2 0,3-4-2 16,-7 4 2-16,4-7-2 0,0-1 2 15,3-8 1-15,6-1 10 0,1-1 20 0,3-5 8 16,3-1-3-16,4-1-2 0,3-1-6 16,3-6-4-16,10 2-2 0,8-5-7 0,8 3-3 15,8-2 0-15,10 0-1 0,10 7-6 16,10-1 1-16,3 6-4 0,13 3-34 0,-7 2-32 15,4-1-38-15,-3 13-53 0,-3-6-60 16,-7 0-213-16,-8-3-226 0,-2-1-139 0</inkml:trace>
  <inkml:trace contextRef="#ctx0" brushRef="#br1" timeOffset="74478.22">7840 16823 1654 0,'-4'-11'-82'0,"0"11"11"16,-2 5 12-16,3 2 0 0,3 9 12 0,-3 0 9 15,3 8 9-15,0 2 3 0,-4-1-1 16,4 9 8-16,-3-1 3 0,0-1 5 0,-5-2 4 16,5-3 14-16,-6 3 8 0,2-7 16 15,-4 2 6-15,5-5 14 0,0 0 14 0,-4-2 14 16,2-6 5-16,-1 2-2 0,-1-7-1 15,-1-3-2-15,-2-4-4 0,4-4-4 16,-5-4-3-16,1-9-2 0,-1-4-4 0,4-8-5 16,1-3 0-16,2-2-8 0,3-7-4 15,4 4-2-15,8-2-8 0,-2-3-2 16,7 3-4-16,1-4-1 0,2 11-5 16,4 2-5-16,1-1-2 0,1 6 0 0,2 9-4 15,3-7-2-15,-4 11-2 0,0-1-3 16,-3 2-1-16,-6 11-2 0,-4 6-3 0,-7 6-15 15,-3 6-16-15,-7 7-10 0,-10 13-3 16,-13-1-9-16,-6 11-12 0,-7-7-15 0,-1 2-13 16,11-11-3-16,6-7-26 0,14-7-14 15,-1-2-105-15,14-8-294 0,8-8-40 0</inkml:trace>
  <inkml:trace contextRef="#ctx0" brushRef="#br1" timeOffset="74719.5">8363 16506 1403 0,'10'-7'-42'16,"-7"0"22"-16,0 5 12 0,1-1 25 16,-4-3 9-16,0 6 5 0,0 0 4 0,0 0 2 15,-10 17 7-15,3-3 11 0,-6 14 3 16,-7 6 2-16,-3 22 0 0,-4 4 7 0,-6 30-5 16,-1 4 0-16,1 6-3 15,10 0-3-15,2 6-3 0,12-6-4 0,9-10-5 16,3-12-1-16,17 22-4 0,10-6-5 15,13-5-28-15,7 3-8 0,10-9-13 0,4-2-26 16,2-12-20-16,1-1-22 16,-10-18-25-16,-7-12-23 0,-14-11-115 0,-6-6-313 0,4-7-61 15</inkml:trace>
  <inkml:trace contextRef="#ctx0" brushRef="#br1" timeOffset="75431.16">9510 17037 1473 0,'3'-13'-57'0,"-3"4"17"0,3 0 5 0,-3 2 10 0,3 0 19 15,-3 0 3-15,0 2 1 0,0-1 9 0,0 6-12 0,0 0 8 0,0 0-4 16,0 18 6-16,0-4 16 0,-3 10 7 16,3 2 9-16,-3 3 12 15,0 3 0-15,-1 6 2 0,1-3 5 0,3-1-5 16,-4 2-4-16,4-6-1 0,4 0-6 0,-4-2 0 16,3-2-6-16,-3-1-5 0,4 0 0 15,-1 0-15-15,-3-4-18 0,6-2-29 16,-2-2-27-16,6-3-21 0,0-3-23 0,0-5-93 15,-1-4-299-15,5 1 0 0</inkml:trace>
  <inkml:trace contextRef="#ctx0" brushRef="#br1" timeOffset="75962.27">10427 17117 1321 0,'0'-5'-40'0,"3"-1"17"0,0-1 22 15,0 6 16-15,-3-5 24 0,0 6 13 0,0-2 8 16,0 2 0-16,0-5-5 0,0 5-6 16,0-4-7-16,0 4-2 0,0 0-7 15,-3 17-5-15,0-9 4 0,0 3-8 0,-2 12 0 16,2-3-5-16,0 5 2 16,0 0-2-16,-1 0-1 0,1 0 0 0,0 2-4 0,3-2-1 15,-3 0-3-15,3 3 2 0,0-3 1 16,-3-3-1-16,3 1-1 0,0-3-1 15,0-2-3-15,0-2-9 0,0 1-10 16,0-3-32-16,-5 1-17 0,13-2-29 0,-5-5-15 16,0-2-88-16,0-1-317 0,7-5-16 15</inkml:trace>
  <inkml:trace contextRef="#ctx0" brushRef="#br1" timeOffset="76243.91">10953 17065 1310 0,'3'-3'-47'0,"1"6"14"0,-8 5 12 0,1-1 17 16,0 5 2-16,-1 8 9 0,-3-1 13 16,1 5 0-16,-1 1 7 0,1-6-3 15,-2 6 1-15,2-1 0 0,3-5-2 16,-4-1-5-16,4-4 4 0,0 2 1 0,-1-7 3 16,8 4 18-16,-4-5 9 0,6-4 1 15,1 7 3-15,2-9 2 0,5 1 0 0,2-3-5 16,-2-3-4-16,3-3-7 0,0-1 0 15,2 3-3-15,-2-6-6 0,0-1 0 0,-4-1-5 16,-6-1-3-16,-1 4-4 16,2-7-2-16,-8 4-9 0,0-5-22 0,-4 2-20 0,4-3-14 15,-4 4-23-15,1 1-16 16,3 1-32-16,-7 1-87 0,7 4-354 0,-3 0-59 16</inkml:trace>
  <inkml:trace contextRef="#ctx0" brushRef="#br1" timeOffset="82194.07">8683 17098 499 0,'-10'1'27'0,"0"6"-16"0,0-3-4 0,0 1-8 0,3-3 8 0,-3 5 2 0,4 4-5 0,2-4-4 0,-2 0-1 0,2 6 11 0,-3-1-7 16,4 1 0-16,0 6 2 0,0-1-4 15,3 7 4-15,-4 0-1 0,8 6 0 0,-4-1 1 16,3 0-5-16,-3 0 6 0,0-1 5 16,3-4 4-16,0 0 7 0,-3 0 3 15,3-1-5-15,1-5 1 0,0-5-2 16,-1 3 19-16,4-9 4 0,-1 3 6 0,1-4 4 15,3-1-3-15,3-1-3 0,-3-9 2 0,0 4 4 16,0-7 0-16,0 6 7 0,0-5 1 16,-6-5-1-16,2 0-4 0,-3-4 0 15,1-1-6-15,-4 0 4 0,0-9-6 0,-4 1-4 16,4-2-4-16,-6-7-4 0,3-1-6 16,-4 8-2-16,0-5-1 0,0 6-12 0,4 7-21 15,-3-1-10-15,-1 5-1 0,0 3-20 16,-3 4-19-16,-3 1-6 0,-1 6-17 15,5 7-20-15,-12 4-87 0,8 2-239 0,-1 2 65 16</inkml:trace>
  <inkml:trace contextRef="#ctx0" brushRef="#br1" timeOffset="82604.14">9040 17580 1143 0,'-11'7'-24'15,"2"4"10"-15,-1-4 5 0,2-2 9 0,2 2 0 16,0-1-1-16,-1-5 0 0,0 6 4 16,0-1 1-16,4-1-8 0,0-2 2 15,0 1-3-15,3-4 11 0,-4 6-11 16,4-1 10-16,-3-3-7 0,3 3 3 0,0 1-3 16,3-5 2-16,1 6-1 0,-1-1 1 15,0-4-5-15,0 4 1 0,0-2 1 0,1-4 4 16,3 6 1-16,-4-5 4 0,4 3 8 15,-1-2-6-15,-3 0 4 0,5 1 5 0,-2-3 7 16,-2 0 5-16,-1 0 5 0,3 0 6 16,-2-3 3-16,-4 1-6 0,3 0 4 15,-3-9-4-15,0 10-3 0,-3-8-4 0,-1 5-1 16,4-7 1-16,-3 10-4 0,0-5 3 16,0 1-9-16,3 3-3 0,-4-3 1 0,1-1-5 15,3 5-4-15,-3-2 2 0,-1 3-4 16,0-3-3-16,1-2-5 0,3 3 0 0,0 2-3 15,0-5-5-15,0 5-16 0,0-6-11 16,0 5 5-16,7-2-23 0,0-3-18 16,0 2-12-16,2-7-36 0,5 7-168 15,-1-6-45-15,4-1 153 0</inkml:trace>
  <inkml:trace contextRef="#ctx0" brushRef="#br1" timeOffset="83367.84">11649 17042 904 0,'-9'-2'-22'0,"-1"-1"5"0,-1 1 11 0,2-2 10 0,-1 3 5 0,2-5 3 0,-1 6-3 16,2 0-3-16,4-1 3 0,-3-5 1 0,1 6-1 15,-1 0 0-15,3-2-2 0,-1-1-5 16,1 3 1-16,0-2 5 0,3 2 5 16,-3-4-12-16,3 4 6 0,0 0-3 0,0 0-2 15,0 0 10-15,13 9-1 0,-4-7-3 16,2 5 1-16,5-1 3 0,5 4 6 0,-1-1 3 16,2 4-1-16,8-1 0 0,-3 6-4 15,3 2 4-15,0-8 0 0,-3 6 0 16,0 2-8-16,0-2 0 0,-8-3 3 15,5 0 5-15,-4-1-8 0,-4-1 0 0,1-1-6 16,-1 6 7-16,-2-5-2 0,-1 2-3 0,1-4-1 16,-1 3 4-16,-2-3-8 0,-5 0-17 15,4-4-17-15,-4 6-21 0,-3-8-36 16,8 2-175-16,-11-1-38 0,3-5 182 16</inkml:trace>
  <inkml:trace contextRef="#ctx0" brushRef="#br1" timeOffset="83657.22">11877 17042 791 0,'0'-11'-23'16,"0"3"6"-16,3-3 10 0,-3 4 1 0,3-6 2 15,0 8 6-15,0-2 2 16,1 0-3-16,-4 1 4 0,3 1-2 0,-6-1-2 15,3 6 6-15,0 0-5 0,-7 18-4 16,1 0 10-16,-5 2-4 0,-2 5-4 0,-4 5 1 16,1 2 3-16,-8 4 1 0,4 2 2 15,-3-5-3-15,3-2 0 0,4-1 5 16,-4 1 4-16,-4 1-3 0,8-2 3 0,-4 0-7 16,-1-3-8-16,2 1-2 0,2-3-11 15,1 0-19-15,-5-3-51 0,4-2-155 0,1-2 239 16</inkml:trace>
  <inkml:trace contextRef="#ctx0" brushRef="#br1" timeOffset="84396.1">12583 17149 656 0,'0'-1'-1'0,"-4"-5"-1"0,1 1 5 0,3-1 2 0,-3-1 2 0,-1 0 0 0,4 2 1 0,0-2 1 0,-3-6-3 0,6 6 2 16,1-4 5-16,2-1 1 0,1-1 3 15,3-1 0-15,0-4 14 0,4 6-4 0,-5-6 1 16,9 4 1-16,-2-4-2 0,1 3-1 16,-1-1 2-16,1 4-13 0,-1-1 9 15,1 1-3-15,4 5-5 0,-2-6 1 16,5 8-4-16,-8-1-1 0,4 5 3 0,0 1-3 15,4-6-1-15,-8 6-6 0,4 6 3 0,0-5-3 16,-3 5-3-16,-1-1 8 0,-2 1-1 16,-4 1-5-16,4 0 7 0,-8 5 5 15,0 1-9-15,-2-1 2 0,-4 6 0 0,-4 7-2 16,1-5-5-16,-3 5 6 0,-1-2 1 16,-7 4-4-16,1-2 6 0,-4 0-3 15,4-6-1-15,-4 5 5 0,1-5-4 0,2 2 3 16,-2-4-5-16,2-5 7 15,1 6-1-15,-1-4 2 0,2 0 12 0,2-4 10 16,-1 0-2-16,2-1 1 0,-1-2-1 16,2 2 3-16,2-4 2 0,-4-1-5 0,4 3 0 15,3-1-1-15,-5-3 4 0,2 2-2 16,3-1 1-16,-1 2 1 0,-2-5 3 0,3 3 4 16,-2-2-1-16,5 3-2 0,0-2-1 15,-3 0 0-15,3-3-4 0,11 0 0 16,2 0 1-16,-4 0-6 0,9 0-3 15,2-3-2-15,6 6-2 0,-3-3-4 0,7 0-1 16,4 0 0-16,-1 1-2 0,4-1-3 16,0 11-2-16,2-6 0 0,-5 0-1 0,5-1 2 15,-1 7-5-15,-5-1 0 0,0 1-14 16,-3 3-26-16,-3-3-28 0,-1 6-20 0,-2-5-26 16,-4 2-17-16,-4-1-27 0,-2-2-106 15,-1-4-302-15,-2-2-60 0</inkml:trace>
  <inkml:trace contextRef="#ctx0" brushRef="#br1" timeOffset="85205.14">13306 16574 1397 0,'3'-7'-89'0,"1"5"11"0,-1-7 11 0,-3 8 9 0,3-5 1 0,1-1 10 0,-1 5 9 0,-3-7 7 0,4 9-2 0,-1-7 12 16,0 6 8-16,0-5-1 0,1 4 21 16,-4-7-2-16,3 8 13 0,0-5 6 15,1 5 11-15,-4-5 2 0,3 6 0 0,1-5 3 16,-4-1-4-16,0 6-7 0,3 0 0 16,-3-1-1-16,0-5-1 0,0 6-2 15,0 0-7-15,0 0 0 0,0 0-4 16,6 0-1-16,-6 0 1 0,0 0 1 0,7 6-13 15,-7-5 2-15,7 10 4 0,-4-4 0 0,1 6 2 16,2-1-5-16,-3 4 3 16,1 0-1-16,-1 2 2 0,0 6-6 0,1-5 3 0,-4 4 4 15,0-7-5-15,4 2 5 16,-4 0-2-16,0-4-3 0,3 4 0 0,-3-5-4 16,0-1 6-16,0-5-4 0,3 4-2 15,-3 2 4-15,0-6 2 0,3-2-1 16,-3 2-4-16,0 0 5 0,0-1-1 15,3-1-1-15,1-5-15 0,-1 6-16 0,3-5-29 16,-1-1-12-16,-2 0-28 0,-3 0-143 0,6 0-100 16,1-1 148-16</inkml:trace>
  <inkml:trace contextRef="#ctx0" brushRef="#br1" timeOffset="85710.72">13823 16315 914 0,'0'-9'-12'0,"0"2"12"0,0 0 17 0,0 5 21 0,0-7 4 0,0 8 11 0,0-5-2 0,0-1-1 0,0 7 3 16,0-5-8-16,-3-1-3 0,6 6-4 16,-3 0-6-16,0 0-3 0,0 0-3 15,10 0-1-15,-4 9-3 0,5-7-1 16,-2 5 0-16,4 6 4 0,4-2 14 0,4 3 1 15,-2-2 3-15,5 6-2 0,-1 5-1 0,4-1-1 16,-4 3-3-16,7 5-1 0,-3 2 4 16,-4 6-2-16,1-1 11 0,-5 6 7 15,1 7 3-15,-2 0 1 0,1 6-1 16,-8-5-5-16,1-1 2 0,-5 6-4 0,4-6-3 16,-8 1-2-16,-3 5-4 0,0-1-1 15,-3 1-3-15,-8 6-5 0,-2 1 1 16,-11 1-6-16,-9 19-3 0,-7-5-7 15,-3-3-23-15,-10-3-33 0,-7-5-30 0,0-5-28 16,6-12-19-16,1-7-30 0,-7-11-61 16,-4 0-198-16,1-1-152 0,0-8-58 0</inkml:trace>
  <inkml:trace contextRef="#ctx0" brushRef="#br1" timeOffset="88761.42">14500 17320 726 0,'0'0'44'0,"0"0"-3"0,0 0 6 0,0 0-2 0,16-5-6 0,-6 2-8 0,3 1-10 0,5-3 10 0,1-1-12 16,1 6-3-16,7-4 7 0,-3 1-6 15,-5 1 3-15,5-1-3 0,-4-3 9 0,-1 5 3 16,-5 1 0-16,2-6 6 0,-2 6-1 16,-4 0-3-16,-7 11 0 15,-6-4-6-15,0 6 4 0,-7 2-3 0,-7 5-1 16,1 0 3-16,-11 0 5 0,7-1 5 0,-1 6 3 15,2-9 1-15,5 0 2 0,-2 1-7 16,2-3 0-16,4-3 0 16,1 1-1-16,1-5 1 0,5 0 0 0,9-7-8 0,5 0 2 15,8 0-9-15,8-1-14 0,14-8-35 16,2 1-33-16,14 0-34 0,-4-3-88 0,7 4-216 16,4-3-22-16,8 2 71 0</inkml:trace>
  <inkml:trace contextRef="#ctx0" brushRef="#br1" timeOffset="89212.57">15973 17249 1118 0,'-23'-1'-32'0,"-1"-2"14"0,-3-2 30 0,5 2 7 16,1-3 13-16,4-1 9 0,-2 3 2 16,5-6-1-16,4-5 7 0,7 0-1 0,3 0-1 15,6-8 4-15,4 5-4 0,10-1 0 16,1-1-4-16,1 0-3 0,2 4-2 16,0 7-5-16,-1-1-4 0,-4 4-5 15,2 5-1-15,-1 2-2 0,-4 12-1 0,-2-1-2 16,-1 6 0-16,-6 7 2 0,-4 0-4 15,-3 0-3-15,-10 13-1 0,0-6 4 16,-10 5-6-16,-3 1 3 0,-4-5-4 0,-7-4 0 16,1 3-4-16,-6-1 2 0,2-3-2 15,-4-6 1-15,8-4 0 0,3 0-1 0,0-4-1 16,4-3 7-16,3-3 9 0,6-2-1 16,4-1 4-16,6 1 6 15,4-5 4-15,6 5 2 0,7-1-3 0,6-1-1 0,4 6-4 16,10 3-1-16,4 5-1 0,2 0-4 15,5 7-2-15,-5 1-3 0,1-1-48 0,-1 11-37 16,-3-1-33-16,-3-6-37 0,-6-1-77 16,-4 0-403-16,-3-9-116 0</inkml:trace>
  <inkml:trace contextRef="#ctx0" brushRef="#br1" timeOffset="89605.93">16346 17037 1582 0,'-3'0'-92'0,"3"0"13"0,-3 11 16 0,-5-3 5 0,5 3 16 0,0 3 5 0,-3 4 11 0,2 0 6 0,-2 0 11 0,-2-4 2 16,5-1 19-16,-3-1 14 0,3 4 10 15,-1-7 2-15,1 2 9 0,-3-1 10 16,1-6 3-16,2 3-3 0,0-3-1 15,-3-4-5-15,6 0 0 0,-7-11 1 0,4 4 1 16,0-5-2-16,3-6 2 0,3-4 0 16,-3-3 1-16,3-9-2 0,4 1 2 15,2-5-2-15,2-7-1 0,2-3-2 16,4-2-5-16,-4 6-2 0,7-5-4 0,0 6-5 16,-3 4-4-16,-1 9-6 0,1-1-2 15,-1 6-2-15,-2 11-4 0,-1-4 1 0,1 11-1 16,-8 5-1-16,1 2-2 0,-1 2 2 15,-6 11-3-15,-3-3 0 0,0-1-6 0,-7 7-9 16,3-7-17-16,0-2-24 0,4 4-26 16,-4-4-25-16,7 0-27 0,0-7-13 15,7 6-25-15,0-6-82 0,3-6-327 16,3 5-72-16</inkml:trace>
  <inkml:trace contextRef="#ctx0" brushRef="#br1" timeOffset="89770.13">16636 16699 1496 0,'-3'13'-54'0,"0"-2"10"15,-1-3 16-15,1 3 13 0,0 2 1 16,0-3 9-16,3-2 3 0,3 0 15 0,0 1 13 16,10-7 3-16,1 4 1 0,8-6-3 15,-1-6-3-15,9 6-3 0,0-2-2 16,0-1 1-16,0-4-5 0,-3 1-17 0,3-1-40 16,-7 7-30-16,0-11-32 0,-6 10-132 15,-1-6-139-15,-5 1 112 0</inkml:trace>
  <inkml:trace contextRef="#ctx0" brushRef="#br1" timeOffset="89993.75">16927 16581 974 0,'-8'-7'-27'0,"2"0"26"16,-1-4 16-16,1 10 2 0,3-5 4 16,-5 5 8-16,2-5 0 0,-1 4-7 0,1 4 0 15,2-2 1-15,-3 7-6 0,1 6 3 16,2-1 1-16,1 6-2 0,0 5 5 0,3-1-2 15,-3-3 1-15,3 6-9 0,0 0 1 16,0 0 0-16,0 0 3 0,0 0-7 16,0 0 5-16,0-7-7 0,0 6-30 15,0-7-27-15,0-1-24 0,-4-5-88 0,4 2-203 16,0-3 123-16</inkml:trace>
  <inkml:trace contextRef="#ctx0" brushRef="#br1" timeOffset="90234.07">17163 16642 985 0,'0'-11'14'0,"3"4"35"15,-3 0 3-15,4 5 4 0,-4-7-2 0,-4 8-2 16,8-5 1-16,-4 6 3 0,0 0 2 16,3 18 2-16,-3-11 3 0,0 9-4 0,3-1-2 15,1 3-1-15,-8-1-3 0,8-1-1 16,-1 8-4-16,-6-6-4 0,3 1-4 15,0-5-2-15,-4 4-5 0,4-2-2 16,0-1-1-16,0-3-7 0,0 2-6 0,-3-3-23 16,3 3-34-16,0-3-41 0,3-4-23 15,-3 6-35-15,4-8-126 0,-4 2-245 16,3 0-14-16</inkml:trace>
  <inkml:trace contextRef="#ctx0" brushRef="#br1" timeOffset="90928.94">17363 16717 1292 0,'6'-12'-61'0,"-2"-1"20"0,2 8 8 0,-3-8 17 0,2 6 9 0,1 5 12 0,-3-7-2 15,-3 8-2-15,0-5-1 0,0 6 3 16,-6 31 7-16,-8 1-9 0,-5 12 3 0,-8 23 2 16,-14 25-3-16,5 8 8 0,-1 2-2 15,7 5 4-15,3-1 2 0,8-5-1 16,5-2 1-16,11-15-5 0,3-13 3 16,10-1 3-16,7-1-4 0,13 19-2 0,13-5 9 15,7-8-10-15,10-6-4 0,3-6-30 16,7-3-27-16,-10-20-68 0,-3-7-172 0,-7-12 2 15,3 0 192-15</inkml:trace>
  <inkml:trace contextRef="#ctx0" brushRef="#br1" timeOffset="91690.87">17923 17206 739 0,'3'-7'-19'0,"0"3"1"0,-6 1 10 0,3 3 3 0,-6 7 8 0,-4 4-4 16,-1 2 9-16,-2 1 2 0,-4 4 4 0,4 0 2 0,-4-1 3 15,4 3 1-15,-1-6-1 0,2 7 4 16,2-6-4-16,2-1 1 0,2 2 9 15,3-7-6-15,-1 7 5 0,8-7 7 0,-1 2 5 16,3-4-4-16,5 0 7 0,-1 0 1 16,4-3 0-16,2-4 5 0,1-4 2 0,5-3 2 15,2 3-4-15,0-6 2 16,2-5-4-16,-3-6-9 0,1 3 3 0,-7 2-3 16,-4-4-7-16,-3-1-4 0,-6-4-3 0,-1 0-6 15,-10 7-2-15,0-3-13 0,-3 3-15 16,0 0-18-16,0 4-25 0,0 2-19 15,0 4-22-15,0-1-70 0,3 2-271 0,1 7 54 16</inkml:trace>
  <inkml:trace contextRef="#ctx0" brushRef="#br1" timeOffset="91911.15">18393 17474 1161 0,'-10'13'-38'0,"3"-2"17"0,-3-4 20 15,3 0 5-15,1-2 8 0,-1 2 7 0,0-7-4 16,4 7-2-16,0-7 8 0,-1 0 3 16,4 0-1-16,0 0 3 0,4-7-6 15,-4 3 3-15,3 1-5 0,-3 0 4 16,3 1-12-16,-3 0 4 0,0 2-1 16,0 0-6-16,0 0-8 0,4-4-29 0,-4 4-17 15,0 0-19-15,3 6-12 16,1-6-75-16,-4 0-191 0,6 0 142 0</inkml:trace>
  <inkml:trace contextRef="#ctx0" brushRef="#br1" timeOffset="92133.93">18623 17212 934 0,'3'-13'-12'0,"1"9"9"0,-1-1 3 0,0-4-1 16,0 8-3-16,0-5 10 0,-3 6 4 0,8 7-3 15,-5 2 12-15,0 0-4 0,4 4 5 16,-4 5 3-16,4 1-3 0,-4 2-7 16,1-1 5-16,-1 2 2 0,0 1-11 15,-3 2 7-15,0-4-1 0,4 3-8 16,-4-5-5-16,3 2-15 0,-3-4-24 0,3-5-27 16,-3 3-118-16,3-5-103 0,1 3 196 15</inkml:trace>
  <inkml:trace contextRef="#ctx0" brushRef="#br1" timeOffset="92406.49">19090 17195 801 0,'0'-8'9'0,"3"2"16"0,-3-1 9 0,0 3 2 15,0 1-3-15,0-2-5 0,3 3-4 0,-3 2 8 16,0 0 8-16,7 7 1 0,-1 0-1 15,-2 0 6-15,3 7-4 0,-7-3-3 16,3 3 7-16,0 1-4 0,0-1-1 16,1 4 0-16,2-4-3 0,-2 3-4 15,-1-3-1-15,-3-2-4 0,4 4-1 0,-4-7-7 16,3 4 1-16,0-2-1 0,-3 1-5 16,3-2-7-16,1 0-31 0,-1 0-30 0,-3-1-27 15,3 2-24-15,-3-1-98 0,4-6-219 16,-4 9 70-16</inkml:trace>
  <inkml:trace contextRef="#ctx0" brushRef="#br1" timeOffset="92834.08">19559 17112 1122 0,'-6'5'-36'15,"-4"8"7"-15,0-1 4 0,-7 8 7 16,4 5 0-16,-7 0 1 0,3 5 1 15,-3 1 1-15,7-5 6 0,-4 12-5 16,10-5 6-16,1-4 1 0,6-4 4 16,0 0 1-16,6-1 0 0,5-5 2 0,2-5-6 15,-4 0 14-15,12-4 7 0,-8-5 2 16,4-3 5-16,3 0 4 0,-4-4 5 0,1 0 0 16,-4-9 1-16,5 4 1 0,-6-11-4 15,-2 4 2-15,1-6-1 0,-5-3-7 16,1 1-3-16,-4 0-7 0,-3-3 5 0,0 1-15 15,-3 5-26-15,-4-1-30 0,1 0-43 16,-5 3-148-16,1 0-50 0,-2 6 189 16</inkml:trace>
  <inkml:trace contextRef="#ctx0" brushRef="#br1" timeOffset="93068.63">19689 16906 847 0,'8'0'15'0,"1"0"20"16,1 0 16-16,1 9 12 0,5-1 10 16,1 0 13-16,2 9 6 0,5 2 9 0,-4 4 2 15,3 4 2-15,0 5 1 0,-2 6-6 16,-5-1-1-16,1 6-8 0,-7 2-9 16,-4 5-4-16,-6-6-7 0,-6 6-7 15,-4 0-7-15,-7 9-12 0,-6-1-28 0,-10-7-31 16,-1 5-31-16,-19 12-33 0,6-17-35 15,-16 14-17-15,-10-9-42 0,-4-2-110 0,0-4-244 16,-9-4-31-16</inkml:trace>
  <inkml:trace contextRef="#ctx0" brushRef="#br1" timeOffset="93540.82">15803 18392 1381 0,'-37'7'-59'0,"10"-1"20"0,4-1 22 16,3-1 29-16,7-1 2 0,3 0 8 15,7 0 6-15,3-3 18 0,16-9 15 16,14 1 4-16,30-3 8 0,54-11-2 16,29-9-2-16,41-5-7 0,35 4-4 0,88-3-5 15,22 1-6-15,22-1-5 16,8 4 2-16,2 6-4 0,2 3-5 15,-2 4-5-15,-12 6-4 0,-15-1 0 0,-8 6-2 16,-69 0 3-16,-10 3 6 0,-18 0 11 0,-19 0 5 16,-29-2 7-16,-25 1 13 0,-42 3 30 15,-28-3-6-15,-22 2-1 0,-18-1-2 0,-16-2-10 16,-6 1-11-16,-15-1 3 0,-9 2-17 16,-3 0-12-16,-6 1-39 0,-12-3-57 0,-9 6-70 15,-3 3-77-15,-17-3-116 0,0 0-161 16,-16 6 41-16,-8-2-103 0,-10 0-42 15</inkml:trace>
  <inkml:trace contextRef="#ctx0" brushRef="#br1" timeOffset="94573.12">16247 14999 1386 0,'6'-19'-57'0,"1"-2"26"16,-4 9 20-16,0-1 16 0,0 3 2 0,0 2 15 0,-3 1 4 0,5 3 5 0,-2-4 1 0,-3 2-3 0,3 5 0 0,-3-5-8 16,3 5-3-16,1 1-1 15,-1 7-5-15,3 8 2 0,5 13 0 0,-1 4 2 16,2 18 4-16,6 9 5 0,-2 7-1 0,1 3 7 15,6 21 12-15,-3-9 1 0,-6-12 5 16,-1-2 0-16,0 7-1 0,-3-2 12 16,-3-3-4-16,-1-1 2 0,-2-11 3 15,0 2 2-15,-4-7-1 0,-4-2 1 0,4-2-3 16,0-8-1-16,-4-5-8 0,1-1 0 16,0-3-2-16,3-6-1 0,-4-6 0 15,1 5-2-15,0-16-9 0,0 3-2 0,-1-4-2 16,-3-7-4-16,-3-1-4 0,4-7-2 15,-1-8-5-15,-3-2-4 0,0 2-1 0,4-9 0 16,-5-3 0-16,5 3 3 0,-4-6-9 0,3 6-1 16,1 6-1-16,-1-3 4 15,3 5-1-15,-2 0-2 0,3 1 1 0,-1 6-4 16,1-5-1-16,0 6-1 0,-1 2-2 16,4 6 4-16,0-5-1 0,0 6 2 0,0 0-2 15,10 14-2-15,-6-5 5 16,2 0-3-16,4 7 4 0,0-1 4 0,3 3 5 15,-3-1 5-15,4 5 2 0,-4-3 1 16,3-1 4-16,0 6 6 0,-3-5-5 0,4-5 8 16,-4 4 6-16,0 0 5 0,0-4 16 15,-4 3 22-15,1-9 22 0,-1 1 15 0,5-7 9 16,-1 4-1-16,-1-12-1 0,5 1-13 16,-1-9-11-16,4-4-14 0,-1-7-8 0,11-7-26 15,-3-4-22-15,-1-3-48 0,4-3-54 16,6-8-49-16,-3 6-61 0,4-3-72 15,2-1-55-15,1 5-55 0,2 0-216 0,2 2 43 16,-4 7 64-16,-4 9-141 0,0-1-109 16</inkml:trace>
  <inkml:trace contextRef="#ctx0" brushRef="#br1" timeOffset="96437.45">20922 13265 1551 0,'-9'7'-84'0,"2"-7"11"0,1 3 22 0,-2-1 8 0,2 1 18 0,3 0 13 0,0-2 8 0,-4 2 6 0,4 0 9 15,0-2 1-15,-2-1 9 0,2 6-3 16,3-6 8-16,8 0 10 0,1 3 11 0,7-3 3 15,14 2 2-15,11 1-5 16,9-3 1-16,16 3-1 0,14-3-4 0,17-3-3 16,10 3-1-16,39-5-4 0,4-4-2 15,4 2-3-15,-8-2-4 0,1-1-1 0,-10-3-1 16,-8 2-4-16,-21 3-2 0,-18-3-2 16,-7 4 1-16,-13 0-5 0,-7 1 1 0,-3 1-1 15,-14-2-4-15,-2 1-2 0,-7 5-1 16,-7-2 4-16,0 0-3 0,-3 1-1 0,-8-1 3 15,-2 3-3-15,-4 0 0 0,-5 0-1 16,-8 0 0-16,0 0-3 0,-14 5 3 16,-2 1 0-16,-8-5-6 0,-6 5 2 0,-10 1-3 15,-4-2-2-15,-13 2-7 0,-6-1-1 16,0 1-8-16,-4 1-13 0,-2-4-5 0,-1 3-5 16,-14 2-5-16,1-1-3 0,-1 0 7 15,1-2 0-15,-7 2 10 0,0-1 0 16,0-3 2-16,-3 5 0 0,3-4 6 15,-3 2 4-15,2-3-2 0,-2 2 4 0,6 2 4 16,0-1 1-16,11-3 3 0,2 2 1 16,8 2 6-16,3-4 2 0,10 2 0 0,3 1-1 15,10-7 8-15,2 8-6 16,5-8-5-16,3 3 9 0,3 1-2 0,5-1-5 16,5-2 14-16,7 5 8 0,3-3 3 0,14 2 6 15,6-2 0-15,10-2 2 0,14-1-1 16,16 0-2-16,24 0-2 0,20-4 0 15,39-1-5-15,18 2-2 0,9-10 3 0,4 4-1 16,-1-4-4-16,-3 1 0 0,-2-4 2 16,-15 4-4-16,-12-1-1 15,-28 4 3-15,-22-1-3 0,-14 3 0 0,-10-1-2 0,-10 5 0 16,-4-4-4-16,-9 1 4 0,-7 5-3 16,0-5-1-16,-10 4 2 0,-3-1-4 15,-4 3-2-15,-6 0-13 0,-1 0-21 0,1-6-14 16,0 6-30-16,-1 0-25 0,-2 0-43 15,-1-1-132-15,0 1-126 0,4-3 85 16</inkml:trace>
  <inkml:trace contextRef="#ctx0" brushRef="#br1" timeOffset="104226.56">9636 17985 500 0,'-6'2'120'0,"3"0"-21"0,-2 1-13 0,-1 0-22 0,3-3-3 0,-1 4 8 0,1-4-10 16,3 3 0-16,0-3 0 0,-6 0 14 15,3 3 0-15,-2-3 7 0,2 1-2 16,3-1-4-16,0 0-5 0,-6 4-5 15,2-4-2-15,4 2-5 0,0-2-1 0,0 0-5 16,13 0 2-16,4 0 1 0,10-2-6 16,13-3-3-16,7-1-5 0,13-1 0 0,7-4-2 15,2 3-2-15,15-5-5 0,6 1-3 16,-3-1-2-16,-4 1-3 0,0-1-1 0,-20 2-2 16,-2 4-4-16,-11 0 4 0,-10-1 16 15,-1 4 6-15,-5-2 5 0,-4 1 2 16,-4-1 0-16,-2 5-4 0,-5-2-5 15,-2 3-6-15,-10-3-3 0,-1 3-12 0,-6 3-32 16,0 0-29-16,0-2-26 0,-6 3-24 0,3-2-23 16,-4 6-31-16,1-4-19 0,-8 2-99 15,4 1-396-15,1 1-156 0</inkml:trace>
  <inkml:trace contextRef="#ctx0" brushRef="#br1" timeOffset="104638.91">9716 17948 1673 0,'-4'-6'-87'0,"4"1"16"0,0 3 12 0,0-2 15 0,0 0 8 0,-3 1 11 0,3-1 10 0,0 1-4 0,0 3-1 15,0 0 2-15,0 0 9 0,0 0-2 16,0 20-1-16,-3-8 0 0,3 6 5 15,-3 7-5-15,3 0 8 0,-3 3 4 0,3 1-4 0,0 7 10 16,0-7 0-16,0 2 3 0,0-3-2 16,3-2 3-16,-3-1-6 0,3-1-5 15,-3-2 13-15,0-5-2 0,3 1-6 16,-3-6 2-16,0-2-26 0,0 0-12 0,3-2-21 16,1-8-49-16,-4 0-115 0,0 0-75 15,0-15 191-15</inkml:trace>
  <inkml:trace contextRef="#ctx0" brushRef="#br1" timeOffset="104976.96">9783 17981 803 0,'7'-14'-4'0,"-4"2"10"16,0 5 3-16,-3-2-4 0,3 5 4 15,-3 0 0-15,0 4 6 0,0 0 3 16,0 17-7-16,0-10 1 0,0 2 9 0,0 4 2 16,4-1-1-16,-1-2 2 0,-3 3-3 15,0-1 10-15,4-1-1 0,-1-1 0 0,0 0 0 16,4-3-4-16,-1 1-7 0,1-1 2 15,3-3 6-15,3 0-3 0,-3-4 6 0,4-4-2 16,-1 3 8-16,1-2 1 0,-1-1 8 16,1-5 2-16,-5 5 3 0,4-7 8 15,-2 4-4-15,-2 2 2 0,1-2 3 16,-2 0-1-16,1 1 3 0,-2 1-6 16,-1 3-11-16,2 4 0 0,-2 6-7 0,0 9-4 15,1 8-3-15,4 11 2 0,-2 8-2 16,-2 6-3-16,13 10-5 0,-7 2-2 0,1-2-8 15,-1 1-7-15,0-11-4 0,1-5-16 16,-1-2-19-16,-3-10-15 0,0 0-20 0,3-2-33 16,-3-9-17-16,-3-4-59 0,-1-5-128 15,4-5-164-15,-3-2 23 0</inkml:trace>
  <inkml:trace contextRef="#ctx0" brushRef="#br1" timeOffset="106104.84">23882 13512 1281 0,'0'-3'-41'0,"0"2"10"0,0 1 18 0,0 0 11 0,0 17 24 0,0-8 13 0,5 7 13 0,1-1 11 0,0 4 15 0,1 2 7 15,4-4 10-15,1 1 19 0,1-3 10 16,1 2 15-16,2-5 19 0,5 1 21 16,2-11 18-16,7-2 23 0,4-8-3 0,15-11-9 15,11-20-15-15,24-28-19 0,6-2-17 16,6-13-16-16,8-8-18 0,6-5-27 0,13-2-14 15,7-3-14-15,17-6-41 0,33-13-56 16,10 6-45-16,7 5-41 0,12 12-61 16,-22 32-76-16,-1 7-66 0,2 12-208 0,-9 10 8 15,-5 15 71-15,-21 8-113 0,-30 12-66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20:19:36.7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19196 18092 716 0,'-13'-7'36'0,"-1"-1"16"0,1-2-16 0,3-2 15 0,-7-4 4 0,8 0-7 0,-5-1-1 0,1 0 8 0,3 1 3 0,0-1 2 0,0 3 4 0,3-1 0 0,-3 2-1 0,3 4 2 16,1-1-9-16,-1 2-4 0,4 1-2 0,-4 0-5 0,3 4 0 16,-2 0-1-16,3 3 5 0,3 0 8 15,-3 7-5-15,-1-1 3 0,1 1-2 16,6 1-2-16,-3 2 1 0,0-1-1 0,7 4 2 15,2 2 3-15,5 3-3 0,2-1-3 16,5 5 0-16,2 2-3 0,7 5 2 16,7 4-2-16,-4-1 0 0,4 3-1 15,7 5-1-15,-5-1-4 0,4 3-1 0,1-3-3 16,-1-2-1-16,1 1-4 0,2-1 3 16,5-5-4-16,-9-1-1 0,6-4 0 0,4 1-6 15,8 0-1-15,7-3-5 16,3-3 4-16,3 0-2 0,5-5 2 0,4 1-6 15,5-5 0-15,0-1-4 0,6 1 1 16,4-5-1-16,-1 2-1 0,8-5-2 0,-1 2 1 0,0-4-2 16,1 0 4-16,-4-2-6 0,6-2-7 15,-2-2 6-15,32-5-1 0,-25-2 3 0,15-5-2 16,-2-2 0-16,-7-5 0 16,-8-2-7-16,1-5 6 0,-7-2-3 0,-16 4 3 15,-17 0-3-15,0-2 0 0,0 0-5 16,-3-3 3-16,-1-1-3 0,-6 1 3 0,4 0 4 15,-4-4-2-15,-3 4-4 0,3-3 1 16,0 0 0-16,0-1 0 0,0 4 2 16,-4-4 3-16,-3 4-3 0,4 0-3 0,-7 0-1 15,-7 7 5-15,0 0-5 16,-2-4 6-16,-1 3-3 0,-1 1 0 0,2-3-1 0,5 3 1 16,-5-3-1-16,5 3 0 0,-3 0 0 15,4 0 1-15,-1 0 1 0,2 6-2 0,-1-5-1 16,-8 3 2-16,1-2-3 15,-7 6 4-15,1-4 0 0,-8 9 0 0,-5-1 0 16,-2 1 1-16,-2-1-4 0,-7 6 3 16,-4 0 1-16,-1-4-2 0,-10 7 5 0,-1-2-5 15,-4 2 0-15,-7-1 3 0,1-1-2 16,-4 2 5-16,-4-1-4 0,-2 0 2 0,3 0 4 16,-7-1-3-16,3-1 4 0,-6 2-2 15,3-1 4-15,-7-2-3 0,7 2 1 16,-3-1 4-16,6 2-6 0,-3-1 1 0,6 2-5 15,4 1 5-15,1-2 0 0,2 3-1 16,7 2 3-16,3-4-1 0,7 4-1 16,0 0 0-16,20 0-2 0,0 0-1 15,4 0 1-15,6 4 2 0,6-8-1 0,1 4-2 16,-1 0 3-16,5-1-7 0,5 2 5 16,1-1-1-16,-4 6-3 0,-6-3 1 0,3 2 2 15,-10 5 10-15,-4 2 1 16,-2 2-1-16,-10 3 3 0,-5 2 1 0,-6 1-3 0,-3-2-2 15,-6 1 3-15,0 6-2 16,-5-4-27-16,1-4-43 0,7-5-43 0,0 6-49 16,9-5-65-16,-3-6-96 0,15 4-197 0,4-10 48 15,8 6-160-15,0-7-115 0</inkml:trace>
  <inkml:trace contextRef="#ctx0" brushRef="#br0" timeOffset="704.69">28083 16830 1625 0,'-67'-6'-69'0,"14"6"15"0,-4 0 26 0,3 0 8 0,5 6 5 0,-5-5 13 0,-6 5 9 0,-3-1 10 0,13 1 10 16,0-5 3-16,6 5 2 0,5-5 3 15,5 5-3-15,11-3 2 0,13-1-5 16,10-2 2-16,16 0 1 0,22 0-1 15,35 6 3-15,37-6-4 0,66 0 0 0,28-6 0 0,19 6-3 16,7-5-2-16,17-1-2 0,9-1-2 16,11 6 0-16,13-5-3 0,46-5 0 15,-59 4 0-15,7 0-2 0,-15-4-2 16,-9 4 1-16,-16 0-3 0,-17-4 0 0,-24 3 1 16,-26-9-6-16,-24 10 6 0,-36 0-9 15,-31 2-3-15,-19-2-14 0,-21 0-24 16,-12-1-33-16,-7-1-37 0,-14 8-34 15,-9-6-84-15,-11 1-314 0,-7 4-41 0</inkml:trace>
  <inkml:trace contextRef="#ctx0" brushRef="#br0" timeOffset="1936.01">28896 15956 1361 0,'0'-7'-72'0,"3"0"8"0,-3 2 11 0,3-2 9 0,-3 0 13 0,0-1 13 0,8-1 10 15,-8 9 6-15,0-7 1 0,-8 7 4 16,8 0 0-16,-6 6 2 0,-7 1 3 0,3 5 4 16,-4 4 10-16,-2 6 0 0,-1 3 5 15,0 3 1-15,1 5 1 0,2-1-1 0,-2 0 6 16,3-2-15-16,-4 8 6 15,4-12 0-15,5 10 0 0,-1-5 2 0,9-5 0 16,-10-1 1-16,10 0-4 0,0-7 3 16,3 7 0-16,4-5-4 0,-7-2 7 0,9 0-4 15,-1-10-3-15,5 9 4 16,0-9 6-16,-3 3 5 0,3-5-1 0,4-5 1 16,3 5-1-16,-3-12-1 0,-1 6 2 0,1-1-5 15,10-7-1-15,-11-2-1 0,4-3-2 16,1 2 0-16,-2-3 3 0,-2-4 2 15,-1 0-3-15,5 2-1 0,-12-7 0 16,2-2-1-16,2 0-5 0,-10-2 1 0,8-7-4 16,-11 9-2-16,3-7 2 15,-6 6-6-15,3-5-1 0,-11 4-2 0,8-1-2 0,-10-3 0 16,2 6-7 0,2 6-3-16,-12-3-29 0,12 6-21 0,-4-2-25 0,-8 10-17 15,12 0-23-15,-12-1-25 0,4 8-27 0,-2-5-117 16,2 12-223-16,4-5-13 0</inkml:trace>
  <inkml:trace contextRef="#ctx0" brushRef="#br0" timeOffset="2303.26">29313 16348 1366 0,'0'-6'-24'0,"0"6"9"0,0-2 23 0,0 2-3 0,-3-9 0 0,3 9 7 0,0 0 0 15,-8-1-6-15,8-5 8 0,-3 6-3 16,3 0-9-16,-3-1 6 0,3 1-5 0,0-6-1 16,0 6-19-16,0 0-29 0,0 0-19 15,0 0-39-15,0 0-104 0,0 0-124 16,3 13 153-16</inkml:trace>
  <inkml:trace contextRef="#ctx0" brushRef="#br0" timeOffset="3032.64">29713 15973 851 0,'0'1'-21'0,"-3"12"8"0,-5-2 4 0,8-3-1 0,-3 9 9 0,3 0 0 0,-3-1 0 0,3 2 6 0,0 6 0 15,0-5-5-15,3 6 1 0,0 0-4 0,5 0-18 16,-5 0-35-16,0-2-93 0,7-1-48 16,7 3 67-16</inkml:trace>
  <inkml:trace contextRef="#ctx0" brushRef="#br0" timeOffset="3211.77">30249 16299 546 0,'14'-9'13'15,"-1"-1"5"-15,4-3 0 0,-1 2 2 16,1 3-4-16,6-3 0 0,-6-2-5 15,3 6-33-15,0-4-62 0,0 4-104 0,-4-2 64 16</inkml:trace>
  <inkml:trace contextRef="#ctx0" brushRef="#br0" timeOffset="3393.06">31212 16112 580 0,'0'3'33'0,"8"-3"5"0,-8 9 0 15,0-3 9-15,0-5 0 0,0 8 4 0,-8 0-13 16,8-2 5-16,-3 4-4 16,3-4-9-16,0 6 4 0,0-1-4 15,3 4-6-15,-3-1-23 0,0 3-29 0,0-4-37 16,0 4-97-16,-3-6-117 0,6 2 204 16</inkml:trace>
  <inkml:trace contextRef="#ctx0" brushRef="#br0" timeOffset="3697.18">31553 16012 802 0,'7'-13'14'0,"-7"4"9"0,-7 0 8 0,7 2 9 15,0 0 0-15,-4 2 0 0,4-1 7 0,0-1 3 16,0 7 8-16,0 0 5 0,14 0 19 16,-14 0-4-16,13 7-5 0,1 2-2 15,-5 0-9-15,4 7-4 0,4 0-5 16,-4 9-4-16,4 0-5 0,-4 11-4 0,-5 3-4 16,-5 3-3-16,-6 9-28 15,-8-1-10-15,-16 7-6 0,5 4-18 0,-32 14-20 0,-6-2-26 16,-3-8-29-16,-21-8-59 0,8-2-333 15,-14 1 0-15</inkml:trace>
  <inkml:trace contextRef="#ctx0" brushRef="#br0" timeOffset="4056.07">28666 15840 1285 0,'-17'-24'-61'0,"1"7"11"0,2-1 17 16,8 2 6-16,-7 0 16 0,-1 4 8 0,1-1 4 15,-1 4 6-15,-2-7 13 0,-1 15 5 0,1-6-4 16,-11 14 10-16,-3 1 7 0,0 10 1 15,-14 13 0-15,4 12 19 16,4 7-3-16,-4 1-2 0,-1 30-2 0,11-12-5 16,11-6-6-16,8-1-2 0,5 4-3 15,6-14-1-15,0 5-6 0,17 9 0 16,2-7-2-16,8-3-3 0,6-5-3 0,8-1-25 16,5-1-21-16,8-5-34 0,-4-3-20 0,3-7-16 15,7-2-24-15,-13-8-50 0,-4-5-272 16,4-1 49-16</inkml:trace>
  <inkml:trace contextRef="#ctx0" brushRef="#br0" timeOffset="5803.15">26366 16080 1188 0,'-13'-7'-28'0,"-1"-1"12"0,8-2 11 0,-7-3 8 0,2 2-4 0,5 3 7 15,-4-9 11-15,4 10 0 0,1-11 9 0,2 4 1 16,3 2 0-16,3-6 2 0,5-2 6 16,5 2 7-16,-4 0-2 15,12 2-2-15,-4-1 0 0,5-1-1 0,5 3-5 0,0-1-1 16,3 4-3-16,3-1-3 0,-3 4-3 16,4-1-1-16,-1 3-1 0,-3-1-3 0,-3 8 1 15,3 0-5-15,-10 0-1 16,3 8 1-16,0-1-3 0,-6 3 4 0,-1 5-5 15,-2-4 0-15,-7 13 1 0,-4-8 2 16,-6 9-1-16,-4 0-2 0,-10 6 1 16,-2-3-4-16,-8 6 0 0,-6 4 1 0,-11 5 1 15,1-6-3-15,-7 2 4 0,0 3-4 0,3-9 0 16,-3 3-3-16,10-5 2 0,-3-6 2 16,7-6 0-16,1 4-3 0,5-7 4 15,8 1-3-15,-5-9 14 0,7 3 6 16,0-4 1-16,3 0-4 0,0-1-2 0,4-3 0 15,0-3-1-15,6 2 3 0,-3-4-4 16,4-1-1-16,6-3-2 0,3 5 0 16,3-5-5-16,1 5-2 0,10-5 5 0,6 1-2 15,7-1-3-15,4 6 2 0,9 9 0 16,4-7-3-16,10 12 2 0,-2-3 1 0,2 3-1 16,0 4-2-16,-3 6 3 15,-5-5-2-15,-2 4 0 0,-4-1 6 0,-6 3-4 0,-3-6 2 16,-4-1-2-16,-4 6 2 15,-3-5-1-15,1-5 0 0,-4 4 1 0,-4 0 0 16,-2-4-2-16,-1-3 0 0,0 3 0 16,-2-3 0-16,-2-4-1 0,1 6 4 0,1-8-4 15,-5 2 1-15,4 0 0 0,-4 2 2 16,2-7-5-16,-5 5 2 0,0-7 0 16,0 6-7-16,1-5-34 0,-1-1-39 15,-3 0-30-15,0 0-56 0,-7-7-58 0,4 0-440 16,0 5-152-16</inkml:trace>
  <inkml:trace contextRef="#ctx0" brushRef="#br0" timeOffset="16714.43">26836 15305 722 0,'-10'-6'-13'0,"7"6"8"0,-7-1 13 0,3 1 13 0,-3-8 0 0,7 8 6 0,-4-7 4 15,1 4 7-15,-2-4 4 0,5 0 2 16,-3 6 5-16,6-2-6 0,-10-1 1 0,7-5-8 16,-1 8-3-16,4 1-2 15,-4-7-7-15,4 6 7 0,0 1-3 16,8 0-6-16,-2 0 2 0,4 1-4 0,0 6-1 0,0 0-1 15,3 0 2-15,1 4-4 16,-1-1-1-16,0 5 20 0,-2-1 1 0,-8-2 1 0,3 12 1 16,1-7 0-16,-14 5-1 15,4-1 2-15,0 4-6 0,-4-3 2 0,-3-3-3 16,3-2 2-16,1 4-1 0,6-9 0 16,-10 4 4-16,7-1 1 0,-1-5 1 15,4-1 4-15,-7-1-2 0,4 1-1 0,0-1 6 16,3-1-6-16,0-1-3 0,0-6-5 15,0 0-3-15,0 0-2 0,6-7-6 16,-6 1 0-16,7-3-1 0,-7 1-2 16,7-1-3-16,-4-6-4 0,4-2-2 0,-1 0 0 15,4-2 1-15,1-3-3 0,5 1-2 0,-6-4 0 16,10 0-1-16,-6 0 0 0,2-4 1 16,1 8-4-16,2-4 3 0,2 3-1 15,-1-2 2-15,-4 7-3 0,-2 2 1 16,-1 4 0-16,1-4-2 0,-1 5 3 0,-7 2-5 15,5 1 1-15,-5 7 4 0,4 1 1 16,-4 6 0-16,2 10 3 0,-2-2 0 16,1 3 3-16,-4 6 0 0,0 1-4 15,-3 0 4-15,7 0-3 0,-7 0 4 0,7 0-2 16,-4 1 3-16,7 6-5 0,0-6 3 16,7-1 1-16,6-1-1 0,4-7 2 15,6 5-5-15,7-10 2 0,14 4-1 0,9-1-12 16,7-8-34-16,-7-3-48 0,7 4-63 15,-3-2-57-15,-11-6-123 0,4 0-317 0,-6 0-142 16</inkml:trace>
  <inkml:trace contextRef="#ctx0" brushRef="#br0" timeOffset="33025.01">26239 17748 992 0,'-17'-3'48'0,"4"0"-22"0,4-4-5 0,-5 2-9 0,7-5-6 0,1 0 5 0,3-2-5 0,3-1 1 0,3-5 1 0,0 0 1 0,7 4 4 16,7-4-5-16,-1 0 4 0,4 4-5 15,4 2 4-15,3 1-4 0,0 4-4 16,-5 1-3-16,2 6 11 0,-4 11-1 0,3 2-8 15,-16 1 4-15,3 5 10 0,-7 5-6 16,-3 2 2-16,-10 5 0 0,0 2-3 0,-10-4 1 16,0 7 2-16,-4-4-2 0,-1 3 1 15,1-10 2-15,4 0-2 0,-10 0 0 16,3-4 0-16,11 1 6 0,-11-5 6 16,7-5 5-16,0 3 7 0,3-5 6 0,4-3 0 15,6 1-5-15,-9-2-5 0,5-6-5 0,1 3 1 16,4-3-5-16,3-3-3 0,-1 0 0 15,4 0-3-15,0 3 1 16,13-2-5-16,1 4 0 0,9 4-2 0,7 1 1 16,3 3 0-16,8 2 0 0,-5 3 2 15,1 2-1-15,10 1-4 0,-11 0-7 0,4 2-37 16,0-1-44-16,-10-2-53 0,0-1-127 16,-10 1-208-16,4 0 26 0</inkml:trace>
  <inkml:trace contextRef="#ctx0" brushRef="#br0" timeOffset="33430.67">26506 17699 1223 0,'-7'-19'-48'0,"7"1"14"0,-3 5 12 16,3 3 3-16,0 1 2 0,0 2 2 15,0 1 2-15,0 1 3 0,0 5 15 0,7 0 7 16,-4 5 10-16,1 1-1 15,-1 2 10-15,0 3 3 0,0 2 5 0,4 2 4 16,-7 0-3-16,0-2 5 0,0 1-1 16,0-2-3-16,-7 3-2 0,7-5-3 0,0 3-2 15,0-2-4-15,0-3-1 16,0 3 1-16,-3-4 7 0,3-1 4 0,3-1-1 16,-3-5-7-16,0 0-1 0,7-11-3 15,-4 4-4-15,8-11-3 0,-8 6-1 0,7-8 1 16,-1 2-5-16,2-7-3 0,2 7 2 0,1 1-6 15,-1 1 1-15,4-2-1 0,-8 5-7 16,1 2 1-16,1 4 1 0,2 13 2 16,4 1 0-16,-11 5 5 0,7 13 3 0,1 0 6 15,-4 7 1-15,-7-1-2 0,3-4-2 16,2-2 0-16,-5 0 1 0,7-2-6 16,-10-5-3-16,6 0-22 0,1-6-34 0,3-5-45 15,10-1-43-15,-3-9-57 0,-4 0-394 16,10-4-86-16</inkml:trace>
  <inkml:trace contextRef="#ctx0" brushRef="#br0" timeOffset="33588.01">27090 17620 1525 0,'-8'-3'-60'0,"5"3"12"16,-3-3 16-16,6 3 10 0,0 0 12 16,-10 3-2-16,7-3 7 0,3 0 5 0,0 3 5 15,0-3 8-15,0 0 2 0,13 0-5 16,-4 0 0-16,5-3-3 0,6 3-22 15,0 0-41-15,7-3-39 0,-4-1-101 0,4 4-156 16,-4-5 134-16</inkml:trace>
  <inkml:trace contextRef="#ctx0" brushRef="#br0" timeOffset="33793.05">27466 17510 930 0,'-3'-5'-8'0,"0"-1"7"0,3 5 18 15,0-5 9-15,-11 6-4 0,8-3-6 0,3 3 10 16,-10 6 7-16,4-2 3 15,-5 9 4-15,5-1 10 0,-1 6 7 0,4 2 2 16,0 3 1-16,-5 2-5 0,5 0-1 16,0 2-6-16,3-2 1 0,0 2-8 0,-7-2-3 15,4-2-4-15,3 2-3 0,-3-6-2 16,0-1-2-16,3-3-5 0,0 1-1 16,0-4-28-16,0-2-49 0,0-2-53 15,0-4-113-15,0-1-261 0,0 0 12 0</inkml:trace>
  <inkml:trace contextRef="#ctx0" brushRef="#br0" timeOffset="34927.26">27963 17345 1276 0,'-7'-5'-29'0,"7"2"-4"0,-3 1 6 0,3 2 5 0,-7 7 22 0,7 7 8 0,-10 10 10 0,0 6 14 0,-4 9 9 0,5 11 6 0,-12 13 4 15,5-2 3-15,2 1-2 16,-5 2-3-16,5 1 2 0,4 2 1 0,7 0-2 0,0-10-4 16,9 12 0-16,4-1-5 15,4-4-4-15,2 0-1 0,8-7-1 0,9-4-6 16,7-3-2-16,7-6-3 0,-1-1-6 16,11-5-29-16,-7-6-36 0,4-2-39 15,-5-8-41-15,-2-5-88 0,-7-3-303 0,-7-3-23 16</inkml:trace>
  <inkml:trace contextRef="#ctx0" brushRef="#br0" timeOffset="38156.82">28746 17630 468 0,'-7'-6'106'0,"4"5"-15"0,0-5-16 0,3 1-21 0,-7 3-2 0,4-2-13 0,0 3-10 16,3 1-1-16,-8-6 4 0,8 6-7 15,0 0 10-15,-6 11 12 0,6-4 10 16,0 6 12-16,0 6-4 15,0 5 4-15,0 2 3 0,0 5-2 0,3 6 3 0,0 1-6 16,5 5-1-16,-5-2-4 0,-3 1-7 16,3 8-3-16,-3-4-3 0,7-3-4 0,-7-3-5 15,0-1-4-15,0-3-11 16,0-1-51-16,0-7-41 0,0-2-50 0,0-8-95 16,3-4-343-16,7 3-57 0</inkml:trace>
  <inkml:trace contextRef="#ctx0" brushRef="#br0" timeOffset="38337.22">29090 18052 1514 0,'0'-7'-8'0,"0"-1"12"16,0 2 21-16,0 2 9 0,0 0 21 0,0-2 4 16,0 1 2-16,0 3-4 0,0-3-5 15,0 2-6-15,0 0-3 0,0 2-3 16,0 1-9-16,0-6-22 0,0 3-45 0,0 1-46 15,0 2-51-15,3-2-78 16,-3 2-320-16,10 2-34 0</inkml:trace>
  <inkml:trace contextRef="#ctx0" brushRef="#br0" timeOffset="38922.98">29406 18235 1395 0,'-6'13'-55'0,"-8"-6"20"16,11 0 9-16,-7 4 6 0,7-4 19 0,3-2 10 15,0 2 9-15,3-1 6 0,7-2-2 16,-1-1-1-16,15-3-5 0,6 0 2 0,6-3-1 16,18 0-1-16,9 2 1 0,18-5-3 15,12-1-1-15,10-1-6 0,34-2 3 16,6-1 0-16,-3 3-4 0,0-3 3 15,-6 1-5-15,-28 0 1 0,-13 3 4 0,4-4-2 16,-10 1 4-16,-10 2 2 16,-11 0 5-16,1-1 0 0,-7 1 8 0,-11 1 12 0,-5 3 10 15,-1-2 14-15,-10 2 4 16,1-1 4-16,-11 2-3 0,4-1-1 0,-10 1-1 16,6 0-7-16,-3 0-7 0,-3 1-5 15,-1 0-3-15,-3-2-4 0,4 3-7 16,4 1 1-16,-5-3-6 0,1 0-1 0,2 3-4 15,5-1 1-15,-7-2-4 0,-1 0-1 16,-2 0-1-16,2 1-3 0,1 0 0 0,-1 2-3 16,-5 0 3-16,2-4-2 0,1 3-4 15,-8 1 3-15,4-3-1 0,3 3-3 16,-9-3-17-16,-4 3-30 0,3-1-40 16,-3 1-36-16,7-3-33 0,-7 0-58 0,0-2-154 15,0 3-214-15,0-2-76 0</inkml:trace>
  <inkml:trace contextRef="#ctx0" brushRef="#br0" timeOffset="39229.55">31903 17585 1492 0,'-10'-15'-59'0,"6"1"22"0,4 6 3 0,-3-1 19 0,-4 1 9 0,4 1 14 0,3 3 2 0,-3-2 8 0,3 4 5 0,-7 0 9 16,14-2 7-16,-7 4 4 0,6 4 4 15,4 0 7-15,-3 5-3 0,6 3 0 16,1 8 4-16,-1-1 0 0,4 13 2 16,-4-1 1-16,3 5-2 0,-2 3-3 15,2 4-4-15,-2 0-1 0,-1 1-7 0,1 1-5 0,-11 3-1 16,0-9-19-16,-6 7-28 15,0 1-22-15,-14 0-29 0,-10 6-35 0,-3-3-26 16,-10 3-30-16,-23 7-89 0,-10-3-284 16,-7 1-30-16</inkml:trace>
  <inkml:trace contextRef="#ctx0" brushRef="#br0" timeOffset="39997.07">28769 17437 1348 0,'0'-13'-56'0,"7"1"15"0,-7-1 13 0,0 6 10 0,-7-5 7 0,7 2 7 0,-6 2 1 0,6 1 3 16,-13 0 0-16,2 1 1 0,-2 1-4 16,-4 5-1-16,-2 5 4 0,-5 2 6 0,-6 9-14 15,0 4 10-15,0 7 3 0,0 9 1 16,0 1-6-16,3 2 4 0,4 7 1 16,3-2 6-16,3 2-9 0,1 4 10 15,9-4-5-15,-6 4 3 0,6 0 2 16,7-4-1-16,7 4 4 0,-7 0-5 0,6-3 0 0,4 2 0 15,4-5 6-15,-1 1-4 0,7-2-2 16,4-3-2-16,-8-4-1 0,14 0 7 16,0-4-10-16,0-4 3 0,0-6 6 15,0-4 12-15,6-8-3 0,2-2 8 0,-5-6 7 16,0-4 7-16,4-6-6 0,-1-5 7 16,4-6 1-16,1-9-4 0,-8-4-4 15,-3-5-5-15,0-5-5 0,-3-9 0 0,-5-5-8 16,-1-4 0-16,-15-5-7 0,5-3 4 15,-11-1-7-15,0-1-5 16,-14 2-13-16,1 4-15 0,-4 3-24 0,1 11-24 0,2 6-20 16,-10 6-23-16,2 2-37 15,-2 10-88-15,4 2-169 0,-4 8 81 0</inkml:trace>
  <inkml:trace contextRef="#ctx0" brushRef="#br0" timeOffset="41697.66">30796 17273 1084 0,'-20'-6'-40'0,"-10"1"11"0,-20-1 7 0,0 6 5 0,-23 4 10 0,-4 1 7 0,-10 4 3 0,-32 15 12 0,5 1 3 0,7 1 22 0,21 5 1 0,19-1 1 16,-19 15-9-16,12-5 1 0,28 0 1 15,2-1-4-15,4 10-1 0,10 1-4 0,13-6 3 16,7 3-5-16,10-5 1 0,10 8-3 16,7 11 6-16,10-4-8 0,6 0 0 15,24 14-2-15,-8-17 0 0,5-11-3 16,3-5-6-16,3-8 11 0,3-8 2 0,0-6 13 15,4-11 9-15,-4-5 5 0,21-12 4 16,-8-6 3-16,28-20 0 0,-1-6 15 0,-13-12 1 16,-3-9-1-16,-14-6 2 15,-10-5-3-15,-9-9-3 0,-18-4-7 0,-12 14-5 16,-21 11-5-16,-13 7-6 0,-10-4-6 0,-34-7-5 16,-12 11-5-16,-14 7-5 15,-3 24-4-15,-1 2-18 0,-9 15-39 0,-7 6-42 16,0 11-53-16,-34 9-99 0,8 6-240 15,6 9-106-15,-4 7-80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20:22:43.0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8106 1942 352 0,'0'0'41'0,"0"0"-6"0,-3 3 5 0,3-3-6 0,-4 0-4 0,4 0-14 0,0-7 1 0,-3 4-1 16,3-5-5-16,-3 1 5 0,0 0 4 0,3-4-6 15,-3-2 4-15,3 1 3 0,-5-1 3 0,5-1-3 16,0-4 1-16,0 3 2 16,0-2 3-16,0-3-2 0,5-3 3 0,-2 4-4 15,0-5-3-15,0 5-4 0,0-1 1 16,4 0 2-16,-1 3 0 0,2-1-13 0,2 0 4 15,-1 4-1-15,2-3 0 0,-1 3-8 16,2 2 14-16,2-3-12 0,-1 2-4 16,4-2 3-16,-1 5-1 0,5-2 2 0,-4-1-4 15,2 1 7-15,-2 2-1 16,6 0-7-16,-3 0 0 0,1-1 6 0,-2 4 0 0,1-4 1 16,-7 7-6-16,4-3 0 0,-4 2 2 15,1 2-3-15,-4 1-4 0,1-2-3 16,-2 4-4-16,1 0-3 0,-4 4-2 15,2-2-4-15,-2 1-1 0,1-1-6 0,-4 1-1 16,0 1-2-16,-3-1-7 0,0 5-4 16,-3-3-2-16,0 3-7 0,-4-1-32 0,1 3-129 15,-8-1 72-15</inkml:trace>
  <inkml:trace contextRef="#ctx0" brushRef="#br0" timeOffset="347.45">8063 1671 548 0,'-11'4'-20'0,"5"-2"7"0,3 1 10 16,-4-1 1-16,7 1 2 0,-3-3 5 0,3 0-3 16,0 0 4-16,24-5 1 0,-12 0-4 15,6 1 5-15,1 3-5 0,5-5-1 16,6 5 7-16,-7-5-1 0,7 4 3 0,-3-1-10 16,-1 1 1-16,1-2 0 0,-7 3 2 15,-7 1-4-15,4 0 0 0,-7 1 2 16,-4 5 0-16,-2-1 3 0,-4 2-4 0,-4 4 5 15,-2 2-1-15,-7-5-1 0,-4 9-1 16,0-5 1-16,0-2 0 0,-6 1-4 0,7 3 0 16,-5-4 2-16,5 0-1 15,2-1 1-15,1-2-5 0,-1 2 2 0,5-1 6 0,-1-4-2 16,4 4-4-16,1-3 5 0,2 0-1 16,3-1 2-16,0-1 1 0,3 1-2 15,8 2 3-15,-4-3-5 0,2 2 5 16,5-2-3-16,-1-2 1 0,-3 2-4 0,4 0 2 15,-2 2-1-15,2-3-13 0,3 1-16 0,0-1-44 16,-4 1-124-16,4 0 67 16</inkml:trace>
  <inkml:trace contextRef="#ctx0" brushRef="#br0" timeOffset="573.4">8463 1735 537 0,'3'-14'-9'0,"-3"3"3"0,3 1 3 0,1-1 3 15,-4 2 2-15,3-1-3 0,0 3-2 16,-3-1 1-16,3-1 0 0,2 2-3 0,-2 3 2 16,0 1 4-16,4 3 1 0,-1 3-3 15,5 1 4-15,2 3-5 0,-1 2 4 16,6 0 2-16,-2 7 1 0,1-1 0 0,3-3 0 16,-4 6-6-16,1-4 3 0,-4 4 2 15,4-4 1-15,-4 3 1 0,4 0-14 16,-4-2-13-16,-3-3-56 0,4 1-73 0,-1-1 51 15</inkml:trace>
  <inkml:trace contextRef="#ctx0" brushRef="#br0" timeOffset="754.91">8846 1745 423 0,'3'-15'-1'0,"-3"5"4"15,3 0 7-15,2 0-1 0,-5-1-1 0,-5 7 3 16,-1-1-6-16,-1 2 4 0,-5 6-6 15,-9 5 3-15,-6-1 0 0,-3 3-3 16,-6 6 1-16,-1 1 5 0,4-3-5 0,0 4 4 16,3 0-1-16,0-4-2 0,6 1-14 15,7-2-22-15,-2-4-60 0,5 2-46 0,4-4 47 16</inkml:trace>
  <inkml:trace contextRef="#ctx0" brushRef="#br0" timeOffset="974.93">8789 1532 359 0,'30'-5'-7'0,"0"-1"-1"15,3 2 1-15,-3 0 3 0,4-4 0 16,0 5-3-16,-1-3-52 0,-6 5-31 0,-1-5 31 16</inkml:trace>
  <inkml:trace contextRef="#ctx0" brushRef="#br0" timeOffset="3035.89">8240 2629 324 0,'0'0'34'0,"0"0"2"0,0 0-2 0,0 0-8 0,0 0 3 0,0 0-5 0,-8-2-7 0,8 2 0 0,0 0-4 0,-3 11-4 15,3-4 3-15,-6 2-2 0,3 1-4 0,-4 5 4 16,4-2-1-16,-5 5-2 0,2-3-5 16,0 5 6-16,-1-2 2 0,0-2-6 15,0 0 4-15,1 2 1 0,-1-4 1 0,1-2 4 16,3 1-4-16,-5-1 5 0,2-1 12 15,3-1 8-15,-1 0-2 0,1-3 6 16,0 1 20-16,3-1 9 0,-3-3 9 0,-2 2 13 16,2-1 4-16,3-5-6 0,0 0-7 15,0 0-6-15,-3-7-7 0,0-1-5 16,3-2-12-16,0-2-1 0,3-1-1 0,-3 1-7 16,3-4-4-16,0 1-3 0,-3 1-4 15,5-4-5-15,1 3-6 0,1 0 1 16,-4 1-3-16,6-3-5 0,2 3 0 0,-1-1-4 15,3 0 1-15,4 1-3 0,0-3 2 16,2 6-5-16,5-3 1 0,-1 3 0 16,0 1-3-16,4-1-8 0,-4 1-14 0,4 2-24 15,-3 1-19-15,3 3-9 0,-5-2-14 16,-5 4-2-16,-1 2-1 0,2 0-9 0,-6 2-8 16,-1 1-65-16,-1 0-244 0,-4 1 75 15</inkml:trace>
  <inkml:trace contextRef="#ctx0" brushRef="#br0" timeOffset="3387.37">8266 2770 1062 0,'-16'7'-60'15,"2"-5"12"-15,4 4 8 0,0-3 9 0,0 1 7 16,3-1 6-16,1-2 2 0,3-1 1 16,-1 4-2-16,4-4 2 0,13 0 3 15,-6 0 1-15,7-4 2 0,-2 3-2 0,2-2 6 16,-1 3 1-16,1-3 2 0,-1 2-7 15,-3 1 5-15,0 0 2 0,-3-3-6 16,-1 6 4-16,-2-3 4 0,-1 4-3 0,-6 4 4 16,-4-4-5-16,1 6 2 0,-8 1 5 15,-6-1-3-15,0 0 1 0,0 2 2 0,-3-2-3 16,3-2-2-16,-1 2-2 16,5-3 5-16,-1 1-1 0,8-4 2 0,-1 5 3 15,-1-5-3-15,11 0-3 0,3 2 3 16,5-4 7-16,5 1-7 0,7 0-1 0,-1-3 1 15,5 3 5-15,6-3-1 0,0 1-6 16,0-1 2-16,0 0 2 0,3 0-1 0,-6 0-2 16,3 0 2-16,-3 0-4 0,0 0-5 15,-8 0-18-15,5 0-27 0,-4 0-96 0,-1 0-28 16,2 0 60-16</inkml:trace>
  <inkml:trace contextRef="#ctx0" brushRef="#br1" timeOffset="90929.45">21776 589 474 0,'17'-4'16'0,"-4"0"1"0,0 3 17 0,-2-2-9 0,2 1-12 0,-3-2 6 0,-3 4-1 0,2-1-4 16,1-2 3-16,1 0 7 0,-2 2-5 16,-2-2 4-16,4-1 9 0,-2 3 1 0,1-2 1 15,1 3-8-15,-5-2 5 0,4 2 3 0,-7-4-1 16,3 4 2-16,2-1-3 0,-5-2 10 15,0 3 2-15,-3 0 1 0,7-3 4 16,-4 3 2-16,-3 0-4 0,0 0-10 16,0 0 0-16,-16 7-3 0,-1-1-5 0,1 2-2 15,-8-1-5-15,-6 3 0 0,-3 5-5 16,-8-1 4-16,-8 5-6 0,-2 1-1 0,2-2-2 16,-5-1-3-16,1 3 8 15,-1 0-10-15,1-2 1 0,3-4-2 0,0 1-2 0,10-2-1 16,0-1 2-16,4 1-3 15,3-4 4-15,3-2 2 0,0 4-4 0,6-4-4 16,0 0 1-16,1 2 2 0,7-4-5 16,-1-1 7-16,0 2-1 0,0-5 1 0,8 5 0 15,-5-3 0-15,4-1-2 0,4 1 1 16,-1-3-5-16,4-3 5 0,3-2 0 16,0-1-3-16,6-1 4 0,1 0-4 0,2-4 3 15,2-3-4-15,2 2 0 0,1-3 2 0,2-1-3 16,1-2 0-16,3 2 1 0,-3 0 3 15,-1-2-4-15,-2 4 1 0,2 2 5 16,-5-1-4-16,-2 2 1 0,1 3-2 0,1 0-1 16,-2 3 1-16,-2-3-4 0,-1 4 6 15,-3 4-2-15,-3 0 0 0,0 4 2 0,-3 4 0 16,-3 2-5-16,-4 0 5 16,4 0-2-16,-8-1 1 0,4 7 1 0,-4-4-2 15,-2 1 1-15,-1 2-1 0,1-3 1 0,-1 2 0 16,4 3 1-16,-4-5-4 0,7-2 1 15,-3 1-1-15,2 0 6 0,2-4-2 16,-1 0-6-16,2-1 0 0,2 2 4 0,0-1 2 16,-1-3-4-16,4 2 7 0,-5-1-5 15,8 1 1-15,0-5 0 0,4 5 1 16,0-1-2-16,2 0 0 0,4 0 3 16,-4-1 2-16,5 2-4 0,2-1-2 0,-3 0 2 0,4-3 3 15,2 4-4-15,-2-5 2 16,-1 5 2-16,0-5-1 0,0 3 2 15,1-2-1-15,-4 1 1 0,3-3 8 0,-6 2 16 16,3 1 5-16,-4 0 7 0,4-3 8 0,-2 0 1 16,-5 0 0-16,3-3-6 0,1-2-6 15,-4-4-3-15,3 2-5 0,2 0-1 16,-5-5-4-16,0-1-6 0,0-2-9 0,1-6-36 16,-8 2-40-16,4-3-49 0,0-6-42 15,-3-3-167-15,0 5-208 0,0-2-34 16</inkml:trace>
  <inkml:trace contextRef="#ctx0" brushRef="#br1" timeOffset="92927.46">16566 932 1325 0,'0'0'-82'0,"0"0"18"0,0 0 10 0,0 0 5 0,-6-5 14 0,6 5 4 0,6-6 6 0,-3 2 4 0,7-3 0 0,-2-1 9 15,1 1 2-15,4 0 0 0,1-4 9 16,-1 1 0-16,-2 0 4 0,5-1 1 15,-3 3-4-15,-3-3 0 0,3 4 0 0,-6 1 1 16,3 2 1-16,-3-1 2 16,2 0-8-16,-1 5 6 0,-5 0-1 0,4 2-8 0,-4 3 12 15,-3 2-6-15,0 0 4 16,-3 4-2-16,-1-1 2 0,-2 3-1 0,2-4 2 16,0 4-1-16,-2-1 1 0,-4 1 0 15,4-2-4-15,-2 1 14 0,2-2-21 0,0 0 5 16,-1 0 5-16,0-2-2 0,3-1 1 15,1-2-2-15,-3 2 2 0,3 0-2 16,-1-1-4-16,1-1 8 0,3 0 5 0,-3-3 0 16,3 1-2-16,0 0-3 0,0-3 5 15,3 1 1-15,0-1 0 0,4 0-2 0,-1 0 2 16,1 0 0-16,0 0-4 0,3-1 7 16,-4 1-9-16,1 0 1 0,0 0 0 15,0 0 4-15,-4 1-5 0,0-1 0 0,3 0 0 16,-2 0 9-16,3 3-8 0,-4 1-7 15,1 2 0-15,-1 2 18 0,-3 2-15 16,0 0 1-16,-3-1-3 0,3 7 6 0,-4-4-1 16,-2 3 3-16,-5 3-4 0,5-4 2 15,-4 4-3-15,3-4-1 0,-6 0 11 0,3 1-5 16,-1-2-1-16,2-1 1 0,-1-2 9 16,4 0 7-16,-5 0 5 0,5-2 8 15,-1-4 4-15,1 0 4 0,1 2 3 0,-1-1-10 16,3-5-1-16,-4 0-7 0,1 0-3 15,3-2-1-15,-2-1-5 0,2 1 0 0,0-2-6 16,3 3 0-16,-3-5-1 0,3 5-2 16,0-5-3-16,0 4-2 0,3-3 3 15,3 0-5-15,-1-1 3 0,-2 2-3 0,3 1 0 16,1-2-6-16,-4 3-18 0,3-3-20 16,2 2-21-16,-5 0-26 0,4 3-16 0,-7 0-118 15,3 3-179-15,-3 1 90 0</inkml:trace>
  <inkml:trace contextRef="#ctx0" brushRef="#br1" timeOffset="101294.84">22059 2195 597 0,'0'-13'36'0,"0"1"5"0,0-3-9 0,-3 2-12 0,0 1 2 0,0-1-9 0,-4 1-6 0,4-1 5 0,-5 1-4 16,2-1 6-16,-4 1-2 0,1-4 7 15,-2 4-2-15,-2-1 2 0,-1 4-2 16,-2-4 2-16,-1 3-1 0,-2-1-5 0,-5 3 2 16,0 0-5-16,-2 3-3 0,-1 0 1 15,-3 2-1-15,0 3 3 0,-4 0 0 16,1 3-3-16,-3 2-6 0,2 0 2 15,-2 4 6-15,0 2-7 0,-2-1 1 0,5 5 2 16,0-1-2-16,-1 4 5 0,4 5-5 16,3 2 2-16,-6 5-3 0,6 2 4 0,2 3-5 15,1 2 3-15,4 1 4 0,-1 2 0 16,5 0 0-16,7-2 1 0,-2 5-11 0,1-2 6 16,1-6-4-16,5 3 3 0,0-1-4 15,8-1 5-15,-4-1-1 0,0 0 4 0,4-5-7 16,-1-3 4-16,0 0 3 0,0 1 3 15,0-3-4-15,7-3 1 0,1 1 6 0,2 2 7 16,1-6 2-16,2-1 6 0,4-3 1 16,4-2 6-16,1-5-5 0,9-1-1 15,0-1-1-15,-1-5-7 0,7-1 1 0,0 0 1 16,4-1-4-16,-2-5-3 0,6 1-3 16,-5-2 1-16,-1 0-1 0,-1-4 13 15,-1-3 3-15,-4 1 8 0,4-5 4 0,-6 0 3 16,3-4 3-16,-7-6-5 0,3-1 0 15,-6-6 0-15,-5-1-3 16,-1-3-1-16,-1-4-3 0,-7 0-3 0,1-4-6 0,-4 1-4 16,-4 2-1-16,0 2-2 0,-2 3-3 15,-4 3 0-15,0-3-4 0,-7 3-18 0,-6 1-24 16,-1-5-29-16,-8 1-20 16,-2 6-19-16,-6 0-19 0,-3-1-14 0,-8 5-128 15,2 1-208-15,-4 3 26 0</inkml:trace>
  <inkml:trace contextRef="#ctx0" brushRef="#br1" timeOffset="109142.6">13646 6592 135 0,'-6'0'44'0,"2"-2"-19"0,4-2-15 0,0 4-2 0,0 0-5 0,0 0 0 0,-6 0-2 0,-2 0-42 0,2 0-23 0,0 0 21 16</inkml:trace>
  <inkml:trace contextRef="#ctx0" brushRef="#br1" timeOffset="109308.87">13516 6635 212 0,'0'1'36'0,"0"-1"2"0,0 4-5 0,0-4-1 15,0 2-6-15,0-2-44 0,0 0-77 16,3 2 5-16,-3-2 30 0</inkml:trace>
  <inkml:trace contextRef="#ctx0" brushRef="#br1" timeOffset="110515.56">12362 7515 650 0,'-3'-8'-2'0,"3"1"5"0,0 1-3 0,0-2-30 16,0 4-50-16,-3 0-104 0,3-2 62 0</inkml:trace>
  <inkml:trace contextRef="#ctx0" brushRef="#br1" timeOffset="132137.49">17943 6829 687 0,'-7'7'39'0,"0"-1"9"0,4 2-7 0,-3-4 15 0,2 2-4 0,1-1-10 0,0-3 6 16,-1 3 0-16,1-2-2 0,-1 1 3 0,1-1 5 15,0 0 3-15,3-2 12 0,0-1 1 16,-3 4 0-16,-1-2 4 16,4-2 0-16,0 0 0 0,0 0 4 0,-3-6-6 0,3 2-2 15,0-3-4-15,-3-3-7 0,3-5 0 16,0 0-4-16,-4-5-1 0,0-1 3 0,-2-1-7 16,0-3-2-16,-8-3-3 0,4 1-5 15,-3 0-1-15,-1-6-7 0,-2 4-3 16,2-2-2-16,-2 1-1 0,-4-1-5 15,4 5-2-15,-2-5-1 0,-2 5-4 0,1 1 1 16,-5-3-4-16,1 0 0 0,-4 3-4 16,0 3 0-16,-6-6-3 0,-4 3 1 0,-2 0-2 15,-1 0 1-15,-4 3-4 0,1 0 1 16,-4-2-1-16,1 6 0 0,-1-1 0 0,-3 2 0 16,3-4 0-16,-2 3 1 0,-2 2-1 15,1-1-1-15,1-1 2 0,-8 3-2 0,3-2 1 16,4 0-1-16,-3 3 0 0,0-4-1 15,-1 4 2-15,-3-1-2 0,4 0 1 0,-3 0-1 16,2-2 0-16,-3 0 2 0,5 3-1 16,-2-1-4-16,0 0 3 0,4 1 2 15,1 1 0-15,-2-2-1 0,2 0-1 0,-1 0 2 16,2-1-2-16,2-2 1 16,2 7 2-16,-2-7-4 0,-1 1 3 0,1-1 0 0,-5 0-2 15,2-1 0-15,-1 1 0 0,-1-2 2 16,5 2 0-16,3-1-2 0,-1 1 4 15,5 4-7-15,-5-4 3 0,7 0 0 0,1 1 2 16,-1 2-5-16,4-3 2 0,0 4 2 16,0-3-1-16,3 6 3 0,3 1-1 0,3-2-4 15,1 1 2-15,-1 1 2 0,5 0 0 16,-2-1-5-16,2 3-3 0,2-5-1 16,0-2 1-16,1 1 1 0,3 0 0 0,2-1 0 15,1 0 0-15,4 1 3 0,-5-3-3 16,5 1 1-16,-1 3 2 0,4-2 1 15,0 1 0-15,-5 3 2 0,5-2-3 0,0 4-1 16,0-4 2-16,3 6 1 0,-4-3 0 16,1 2 0-16,3 1-3 0,-3 2 1 15,0 0-1-15,0 0 5 0,-2 2-6 16,2 3-3-16,3 0 5 0,-6 10-2 0,-1 1 1 16,1 1 4-16,-2 2-5 0,-1 4 3 15,2 0-1-15,1 2 2 0,-2-1 1 0,5 2-3 16,-3-1 2-16,-1-4 2 0,4 2 2 15,-3-2 0-15,2-1-3 0,4-3 3 0,-4 1-2 16,1-1 0-16,0-2 4 0,3-2-5 16,-4 2 3-16,4-3 1 0,0 1 2 0,-3-3 4 15,3 0 5-15,-3-1 1 16,3-4-3-16,0 0-1 0,0 0-3 0,-3-9-2 16,3-1 1-16,0-3 0 0,0 1-2 0,0-3 0 15,0 2-3-15,0-2 2 0,3 1-3 16,-6 1 0-16,6 1-1 0,0 1 0 0,-3 1 1 15,3 0-2-15,-3 3 0 16,0-1-2-16,4 1 0 0,-4 2 3 0,3 0-3 0,0 1 2 16,5 4-1-16,1-1-39 15,4-2-50-15,1 6-30 0,5-3-31 0,2 1-105 16,-1-1-412-16,10 0-163 0</inkml:trace>
  <inkml:trace contextRef="#ctx0" brushRef="#br1" timeOffset="141080.01">18437 5403 1078 0,'3'-13'-46'0,"-3"1"17"0,3 1 2 0,-3 1 3 0,3 0 5 0,-3 3 5 0,3-1-2 0,-6 4 7 15,3 1-4-15,-6 3 1 0,-1 3 0 16,-3 4 3-16,-3 0 4 0,-1 5 1 0,-2 1-3 16,-5 2 5-16,5-2-3 0,-1 2 3 15,4-3-2-15,-4 1-7 0,4-1-13 16,2-2-29-16,-1 0-95 0,-2-2-51 0,4-1 68 15</inkml:trace>
  <inkml:trace contextRef="#ctx0" brushRef="#br1" timeOffset="165909.37">18609 3732 646 0,'7'0'17'0,"-3"0"12"0,-4 0 3 0,6 0-2 0,1 0 4 0,-4 0-1 0,-3 0-2 15,0 0 3-15,3 3 11 0,-3-3 4 0,0 0-14 16,0 0-3-16,3-6 1 0,-3 6 2 15,-9-4-5-15,2 0-2 0,1 3 0 16,-5-2-9-16,2 0-3 0,-9 2 4 0,2 1 0 16,-4 0-6-16,-4-3 1 15,-6 3 1-15,-3 3-5 0,0-3-2 0,-4 1 1 0,-6 2 2 16,-4 0 2-16,4-3 3 16,-4 1-2-16,1 3 5 0,2-2-3 0,-2 0 3 0,2 1-5 15,1 0 0-15,0 1-2 0,-1 2 3 16,5 1-4-16,-1-2 0 0,-1 2-5 15,8 4 0-15,-4-4-1 0,1 3 1 16,3 2-3-16,3-1 5 0,0-1-10 0,0 3 9 16,6-5-2-16,-6 6-1 0,0-3 0 15,0 6-3-15,3-5-2 0,-3 3 2 16,-3-1 0-16,6 2 4 0,-3-4 5 16,0 2-8-16,4 0 4 0,-1-3-3 0,7 3 6 15,-3-4 0-15,0-1-1 0,3 0-2 0,-4-1 4 16,4 3-3-16,0-3 0 0,0 2 4 15,1-3-1-15,-5 1 2 0,4-2 0 16,-4 2 4-16,5 1 0 0,-2-5-1 16,5 0-1-16,-7 4 1 0,2-2-4 0,1-1 0 15,4-3 2-15,-4 2 2 0,3 0-1 16,-3 0 2-16,0-1-3 0,4 0 2 0,-5-1 1 16,2-2-5-16,2 3-3 15,-4-1 4-15,2-2-2 0,-1 3 1 0,-1-2-5 0,2-1-1 16,-1 4 0-16,-1-4-2 0,2 3 3 15,-1-2-2-15,0-1-1 0,0 3 1 0,0 0-1 16,0-2 0-16,3 3-1 16,1-4-1-16,-1 2 3 0,4 1-2 0,-4-3-2 0,4 1 1 15,-4 3 2-15,4-4-1 0,-1 3-1 16,-2-2 1-16,2-1-2 0,-2 3 0 16,-1 0 0-16,1-2 0 0,-2-1 1 0,-2 4 2 15,4-2-4-15,-4 1 1 0,0-2 3 16,-3 3-4-16,2-1 2 0,-2-2 0 0,0-1-2 15,3 3 4-15,-4-3 0 0,1 3-1 16,0-3 6-16,3 1-1 0,-7-1-6 16,8 4 4-16,-5-4 2 0,-3 2-1 15,0-4-2-15,7 4 0 0,-2-2 1 0,-5 0-2 16,3 0 3-16,4 0-3 0,-3 0 1 16,0 0-1-16,-1 0 0 0,0-2 5 0,5 2-1 15,-4 0-1-15,2 0 2 0,-6-4 3 16,8 4-1-16,-5-1-1 0,1 1-1 15,4-3-2-15,-8 0 0 0,3 3 2 16,-3-1-4-16,1-2 1 0,2-1-1 0,-2 3 5 16,-1-2-7-16,-3 1 3 0,4-2-3 15,-1 4 1-15,0-1 1 0,0-2-1 0,0 0-2 16,5 2 0-16,-5 1-1 0,-3-3 2 16,3-1 0-16,0 3-5 0,1-2 2 0,-4 3 4 15,3-6-3-15,1 6 0 0,2-1-2 16,-6-2 4-16,4 3-5 0,2-3 3 15,0 3-3-15,2-1 4 0,1 1-2 0,-5-3-1 16,5 3 1-16,-1-4 0 0,-2 4 0 0,-3-1 3 16,1-2-3-16,3 1 2 0,-4-1-2 15,0 3 5-15,1-2-4 16,-1-1 0-16,0 3-3 0,-3-3 0 0,0 2 2 0,-3 1 1 16,-1-3-2-16,1 3 1 15,0 0 0-15,0 0-3 0,3 0 3 0,-4 0-1 0,4 0 3 16,0 0-2-16,0 0-3 15,0 0 2-15,3 0 0 0,-3 0 2 0,4 0-1 16,-4-4 0-16,-4 4 2 0,4 0-1 16,0 0-2-16,-3 0 2 0,0 0-2 0,3 0 1 15,-3 0-2-15,-1 0-2 0,-2 0 4 16,3 0-2-16,-2 0 1 0,-1 0 0 0,3 0 0 16,-1 0 3-16,1 4-1 0,0-4 1 15,3 0-1-15,0 0 2 0,0 0-3 16,3-4 3-16,-3 4-1 0,3-1 1 0,-3 1 1 15,3 0 1-15,-2-3-1 0,-5 1-1 16,8 2 0-16,-7-3-4 0,3-2 0 0,0 2 2 16,3 3-2-16,-3-1 3 0,3-2 1 15,-3 3-3-15,3-4 2 0,4 3-1 16,-1-2 1-16,5 3 0 0,-5-2 1 16,8 0-2-16,-4 2 1 0,0-3 1 0,3 3 2 15,4-3 0-15,-4 3-4 0,4-3-1 16,0 3 4-16,3 0 0 0,-1-1-4 0,-2 1 0 15,3 0 2-15,0-3-1 0,0 3 0 16,0 0-2-16,0 0 1 0,0 0-3 0,1 0 5 16,-2 0-3-16,5 0-1 0,-1 0 1 15,-4 0-1-15,5 3 0 0,-4-3-1 0,4 1-1 16,-5 2 0-16,-2 3 1 16,4-2 0-16,-5 0 0 0,4 3 2 0,-4-3-2 15,4 4-1-15,-2-3 2 0,1 3-1 0,-2-4 3 16,3 4-1-16,-4-3-2 0,5 3-2 15,-2-1 1-15,1 0 1 0,1 4 0 16,-1 1-2-16,-1-2 0 0,2 1 3 16,2 6 1-16,0 0 1 0,0-1-2 0,1 2 3 15,-1 3 0-15,1 0 1 0,2 0-4 16,-3 2 3-16,1-3 1 0,3 5-2 0,-1-6 2 16,1 6-4-16,0-1 4 0,-1 2-2 0,4 2 0 15,-4-3 2-15,1 4 0 0,3 0 0 16,0-2 0-16,0 3-3 15,-3 1 1-15,6-2 2 0,-3 6 0 0,3 1 1 16,-3 1-3-16,4 5 4 0,0-2-1 0,-1-1 0 16,0 3-1-16,1 0 0 0,-1-1 1 15,-3 2-4-15,3 0 4 0,-3-4-1 16,0 3 1-16,0-3-1 0,0-2 1 0,0 4-2 16,0-4 0-16,-3 1 1 0,3-1 1 0,0-2 0 15,0 1-2-15,0-4 3 16,0 3 0-16,0-2-2 0,0 0-4 0,0-2 5 15,0 6 1-15,3-1-3 0,-3-1 3 0,0 0 0 16,0-5-2-16,0 0 1 0,0 7 0 16,0-2 2-16,0 2-1 0,0-5 3 15,-3 7-2-15,3-4-1 0,0-1-4 0,0 1 3 16,-3-7-1-16,3 1-1 0,-4 0-2 16,4-2 2-16,-3 0-1 0,0 1 3 0,3 0-2 15,0-3 2-15,-4 3-1 0,4-2 2 16,-4 2-2-16,4 0 1 0,-3 6 11 15,3-6 4-15,-3 3-2 0,0-2 0 16,3-1-3-16,-3 2-1 0,3-1-1 0,0 2-1 16,-4 4 2-16,1-1-3 0,3-3-2 15,0 1 2-15,-3 3-4 0,3-8 1 0,-3 4 0 16,3-2-1-16,0-1-1 0,0 1 1 16,-5 4 2-16,5-2-2 0,-3-2 1 0,6 2-1 15,-3 3 0-15,0 1 2 0,0-4 0 16,0-1-1-16,0-1-3 0,0 2 3 15,0-2 1-15,0-1-2 0,5 0-4 0,-10 2 2 16,5-5 1-16,0 4 2 0,5-1 0 16,-5 7 2-16,3-7-4 0,-3 2-1 15,0-1 0-15,3 2 1 0,0-1 2 0,-3-3 2 16,4-2 0-16,-1 0-1 0,-3-4-1 16,3 1 3-16,0 0-2 0,0-4-1 0,1 2 0 15,0 0 0-15,-1-3 3 0,-3-3-5 16,3 1 1-16,1 2 1 0,-1-3-1 15,0 1 0-15,0-1 1 0,0 1 0 0,1 2-1 16,0-3-3-16,-1-2 4 0,0 1-3 16,1-1-1-16,-1 1 1 0,0-2 1 15,0-3-1-15,1 1 0 0,-4 0 4 16,3-2 1-16,1 2 2 0,-4-1-2 0,3-4 2 0,0 4 1 16,1-3 0-16,-4 0-4 0,3-1 3 15,-3 2-4-15,3-1 0 0,-3 0 0 16,3 0 1-16,1-1-3 0,-4-1 3 15,3 1-2-15,-3 2-2 0,4-3 1 16,-1-1 0-16,0 4 0 0,-3-5 3 0,4 2-6 0,-1 0 3 16,0 2-1-16,0-3 2 15,4 1-2-15,-4 2 0 0,4-1 0 0,-3-1 2 16,2 1 0-16,1 2 3 0,3-3-2 16,-3-1 0-16,2 4 0 0,-2-5 1 0,4 5 1 15,-2-1 1-15,4-3 0 0,-2 1 4 16,2-1-2-16,4 1 5 0,-1 0-1 0,1 1 3 15,2-1-3-15,5-2 0 0,0 5 1 16,-1-3-5-16,0-3 0 0,7 5 1 16,-3-5 1-16,3 3 4 0,-4-3-5 15,8 0-5-15,-4 1 3 0,3-1 2 0,0 0-3 0,5 0 0 16,-2-1-5-16,1 1 3 0,2-3 3 16,-2 3-3-16,7-3 0 0,-1 1-2 15,-3-1 0-15,0 1 5 0,0-2-6 16,-4 3 0-16,11-2-1 0,-7 0 2 0,4 2 4 15,-4-2-7-15,-4 3 0 0,11-3-1 16,-4 1 1-16,-6-1 0 0,10 1 0 16,-11-2 1-16,7 0 3 0,1 1-2 0,-1 2-2 15,0-5-1-15,1 4-1 0,-4-3 6 16,4 1-4-16,-5 0 1 0,4 0-4 0,-6 1 0 16,0 0 3-16,0 1-4 0,-4-3 5 15,3 1-5-15,-2 3 2 0,6-5 1 16,-3 5 0-16,-1-2 4 0,1-2-6 15,-4 2 3-15,3 1 2 0,2-3 20 0,-2 2-8 16,1 0-1-16,6 2 3 0,1-5-5 16,-8 4-5-16,1-1-2 0,-1 1 0 0,2-2 0 15,1 3 2-15,-2-5-3 0,-4 5-2 16,7-2 3-16,-3 0 4 0,3-2-6 16,3 3-1-16,1-2 5 0,-5 0-5 0,4 0-1 15,1 1-2-15,-4-2 0 0,-3 2 4 0,-1 1-9 16,1-2 3-16,-3 3 12 0,-1-2-13 15,0 0 7-15,-3 2-3 0,0 1 1 0,0-3-1 16,-3 3 1-16,-4 0-1 0,3-3-2 16,-2 3 4-16,3 0-2 0,0 0 1 15,-4 0-4-15,0-2-1 0,0 2 4 0,4 0-4 16,3 2-1-16,-6-2-1 0,-2 0 8 16,5 3-2-16,0-3-1 0,-3 3-4 0,-1-3 6 15,4 1 1-15,-1 2-5 0,1 0 0 16,-4-2 4-16,-3 3-4 0,3-2 3 15,-3-2-4-15,1 3 9 0,-2-1-6 16,1 1 2-16,1-3 0 0,-2 3-2 0,1-2-2 16,-2 2 4-16,-2 0 1 0,1-2-5 15,-4 3-1-15,4-2 1 0,-1-2 0 0,-2 3 2 16,-1-1 0-16,0 1-2 0,4 0 3 16,-7-3 7-16,3 1-5 0,0 2-7 0,1 0 5 15,-1-3 1-15,0 1-6 0,-2-1 3 16,2 4 1-16,0-4 4 0,-3 0-5 0,0 0 5 15,1 0-1-15,-2 0 0 0,1 0-3 16,1 2-5-16,-5-2 4 0,4 0 5 0,-4 0 0 16,2 0-3-16,-2 0 3 0,0-2-1 15,4 2 0-15,-2-4 1 0,-2 4-3 16,0-1-2-16,1-2 3 0,4 0 2 0,-5-1 6 16,1 1-7-16,-1-2-7 15,0 3 8-15,2-3-6 0,-2-2 7 0,-2 1-2 16,2-5 6-16,-3 4 2 0,-3 0 1 0,3-4 3 15,1 3 7-15,0-5-2 0,-4 2-11 16,0-3 4-16,0-1-4 0,0 0 2 16,-4 0-6-16,4-1 10 0,0-2-6 0,0 2 1 15,-4-1-4-15,4-4 0 0,-3 4-2 16,3-2 4-16,-3 1-5 0,0 0-4 0,0 3 3 16,-1-5-1-16,4 2 2 0,-3 3 0 15,3-2-3-15,-3 2 7 0,0 0-7 0,3-2 2 16,0 2 0-16,-5 2 4 0,5-2-5 15,-3 0 4-15,3 5 2 0,0-4-11 16,-3 3 4-16,3 1-4 0,0 0 4 0,0 2 4 16,-3 1-4-16,6-1 3 0,-3 1 1 15,-3 0 4-15,3 0-11 0,0 3 0 0,0 0 9 16,0 1-6-16,0-3 9 0,0 2-12 16,0 0-2-16,0 0 6 0,0 2-2 0,0-3 2 15,3 2-4-15,0 3-6 0,0-4 10 16,5 4-5-16,2-7 3 0,-1 7-1 15,8-1 1-15,-1-2-2 0,5 3 3 16,2-2 5-16,4 2-7 0,3-2 8 0,3 2-5 16,1 0-3-16,-1-3 0 0,0 3 0 15,4 0-4-15,-4 0 6 0,0-3-3 0,4 3 7 16,-3 0-6-16,-1 0 3 0,0 0-4 16,-3-3 9-16,4 6-5 0,-4-6-2 0,0 3-3 15,-3 0 5-15,6 0 2 0,-6 0-3 16,3 0 0-16,-1-1-3 0,1 1 6 15,0 0 1-15,0 0-3 0,0 1 0 0,0-2-2 16,0 2-1-16,3-1 1 0,-3 0 1 16,3-1 0-16,-3 2 0 0,5-1 3 0,-2 0-4 15,0 0 5-15,-3 0 1 16,3 0-9-16,-3 3 7 0,0-3 1 0,0 0-7 0,1 3 11 16,-6-3-8-16,5 0 3 0,-3 3-4 15,0-3-2-15,-3 2 2 0,-4-2-2 0,2 2 6 16,2 1-6-16,0-3 4 0,-4 1 1 15,-1-1 1-15,5 4-6 0,-4-1-1 16,0-2 1-16,0 2 7 0,0 0-2 16,3 0-3-16,4 1 6 0,-4 0-3 0,1 0-4 15,-2 0 2-15,5-1-4 0,-3 3 4 16,-1-2 3-16,4-1-4 0,-8 2-8 0,5-2 11 16,-4-2 6-16,0 5-11 0,0-3 7 15,0-1-4-15,0 0 5 0,-3 1 1 0,3-2-7 16,-4 3 2-16,2-1 4 0,-2-2 3 15,1 2-8-15,-1-3 1 0,-5 3-1 0,1-3-20 16,-2 3 2-16,4-1 5 0,-4-2 0 16,-1 2 1-16,-1-2 1 0,2 0 6 15,-1 0-5-15,2 0 3 0,-5 0 0 0,4 0 3 16,-4 0-9-16,5 3 8 0,-4-3 6 16,2 0-8-16,-2 0 3 0,0 0-2 0,-4 0 5 15,7 0-3-15,-3 0-2 16,-4 0 4-16,7 0-1 0,-6 0 4 0,2 0-6 0,1 0 7 15,3 0-4-15,-3-3 0 0,-1 3 3 16,1 0-2-16,3 0 0 0,-3-2 0 0,-1 2 0 16,4-2-2-16,-3 2 8 15,0 0-4-15,2 0 0 0,-2-3 0 0,4 3-5 0,-2-3 5 16,-2 0-2-16,2 3 5 16,2-1-1-16,-1-2-6 0,4 3 4 15,-5-4-3-15,1 0 5 0,1 4-6 0,-2-2 4 0,4 0 1 16,-2-1-2-16,-1 0-2 0,2 0-3 15,-1 2 6-15,-1-2 1 0,-4 3 3 16,5-4 0-16,-1 3-2 0,-4 1-7 0,4-3 3 16,-3 1 5-16,0 0-7 0,2 2 6 15,-2-3 5-15,0 0-6 0,-4 0 0 16,4 2-2-16,-1-2 1 0,1-1-6 0,0 3 4 16,0 1 8-16,-1-3-4 0,1-1-1 15,-4 1-4-15,4 3 2 0,0-6-1 0,-1 5 2 16,-3-6 9-16,4 6-9 0,-4-4 4 15,4 3-8-15,0-7 10 0,-1 5 0 16,-2-1-3-16,-1-2 5 0,4-2 0 16,-3 1 1-16,-1 1 4 0,3 0 0 0,1-4-5 0,-4 4-6 15,4-3 4-15,-3 1 0 0,-1-1-1 16,3-4 5-16,-3 6-1 0,4-9-1 16,-4 6 6-16,0-4 5 0,5 2-2 0,-5-2 5 15,0-2-5-15,0 2 6 0,1-6-6 16,-1 2-3-16,0-1-1 0,0-1 1 15,2 2-5-15,-2-2-1 0,-3 2-2 0,3 1 2 16,-3-2 0-16,3 2 0 0,0 0 2 16,-3-1-3-16,4 2-3 0,-1-4 1 0,-3 2 1 15,0-5-1-15,3 5-2 0,-3 2 7 16,0-4-2-16,-3-1 10 0,3 1-9 0,0 0-2 16,0-2 5-16,0 3-4 0,0-2 1 15,0 0-1-15,0 1-3 0,0-1 0 16,0 4-2-16,-3-5 2 0,3 7 0 0,0-5-1 15,0 0-1-15,0 4 1 0,0 1-1 16,-4-2 3-16,4 0-4 0,0-2 2 0,-3 2-2 16,3 0-4-16,0 4 3 0,-3-5-3 15,3 1 3-15,-3-2-2 0,3-3 2 0,-3 3-3 16,3-2 3-16,-5 0-1 0,5 1-3 16,-3-4 2-16,0 3 0 0,0-3-1 0,-1 1 0 15,4 3 0-15,-3-4 4 0,0 0-6 16,-3 2 3-16,1-2-2 0,2 2-1 15,0 1 3-15,0 0 2 0,-4 1-4 0,4-1 1 16,0 1 0-16,-4 4 0 0,3 1 1 16,1-1 0-16,0 3 0 0,-4-4 2 0,4 4 1 15,-3-1-4-15,2 0-1 0,0 0 0 16,-2-1 4-16,2 2-4 0,-2 2-1 0,-1-5 4 16,0 3-2-16,4 2 1 15,0-3-1-15,-4 2 0 0,4-2 1 0,-4 2-2 0,4 1-1 16,-4-2 2-16,4-3-1 15,-4 6 2-15,4-3-3 0,-4 3 1 0,4 1 0 16,3-2 3-16,-3-1-2 0,-4 2-1 16,3 2 0-16,1-4 0 0,3 3 1 0,0-1-1 15,-3 0 0-15,3-3 0 0,0 6 3 16,3-3-2-16,-3-2-1 0,0 4 0 0,3 0 3 16,-3 1-4-16,0-3 0 0,4 4 3 15,-4 0-4-15,3-1 0 0,-3-1 4 0,0 5-1 16,4 0 0-16,-1-4-2 0,0 3-2 15,4-3 3-15,-1 4 2 0,4-4-6 16,-3-1 5-16,6 2-3 0,4 3-1 0,-4-4 1 16,5 2-1-16,-2-1 1 0,1 3 0 0,2-1 2 15,-2 2-3-15,4-3 8 0,-2 2-4 16,1 0-5-16,1 1 1 0,-2 0 4 16,1 1 3-16,0-1-5 0,0 1 3 0,0 2-2 15,0-4 2-15,3 3 5 0,-2 1-5 16,2-3-1-16,0 3 1 0,4-3 0 15,-4 3-2-15,1 0 0 0,-2 0 5 0,2 0-4 16,-1 0-2-16,1 3 7 0,0-3-7 16,-2 0 1-16,-1 0 4 0,2 3-5 0,-4-3 6 15,2 0-4-15,-1 1-2 0,-4-1 2 0,5 4 1 16,-2-4-2-16,1 0 1 16,-2 0 5-16,1 0 2 0,-2 0-2 15,2 0-8-15,2 0 7 0,-1 0 0 0,-4 0-2 0,5 0 1 16,-4 0-3-16,-1 0 6 0,1-4-6 15,-1 4-1-15,1 0 5 0,-1-1-3 0,-2 1 3 16,2-3-2-16,-2 3 0 16,-1 0-4-16,4-3 4 0,-4 3 0 0,0-1-3 15,4 1 2-15,-4-3-2 0,1 0 10 16,-1 3-8-16,1 0 0 0,-5-2 1 0,4 2-4 16,1-3 4-16,-4 3-6 0,4 0 4 0,-5-2 2 15,1 2 3-15,1-4-6 0,-2 4 5 16,-2 0 0-16,-1 0-4 0,2-1 5 15,-2 1-6-15,-2 0 4 0,2-3-1 0,0 3 3 16,-1 0-4-16,-5 0 1 0,6-3 0 16,1 3 2-16,-4 0-4 0,-3 0 1 0,0 0 4 15,6 0-1-15,-6 0-2 0,7-1 0 16,-3 1 0-16,-4 0 2 0,0 0 0 0,3-3 1 16,-3 3 3-16,0 0-6 0,0 0 2 15,7 0 2-15,-4-3-2 0,-3 3 2 0,3-2 0 16,0-1-1-16,-3 1-2 0,3-3-1 15,1-1 2-15,0 2-2 0,-1-1 0 16,-3-4 0-16,7 2 0 0,-7-2-1 0,3-1 2 16,3 3-3-16,-3-6 2 0,1 2 0 15,0-3 2-15,2 2-4 0,-2-5 1 0,2 1-4 16,-3-4 6-16,4-1-5 16,0-1 4-16,-4 0 0 0,1-3-3 0,-1 0 4 0,-3-3-2 15,3 0 1-15,0-1 0 0,-3-1 4 16,4 2-1-16,-1-7 1 0,0 3 1 15,1-1-1-15,-4 2-3 0,0 2 2 0,3 0 1 16,-3-2-5-16,0 1 6 0,4 3-4 16,-4-2 1-16,3 0-2 0,-3 0 2 15,0 4 2-15,3-3-5 0,-3 3 5 0,0 0-2 16,3 3-3-16,-3-2 4 0,0 2-1 16,4 1-5-16,-4 2 2 0,0 2 2 0,0-1-2 15,0 1 0-15,3 2-1 0,-3 0 0 16,0 0 7-16,0-1-8 0,0 2 0 15,0-1-1-15,0 0 6 0,3 0-3 0,-3-2-2 16,0 1-3-16,4 0 3 0,-4 2 0 16,0-3-1-16,0 2-1 0,3 3 3 0,-3-5 0 15,0 6 2-15,4-3-1 0,-4 3 1 16,0-3-2-16,3 6-2 0,0-2 4 0,-3 2 1 16,-3 1-4-16,3-2 1 0,3 1-2 15,-3 2 2-15,0 1 0 0,0-1 5 0,0 2-5 16,3 0 3-16,-6 0-6 0,3 0 8 15,0 1-6-15,0 0 3 0,0-1-2 0,3 1-2 16,-3-1 1-16,0 3 4 0,0 1-6 16,0-5 2-16,0 5 2 0,0-2-3 0,-3-1 4 15,3 3-4-15,3-3 3 0,-3 3-1 16,0-3 2-16,0 3-2 0,0 0-4 0,0 0 7 16,0 0-4-16,-3-1 2 0,3 1 2 15,0 0-4-15,-3-3 0 0,3 3-2 16,0 0 1-16,-10-4-1 0,0 4-1 0,-3 0 3 15,2 0-4-15,-2 0 3 0,0 0-3 16,-1 4 1-16,1-4 5 0,-7 3 1 16,4-2-3-16,-4-1-3 0,-4 3 3 0,-3 0-1 15,0 2-1-15,-6-3 2 0,3 2 0 16,-3 0 1-16,3-1 4 0,-3 1-4 16,-1-1-1-16,1 2-1 0,0-3-3 0,0-2 9 15,-1 4-5-15,-2 0 10 0,3 0-9 16,-2-1-2-16,2 0 3 0,3 0-2 0,-3 1 4 15,3-1-2-15,-3-2 1 16,3 3-7-16,-1-1 4 0,1-2 1 0,-3 2-2 0,3 0 5 16,-3 0 1-16,0-1 4 0,3 0-2 15,0 1-7-15,-4-2 3 0,4-1-2 0,4 4-2 16,-4-1-1-16,-4-2 3 16,4-1-1-16,0 3 2 0,0 0-1 0,3 0 3 15,-3-3-7-15,5 2 6 0,-2-2-1 0,0 2-5 16,3-2 1-16,4 3 4 0,-3-3-8 15,0 1 7-15,-1-1-2 0,1 4 3 0,7-4 0 16,-5 3 3-16,5-2-6 0,-1-1 1 16,1 0-1-16,-4 3 4 0,7-3 0 15,-4 0 0-15,-1 3 0 0,5-3-1 16,-4 3-2-16,4-3 0 0,-4 0-2 0,4 2 0 16,-4-2 3-16,4 0 1 0,-3 2-1 15,-1-2 2-15,4 3-4 0,-4-3 1 0,4 1-2 16,-1-1 4-16,1 0-1 0,0 4-2 0,3-4 3 15,0 0 0-15,0 0-1 0,3 3 3 16,1-3-3-16,-1 0 0 0,0 0 1 0,0 0 4 16,1 0-3-16,3 0 6 0,-4 0-7 15,4 1-1-15,-1-1 1 0,4 0 2 16,-7-1 6-16,7 1-6 0,-6 0-1 0,6 0 2 16,-3-3-1-16,-1 3 2 0,4-5-1 15,-3 0 0-15,3 0-5 0,0-2 8 0,-3-4-6 16,3-2-8-16,0 4 4 0,0-7 3 15,0 4 3-15,0-2 1 0,3-1-4 0,-3-2-2 16,0 3 3-16,0-1 0 0,0 1-1 16,0-1-1-16,3 2 1 0,-3-2 3 15,0 1-3-15,0 3 1 0,0 1-1 0,0-1 0 16,0-1 1-16,0 5 0 16,0 0 0-16,0-2-2 0,0 0 3 0,0 2-4 0,0 1 0 15,0 1 5-15,0-1-4 0,0-1 0 16,0 6 1-16,0-5 2 0,0 1-3 15,0 3 5-15,0-3-5 0,0 2 1 16,0 0 0-16,0 3-1 0,0-1 5 0,0 1-5 16,0-6-1-16,0 3 4 0,0 3 1 15,0-2-8-15,0 2 1 0,-3-2 5 0,3 2-9 16,0 0 7-16,0 0-7 0,0-4 4 16,0 4 1-16,0 0-4 0,0 0 6 0,-7-1-2 15,7 1-2-15,-10 1 1 0,10-1 3 16,-10 0-4-16,1 4 1 0,-2-4 1 15,1 2 4-15,1 0-3 0,-5 1-3 0,1 0 3 16,-4 0-1-16,-4 1-4 0,2 0-17 16,-1 2-17-16,-4-1-18 0,1-2-22 0,-3 1-41 15,-1-1-40-15,0-3-63 0,-3 3-46 16,-3-9-103-16,0 2-159 0,-7-4 59 0,-4-2-183 16,-5-7-153-16</inkml:trace>
  <inkml:trace contextRef="#ctx0" brushRef="#br1" timeOffset="187117.18">7956 6254 1865 0,'-7'-14'-76'0,"1"2"8"0,-4-6 12 0,0 2 9 0,0 0 5 0,-3-1 11 0,-1 6 14 0,4-3-2 0,-3 6 2 0,6-1 7 0,-6 0 4 0,2 3-3 15,-1 2-2-15,-2 7-1 0,1 1 1 16,-8 6 3-16,5 5 5 0,-4 7-3 0,1 9 10 16,1-1-1-16,1 5 10 0,4 5-2 15,7-2-1-15,3-1-2 0,0 2 3 0,6 1 0 16,3 1-2-16,4-4-1 16,4 1 0-16,-1-6 5 0,1 1 0 0,5-5 1 15,-2-3-2-15,-1 0 2 0,1-9-1 16,-1 0 4-16,-2-1-2 0,2-5-3 15,-5-1-2-15,2 0 6 0,-3-5 14 0,0 0 10 16,0-4 3-16,-7 0-1 0,4-4-2 0,-3 0-1 16,-4-5-4-16,0 0-3 0,0-4-3 15,-7 1-5-15,3-4 1 0,-2 4-4 0,3-3-3 16,-4 1-1-16,0 1-4 0,4 1-2 16,-1-5 0-16,1 6-6 0,3-4 1 15,0 2-4-15,7-2 3 0,3 0-3 0,3 1-1 16,7 1-1-16,-3-2-1 15,3 0 7-15,0 2-4 0,-4 1-5 0,2 5 5 0,-2-4-3 16,-7 4 2-16,5 0-3 16,-4 1 1-16,1 3 0 0,-5-1-3 0,4 0 6 0,-4 8-1 15,2 3 1-15,-2 3 3 0,4 5 3 16,-4 5 4-16,2-1 3 0,1 2 1 16,-2 1 0-16,-1 2-1 0,-3 1 0 0,5-3 1 15,2 3-1-15,-7-3-1 0,3-2-2 16,1-1 2-16,0 2-2 0,-4-6-3 0,1-1-3 15,-1 0-28-15,3-3-29 0,-3 0-30 16,1-4-3-16,0 0-23 0,2-1-12 0,1-4-17 16,2-6-81-16,9-1-306 0,-2-8-28 15</inkml:trace>
  <inkml:trace contextRef="#ctx0" brushRef="#br1" timeOffset="187616.29">8596 6422 1285 0,'10'-7'-84'0,"-3"7"25"0,0 4 13 0,-4 5 6 0,0 3 7 0,0 2 13 0,-3 10 10 0,0-2 8 0,0 3 7 0,0 0 8 16,-3 0-2-16,0 0 6 0,0-3 10 16,-4 0 10-16,4 1-3 0,-1-5 4 15,4 0 8-15,0-4 18 0,0-2 17 0,-4-1 13 16,1-1 13-16,3 0 14 0,-3-1 13 16,0 0 2-16,0-8-4 0,-4-2-16 0,0-8-15 15,-3 0-8-15,-3-9-9 0,-1-9-9 16,-2-2-9-16,2-4-6 0,-2-9-8 15,-1 3-4-15,4-4-9 0,2 8-3 0,2-2-5 16,2 2-5-16,4 3-2 0,3 2-4 16,-3 5-2-16,6 0-3 0,0 0-1 15,4 1-4-15,7 3-2 0,-2 3 1 0,9 0-3 16,1 4-4-16,2-1 5 0,0 5-9 0,-1-1 0 16,-4 1-1-16,5 6-5 15,-7-1-2-15,-4 2 1 0,4 0-1 0,-4 6 0 16,-6 1 0-16,-1 4 1 0,-2 1-2 15,-4-1 4-15,-4 6-1 0,1-4 0 0,-4 2 2 16,-2 2 1-16,2 3-1 0,0-5 1 16,-3 2 1-16,4-1 2 0,-4-1-4 0,3-1 3 15,0-1-4-15,4 0 4 0,-4-3 2 16,4 4-8-16,-4-7 4 0,7 0-4 0,-4 4 1 16,4 1 1-16,0-1 0 0,4 3 5 15,0 2 0-15,6-1 2 0,3 2-2 0,0 0 2 16,7 1 1-16,0-1-2 0,0-1 0 15,3-1-9-15,4 1-22 0,0-2-23 16,-1-7-29-16,8 4-45 0,2-6-29 16,2-4-11-16,5-2-24 0,-1-4-131 0,9-5-250 15,6-2-75-15</inkml:trace>
  <inkml:trace contextRef="#ctx0" brushRef="#br1" timeOffset="187890.19">9736 6111 1495 0,'0'-11'-54'0,"-3"1"14"0,-7 2 15 0,-1 4 9 0,2 1 3 0,-7 0 7 0,-1 6-1 0,-4 0 3 0,-1 1 2 16,-5 4 6-16,3-1 4 0,1 0 4 16,3 4 4-16,0-4-1 0,3 3-4 15,4 0-7-15,6-2 7 0,4 3-2 0,3 3 4 16,7 1-3-16,6-1 2 0,4 4-3 16,10 0-3-16,-2 2 2 0,5 2-1 15,0 0 2-15,0 2-3 0,5 1 4 0,-10 0-5 16,2-3-4-16,-3 0 5 0,-4 3 1 15,0-3 1-15,-7 3-5 0,-3 0 2 16,-3 0-5-16,-7 0 4 0,-4 0 7 16,-5 3-6-16,-5 0-19 0,-6 0-22 0,-3-3-10 15,-4 0-12-15,-3-6-18 16,0-1-27-16,-7-5-117 0,1-5-124 0,3-2 142 0</inkml:trace>
  <inkml:trace contextRef="#ctx0" brushRef="#br1" timeOffset="202317.2">21629 3063 307 0,'-10'1'1'0,"1"-1"4"0,-5 3 3 0,4 0 4 16,1-3 9-16,1 0-1 0,2 1 3 0,-4-1 1 0,4 0 1 0,1 0 1 0,-1 4 2 0,-1-4 4 0,4-4-1 15,3 4-1-15,0 0-2 0,-3-1-5 0,3 1-4 16,10-7 5-16,4 1-2 0,5-5-8 15,4 3 0-15,4-3-3 0,7 1-2 16,-1-3-1-16,3 1 1 0,1-1-3 0,3 4 4 16,-3-4-5-16,3 1 1 0,-4 2 2 15,-3 0-7-15,-3-1 4 0,-6 4 3 16,0 0 0-16,-7 2-4 0,-4-1 6 0,-7 5-2 16,-6 1-4-16,0 0-4 0,-30 8 3 15,3 0 3-15,-6 2 4 0,-10 1-3 16,3 3 0-16,-4-3-2 0,1 3 2 0,3-1-2 15,3-2 0-15,4-3-3 0,6 3 1 16,0-4 2-16,5 0-3 0,5-1 2 0,4-1 3 16,2-2 2-16,8 0-5 0,3-3-2 15,17 0 4-15,-1 0-6 0,4-3 2 0,11-3-3 16,-1 4 7-16,3-4 0 0,0 2-4 16,7 0-5-16,-7-2 3 0,1 1-4 0,-1 3-16 15,-2-3-19-15,-6 2-9 0,-1 0-23 16,-4 2-80-16,-4-5-65 0,2 6 73 15</inkml:trace>
  <inkml:trace contextRef="#ctx0" brushRef="#br1" timeOffset="209915.46">13417 14822 317 0,'3'-6'133'0,"0"5"-37"0,3-5-25 0,-6 5-6 0,4 1 2 0,-4-3-10 0,0-3-4 0,0 6 1 0,-7-2 2 0,1 2-3 0,-5-6-10 0,-2 6-1 16,-4 0-1-16,-2-1-4 0,-5 1 4 15,-3 1-6-15,-3-1-1 0,0 0-3 16,0 6-1-16,-3-6 1 0,-3 0-1 0,-1 0 4 16,1-6-4-16,-5 6-4 0,4-1-2 15,-2 1 0-15,-8 0-5 0,0-7-5 0,3 7 1 16,-2-3-2-16,10-3 2 0,-8 6-3 16,1-2-5-16,3 2-1 0,3 0 3 0,0-6-4 15,1 6 3-15,3 0-3 0,-1 0-1 16,4-1 0-16,0 2-3 0,7-2 3 15,2 2-2-15,-1-1 5 16,5 0-4-16,1-1-4 0,-5 2 2 0,8-1 1 0,-1 0-1 16,1 0-2-16,0 0-2 0,3 6 1 15,-4-4-3-15,4 7-1 0,1-1 8 0,-5 10-4 16,4 6 6-16,0 2-1 0,0 6-1 16,3 7 0-16,-2-4 8 0,2 5 4 0,0-4 7 15,0 7 3-15,4-3-2 0,3 2 0 16,0 0-2-16,-3-1 4 0,3 0 3 15,0 2-6-15,0-2 2 0,0 0-7 0,3 2 6 16,-3-3 2-16,3 2-3 0,-3 8 7 16,0-9-3-16,3 2-1 0,-3-2 1 0,4 0 0 15,-4 1 3-15,4-9-5 0,-4 3 1 16,3 2-4-16,0-12 0 0,-3 5-1 16,4-6-1-16,-1 0-4 0,3-6 1 0,-2 6 0 15,-1-7-1-15,1 0-3 0,-1-4 2 16,0 4-2-16,1-2 1 0,-1-7-3 15,3 4-4-15,-2-2 3 0,-1-3 0 0,4 3-3 16,-4-4 0-16,1 0-3 16,2 2 4-16,-3-1-4 0,4-7 1 0,0 6-1 15,3-1 3-15,-4-1-3 0,4 1-2 16,1-5 2-16,-2 5-1 0,5-5 2 0,2 5-2 16,2-3 3-16,1-1-3 0,1-2 0 0,7 6 3 15,0-5-1-15,3-1-3 0,0 0 2 16,0 0 0-16,6 0-2 0,4 0 3 15,0 0-3-15,0 0 2 0,7-1-1 0,-8 1 3 16,5-6-2-16,-1 6-2 0,4 0 2 16,0-5-1-16,0 5-1 0,2-6 1 0,5 5 1 15,-1-5-1-15,1 6-1 0,2-1 1 16,4-5 2-16,-7 1 0 0,7-2-2 16,-3 1 0-16,3-1-1 0,-9-4 1 0,8 4-3 15,-6 0 2-15,-2-4 1 0,-2 4 0 16,-2 0 1-16,10-4-1 0,-3 3-2 0,-8-3 1 15,7-2 0-15,-6 4 0 0,0 0-1 16,-1 1 2-16,1 0-3 0,-4-1 4 0,7 1-3 16,-7 0 4-16,8-1-2 0,-5 8 0 15,4-6-2-15,4 1 2 0,-5 4 0 16,5-1-1-16,9-3 0 0,-3-1 3 0,-10 6-4 16,7 1 2-16,-4-6 5 0,0 4-5 15,1 2 0-15,3-9 1 0,-5 9 0 16,12-7 0-16,-11 6 0 15,1-5-1-15,6 1 1 0,-11-1-2 0,5-1 2 0,0 6-3 16,-1-7 1-16,-3-1 1 0,0 8-2 16,0-5-2-16,0-1 5 0,-3 5-2 0,-1-1 1 15,4-3 0-15,-4 6 1 0,5-7-1 16,-5 7-2-16,1-1 2 0,-1-5-3 0,1 4 5 16,7-1 0-16,-8-3-4 0,5 6 0 15,2-1 3-15,-3-5-2 0,0 5 3 16,4-5-2-16,-2 4-1 0,5 2 3 15,-3-3-1-15,6-3-4 0,-7 6 3 0,3 0 1 16,12-1-1-16,-13-5-1 0,2 6 2 16,10 0-4-16,-4-1 4 0,-6-5-2 0,0 4-1 15,3 2 2-15,3 0-2 0,-6 0 2 16,-4-3-3-16,4 3 1 0,-4 0 2 0,0 0-1 16,-2 0 0-16,-2 0-1 0,2-6 1 15,-5 6-2-15,1 0 1 0,-1 6 1 0,1-6 0 16,-4 3 0-16,4-3-1 0,-4 2 2 15,4 5-2-15,-1-1 2 0,-2-5-1 16,-1 8-1-16,1 0 1 0,-1-3 1 0,0-5-1 16,4 8 1-16,-4-1-1 0,4-7 1 15,7 6-1-15,-5-1 0 0,2-3 1 0,1-1-2 16,5 5 4-16,3-7 2 0,-3 6-6 16,0-5 0-16,0-1 4 0,-4 0-5 15,3 6 3-15,-2-3-2 0,3-3 5 16,-1 2-4-16,-6 4 0 0,7-5-4 0,-4 5 4 15,-2-5 1-15,-2-1-2 0,5 0-1 16,-7 0 3-16,-1 6-1 0,1-6-3 0,-7 0 6 16,-1 0-3-16,5 3 0 0,-4-3-2 15,-4 0 2-15,1 0-1 0,-1 0 0 16,2 2 1-16,-5-2 0 0,4 6 0 0,-1-5 0 16,-3-1 0-16,4 0-2 0,-4 6 3 15,0-5 1-15,2-1 1 0,1 6-3 0,-3-3 1 16,1-3 1-16,-1 2 0 0,0 4-2 15,0-5-2-15,4-1 1 0,-4 7 2 16,8-7-2-16,-2 0 2 0,1 0-1 0,7 9 0 16,-4-9-1-16,4 0 0 0,3 2 3 15,0 4-2-15,-3-5 0 0,-1-1 0 16,-3 6-1-16,1-5-1 0,-1 5 3 0,-13-3 1 16,0-3-5-16,-3 0 3 0,0 2 2 15,-7 4 5-15,0-6 13 0,0 1-1 0,-4-1 6 16,-2 0-6-16,-1 0-4 0,1 0 1 15,2 0-5-15,-2 0 1 0,-5 6-1 0,4-6 2 16,1 0-5-16,-1 1-1 16,-2-1 2-16,2 0-1 0,1 0-2 0,-1 0 1 15,-1 0-2-15,2-1 1 0,-4-5-2 16,0 6 1-16,0-1-2 0,3-5 2 0,-6 4-3 16,0-7 1-16,3 2 0 0,-4 7 1 15,1-7 1-15,-3 5 2 0,2-7-3 0,-2 8 3 16,-1-5-5-16,0-3 3 0,0 0-1 15,1 2 1-15,-1-2-1 0,-3 0-2 0,0 1 0 16,0-9 3-16,0 3-3 0,0 3-4 16,0-5 2-16,-3-7-2 0,-1 4 2 15,1-6-3-15,-3 0 3 0,-1-7 0 0,0 6 0 16,0-8-2-16,-2 2-1 0,2-2 4 16,0-1-3-16,0-5 0 0,4-1 2 0,0 7-2 15,3-7-1-15,-3 0 3 0,6-2-5 16,-3 2 3-16,3 7-2 0,-3-7 2 15,3 7 0-15,-3-1 4 0,3-4-3 16,1 7-2-16,0 6 1 0,-1-2-2 0,-3-3 3 16,0 6 5-16,0-2-6 0,3 4-3 15,-3 4 3-15,0-6 1 0,0 3-2 0,0 4 2 16,0 0-1-16,0 1-1 0,0-4 1 16,0 9-1-16,0-2 1 0,-3-3 1 0,3 9 3 15,0-3-3-15,0-3 0 0,-3 3 0 16,3-2 1-16,0 3-3 0,0 1 1 15,-4 2 0-15,0-4 0 0,4-2 1 0,-3 9-2 16,0-10 2-16,0 7-1 0,0 3 2 16,-1-10-2-16,1 7-1 0,-4-3-4 15,3 8 3-15,-2-5-2 0,0 0-3 16,-4-4 3-16,-1 4 2 0,-2 1-1 0,-4 5 0 16,1-8-1-16,-1 7 5 0,-7-4-4 15,-1 5 0-15,-5 1 6 0,-4 0-3 0,0 1 0 16,-6 5 0-16,4-6 1 0,-11 2-1 15,1 4-1-15,-2-3 1 0,-1 4 0 0,-11 0 6 16,3 1-3-16,-3-4 0 0,-3 3-4 16,0-1 3-16,-4 5 0 0,1-3 2 0,-2 0-2 15,-2 2 0-15,1 3 1 0,-9-2 0 16,9-4-1-16,-1 2-2 0,0 1 4 16,3-3-2-16,0 7 1 0,4-4 1 0,0-3 0 15,-1 4-1-15,4-3 0 0,3 0-2 16,2 2 2-16,4-3-1 0,1 1 0 0,1 1 0 15,-2-2 1-15,1 0-3 0,0 1 2 16,3-5 1-16,-5 4-1 0,1-6 1 16,1 7 2-16,1 1-3 0,-2-8 0 15,1 5 0-15,0 1-1 0,-3-7 0 0,2 8 3 16,2-5-4-16,2-2 2 0,-2 5 1 0,1 1-2 16,-1-5 1-16,2 7 4 0,0-8-3 15,-3 5-1-15,3 1-1 0,-2-5-1 16,2 7 4-16,0-8-4 0,-3 5 0 0,0 1 1 15,0-5 2-15,3 4-1 0,-5-3 0 16,4 4 0-16,-2-7 0 0,1 1-2 16,-2 5 0-16,2-4 0 0,-1 4 2 15,-1-3-1-15,2-2-1 0,-5 5 2 0,4-6-3 16,0 1 1-16,0 5-2 0,0-6-2 16,0 0-2-16,0 2 2 0,1-2-3 0,-2 6 1 15,4-6 1-15,-2 3 2 0,2-3-1 16,0 0-1-16,0 0 4 0,-2 1-2 15,2 5 0-15,4-6 0 0,-4 0 3 0,4 1-3 16,3-1 4-16,-1 6 0 0,5-6-1 16,-1 0 1-16,-2 0-2 0,1 2 1 0,2-2 0 15,2 0-1-15,-2 6 2 0,-1-6-1 16,4 0-1-16,-4 0-2 0,0-6 2 0,1 6 1 16,-1-2 0-16,1 2 0 0,-2 0-1 15,-1 0 1-15,2-6-1 0,1 6 0 16,-5-1 3-16,5 1-1 15,-1 0 1-15,-3-6 0 0,4 5 2 0,-2 1-4 0,-1 0 2 16,2-3-1-16,1-3-1 0,-8 4 1 16,1 2 1-16,0-7-2 0,-1 7 2 0,1 0-2 15,2-6 2-15,-5 6-2 0,2 0 0 16,-2 0 0-16,3 0 2 0,-1 0 0 0,5 0-1 16,-9 0-2-16,9 6 0 0,2-6-1 15,1 0 4-15,-2 0-3 0,-1 0 0 16,2 1-1-16,4-1 2 0,-4 0 0 0,-3 6 2 15,6-6-1-15,-2 0 1 0,0 0-1 16,-1 0-1-16,1 0 0 0,1-6 4 16,-1 6-2-16,3-1-1 0,-1 1 0 15,1 0-2-15,0-6 0 0,0 5 3 0,3 1-3 16,0 0 3-16,0 0-1 0,3 0 2 0,0 0-3 16,3 0-1-16,-1 0 3 0,1 0 0 15,0 1 0-15,1-1-1 0,3 0-2 16,0 6 2-16,3-6 1 0,1 0 0 0,-1 0 0 15,1 0-1-15,2 0 5 0,1 0-3 16,0 0-2-16,-4 0 3 0,7-6-3 0,-7 6 0 16,7 0 2-16,-4 0-1 0,2-1 1 15,-1 1 1-15,-1 0 1 0,4 0-1 0,-4-3 0 16,1-3 0-16,4 4 0 0,-5 2 0 16,4 0-1-16,4-6 1 0,-5 5-1 15,1-5-1-15,-3 5-1 0,6 1 5 0,-3-3-4 16,0-5 2-16,0 2-1 0,0 5-1 15,4-6 1-15,-5 4 2 0,1-3-2 0,1-2 1 16,2 7-2-16,-3-6 2 0,0 4 0 16,0-3-3-16,0 4 2 0,-3-5-1 15,3 1 1-15,-4 5-2 0,1 1-7 16,-4-3-9-16,1 3-32 0,-8 0-33 0,-6 3-38 16,-6 4-35-16,-8 0-141 0,-6 1-325 0,-3-5-118 15</inkml:trace>
  <inkml:trace contextRef="#ctx0" brushRef="#br1" timeOffset="-203405.34">21596 9884 710 0,'-30'-66'-51'0,"6"5"-2"0,5 11-7 0,-5-2-38 16,-2 7-55-16,2 3 52 0</inkml:trace>
  <inkml:trace contextRef="#ctx0" brushRef="#br0" timeOffset="-193017.96">20673 4046 690 0,'-4'-4'-13'0,"1"2"1"0,-3-3 6 0,-1-1-4 0,-3 2 5 0,-3 0 8 0,-1 0 0 0,-2-3 2 16,-2 4 6-16,-4-4 6 0,-2 2-5 16,1 0 2-16,-4 3 6 0,-3-4-3 15,0 3 7-15,-7 2-8 0,1 1 9 16,-1 0 0-16,-10 1-7 0,1 8 6 0,2-5-5 16,-5 7-2-16,-5 1 10 0,4 1-4 15,1 1 3-15,-2 1-2 0,4-1-2 0,4 5 1 16,-3 1 0-16,8-5-6 0,5 5 6 15,-3-3-5-15,6 3 5 0,0 1 1 16,0-3-7-16,6 3 2 0,5-2 1 16,-5 5 1-16,7-2 1 0,1 0 6 0,-1 2 1 15,7-2 0-15,0 3 1 0,7-4-5 16,-4 3 4-16,7 1-7 0,-4-3 2 0,8 3 1 16,0 3 1-16,2 2-2 0,1-1 1 15,3 2 3-15,0-1-5 0,0 0-2 0,0-3-1 16,-4 4-4-16,8-5 2 0,-4 2-5 15,3 0 2-15,-3-2 0 0,0-1-1 16,-3-1 4-16,3-5-2 0,0 5-4 0,0-5 4 16,0 1-1-16,0-1 1 0,-4-1 4 15,5 3-2-15,-2-4 2 0,1-2-1 0,1 0 0 16,-2-1 0-16,-2 0-1 0,7 1-1 16,-4-1-3-16,7-3 5 0,-1 2 4 15,1-5 4-15,5 1 7 0,2 0 3 16,0-2-3-16,2-1-4 0,4 2-1 0,0-4-4 15,-3-1 0-15,7 1-1 0,-4 0-1 16,0-2-2-16,3-2-3 0,-3 0-4 0,0 0 2 16,-4 0 0-16,4-2-2 0,-7 2 4 15,4-4 6-15,-3 3 17 0,2-5 4 0,1 2-2 16,-4-4-2-16,0 1-5 0,1-3-2 16,0 0-1-16,6-5-4 0,-8 1-1 15,2-2-6-15,3 0 2 0,-4-3 6 16,0-1 0-16,0 2 3 0,1-1-1 0,-4-2 6 15,0-1-1-15,-3-2-2 0,2-1-5 0,-2 0-1 16,0-1-1-16,-1-5 0 16,-2 2-4-16,-1-1-3 0,-3-4 3 0,1 2-6 15,1 0-6-15,-5 0 1 0,-1-1-2 16,2 1 0-16,-2-3-2 0,-6 2 6 0,3 4-11 16,1 1 4-16,-4-2 2 0,0 0-5 15,-4 0-2-15,-2-1-5 0,-5-2 3 0,-2 4-18 16,-7-6-31-16,-10 3-34 15,-10-1-37-15,-10 1-42 0,-6 1-31 0,6 9-13 16,-1 0-27-16,-1 4-126 0,5 1-116 16,7 7-49-16,7-1-28 0</inkml:trace>
  <inkml:trace contextRef="#ctx0" brushRef="#br0" timeOffset="-191530.35">21913 8262 1304 0,'0'-7'-87'0,"-4"-1"11"0,-2 1 7 0,-1-3 16 0,-3 2 11 0,0 1 9 0,-3-1 3 0,-1 2 11 0,4-1 7 16,-6 3 6-16,6-1-5 0,-3 2 2 0,-4 3 2 15,0 0-1-15,-6 4 7 0,-1 4 1 16,1 3 7-16,-6 2 1 0,-1 1 5 16,-5 4 9-16,5 1-4 0,0 2 7 0,-6 4-3 15,9 0 7-15,-3 0-4 0,1 3-6 16,2-2 6-16,-3 5 5 0,7 1 7 0,-4 1-6 16,3-5 4-16,2 4-1 0,-2 3 6 15,0-1-4-15,4-2 1 0,-2 4 3 16,1-1-2-16,-2 3 3 0,-1-4-5 15,8-3-2-15,-8 4 1 0,8-5-4 0,-1-1 0 16,1 2 0-16,2-1-5 0,1-5-2 16,-1 2-2-16,8-4 0 0,-4-2-4 0,7 0-2 15,-5 1 0-15,5-1-2 0,0-1 0 16,3 0-1-16,3 0-2 0,-3 2 1 0,7-1-4 16,-3-2 2-16,-1 1-1 0,7-1-3 15,-1-1 0-15,-1 3-1 0,2-4 3 0,3 1-1 16,0 0 1-16,0-4-1 0,4 4-4 15,0-6 2-15,0 2 3 0,-1 3-5 16,4-5 1-16,1 1-2 0,-2-1 3 16,1 1-1-16,4-5-2 0,-5 3 0 0,2-1-2 15,-1 0 3-15,2-2-3 0,-4 2 5 16,-2-5-3-16,4 2 2 0,0 0 0 16,-3-1-5-16,3-1 3 0,-3 0 1 0,-1-3 2 15,1 1 2-15,3 0-1 0,0-2 2 16,0-1 2-16,0 0 3 0,3 0 3 0,-2-1 0 15,1-2 1-15,-2-2 7 0,7 0 3 16,-3-3 4-16,2 4-1 0,-3-2-1 0,-2-1 0 16,2-1 3-16,0-2 1 15,0 3-3-15,-2-4 3 0,2-1 2 0,0-1-6 16,0-1 2-16,-2-1-5 0,6 0 4 16,-5-3 2-16,5 1-5 0,-3-4 0 0,-1 2 1 0,1-5-1 15,-2 3 6-15,2-4 2 16,-1 2 4-16,-3-4 2 0,0-2 3 0,0 0-6 15,-3 0 1-15,-4-4 3 0,0 3-2 0,1-6-4 16,-4-1-3-16,-4 2-2 16,1-5-4-16,-4 2-5 0,5-1 3 0,-8 2-1 15,0-6-6-15,-4 3 5 0,0-2-9 16,1 0 0-16,-4-4 0 0,1 3-4 0,-4 3 0 16,-4 0-2-16,-2 1-1 0,-4 1-1 15,-4 1-5-15,-6-1-6 0,-3 2-30 16,-13-1-38-16,-4 5-40 0,-11 1-43 15,1 6-38-15,4 6-27 0,-4 1-96 0,7 5-160 16,-7 4-123-16,13 4-100 0</inkml:trace>
  <inkml:trace contextRef="#ctx0" brushRef="#br0" timeOffset="-188029.57">21490 13440 514 0,'-27'-24'48'0,"0"5"-4"0,0 2-2 0,1-4-10 0,-1 3-8 0,4 4 4 0,-4-1 1 16,1 0-7-16,2 1 6 0,0 3 1 16,5-3-1-16,-1 3 2 0,-4 1-3 15,5 0-4-15,-8 5 9 0,3-2-13 0,-2 4 3 16,-4 3 0-16,-4 4-4 0,-5 2-3 16,-1 5 12-16,-10 3-5 0,2 1-3 15,-1 3-6-15,2 4 4 0,1-2 1 0,-1 5-7 16,4 0 0-16,-1 0 6 0,4 3-6 15,4 2 0-15,-1-2 1 0,4-2-9 16,0 5 3-16,6-5 3 0,0-1-7 16,7 0 7-16,0 0-5 0,0 0 6 0,3 0-3 15,4 6 1-15,-4-6-2 0,7 0 8 16,-3 0-3-16,6 0 2 0,3-6-1 0,1 5 0 16,0 1 4-16,3-6 0 0,3 5-3 15,-3-2 5-15,7 3-3 0,0-6 2 16,0 4-1-16,-1-4 0 0,4 5 4 0,0-5-8 15,0 2 3-15,0-4-4 0,4 1 4 0,-5 0-3 16,1-2 6-16,4 1-1 0,-1 1 10 16,1-3 3-16,2 1 3 0,-2-1 1 15,5-5 1-15,1-1-3 0,1 1 1 16,1 3-3-16,2-5-4 0,3-4 0 16,0 2-5-16,3 1-1 0,-4 1 1 0,4-5-5 15,0 4-1-15,0-7 1 0,0 1-4 0,0 5 1 16,4-6-1-16,-4-6 2 0,3 6-2 15,0 0 2-15,1-1-2 0,-4 1 4 16,3 0 1-16,-3-6-2 0,3 5 2 0,-3-2 3 16,0-3 0-16,0 4 4 0,0-5-1 15,0 1-2-15,-6 2 4 0,3-2 1 0,-8-2 0 16,1 7 2-16,-4-5-1 0,5 2 1 16,-4-2 2-16,2 4-3 0,-2-5-3 15,3 1 2-15,0 2-5 0,-3-10 0 16,-1 7 2-16,1 3 2 0,0-11-2 15,3 5 6-15,-4-5 2 0,1 5-2 0,-4-11 1 16,4 3-4-16,-1-1 0 0,-2-6 1 16,-4 0 3-16,1 0-6 0,-2-6 2 0,-2 5-6 15,-4-6 1-15,0-4-1 16,-3 4-5-16,0-9-2 0,-6 1 2 0,-1-4-3 0,-7 1-5 16,-2-7 1-16,-1 3 0 0,-13-6-1 15,-3 3-1-15,-4 0-13 0,-6 0-19 0,-13-14-31 16,5 11-32-16,5 10-36 15,-1 6-36-15,4 9-28 0,-1-3-42 0,1 12-172 16,7 6-222-16,-8 6-123 0</inkml:trace>
  <inkml:trace contextRef="#ctx0" brushRef="#br0" timeOffset="-186922.26">21653 14922 1604 0,'-16'-17'-81'0,"-5"-4"18"0,1 9 7 0,-4-5 13 0,-1-4 5 0,-2 9 9 0,-3-5 10 15,3 2 2-15,-6 5-3 0,3-5 5 0,0 8 0 16,-7-4 11-16,4 5-1 0,-5 5 0 0,2 1 6 16,-4 7 0-16,-3 4 2 0,-4 5 3 15,-3 7 1-15,-6 10 7 16,2 2 8-16,1 5 4 0,2-4-2 0,5 7 3 15,-1 3 4-15,4-4-5 0,7 1 5 0,2 0 5 16,8-3 0-16,5-4 2 0,-2 4 2 16,7 1-1-16,3 2-1 0,2-10 3 15,5 6 1-15,-1-4-3 0,1 8-1 0,6-11-5 16,0 8-2-16,3-4 1 0,3 4-3 16,-2-6-1-16,8 6 1 0,2-4-5 0,6 4 7 15,0 2 0-15,4-9-7 0,9 9 1 16,0-9-2-16,7 9-1 0,7-3-3 15,-1-2 0-15,4 1-1 0,7-2 0 0,0-10 2 16,-7-1-2-16,3-7-3 16,1 2 0-16,-2-8 1 0,5 1 3 0,3-8-3 15,-9 2 2-15,2-7 3 0,0 0-5 16,0-7 0-16,7 2-1 0,0-8 2 0,1 4 0 16,-5-8 1-16,11-7-1 0,-1-2 2 15,-2 1-2-15,-1-8 2 0,-3 8 1 0,-3-9-1 16,-7 9 2-16,-4 0 2 0,-2 0 11 15,-1 0 3-15,-6-1 4 0,-7 2 3 0,-4-1 0 16,-2 0 3-16,-5 6-3 16,-1-12-6-16,-6 6 1 0,-8 0-5 0,-4 0 0 15,-4-7-3-15,-5-2-4 0,-7-8-8 16,-5-7 0-16,-12-1-7 0,-17-25 3 0,-4 6 3 16,-6-3-8-16,1 4-10 0,-9-6-27 15,-1 7-34-15,-1 8-42 0,7 16-47 16,6 11-40-16,3 0-24 0,-6 7-72 0,11 8-174 15,2 9-133-15,4-3-94 0</inkml:trace>
  <inkml:trace contextRef="#ctx0" brushRef="#br0" timeOffset="-171193.48">29236 5915 1524 0,'0'-12'-84'0,"0"1"14"0,-7-2 21 0,1-1 5 0,6-1 12 0,-14-3 5 0,4 1 15 0,4-1 8 0,-11 0 3 0,-3-4-1 16,0 0 6-16,-7-2 0 0,8 3 7 16,-19-8-2-16,2 4 0 0,-4 0 0 0,-4 4 7 15,-5-2 0-15,-8 3-6 0,-3 5 2 16,-13-2 1-16,-4 5-2 0,-10 1-7 0,1 5 8 16,-4 2 1-16,0 1-9 0,6 3 8 15,1 0 1-15,-4 6-4 0,-2 1 4 16,2 4 0-16,3 3-2 0,1 4 0 15,-27 8 3-15,3 10 5 0,1-1-1 0,6 3 2 16,-7 3 18-16,7 5-4 0,7 0 3 16,0-2 5-16,6 1-1 0,3 3 1 0,18-9-3 15,9-1-2-15,7-1 1 16,3 1 12-16,4 2-3 0,10-11-7 0,3 10-3 16,3-7-4-16,4 1-3 0,7-1-2 0,2 0-8 15,7 0 5-15,4 7-3 0,13-4 0 16,-4 2-3-16,11 6-2 0,7-4-2 0,12 10 1 15,14-5 0-15,20 13-2 0,13-1-1 16,7-9-1-16,7-1 4 0,7-5 4 16,2-6 9-16,1-3 1 0,6-3 4 15,7-9 8-15,-16-5-3 0,-14-8 6 0,3-3-5 16,7-4 7-16,-4 0-2 0,1-1 1 16,-4-9 4-16,-3 0 10 0,0-5 6 0,-3-6-2 15,23-8 6-15,-13-6-1 16,0-8-8-16,-15-4-4 0,2-11-3 0,-7-2-3 0,-7-5-9 15,-4-2 2-15,-2-1-1 0,-17 8-9 16,-14 7-6-16,-3 1 8 0,-3-4-1 16,2 6-5-16,-15 4-2 0,-1-4-11 15,-10 0 9-15,-3 0-14 0,-10-4-13 0,-10-4-19 16,-13-23-41-16,-23 6-43 0,-4 6-44 16,-14 2-31-16,-16 10-50 0,4 7-13 15,-28 6-70-15,4 6-195 0,-10 16-153 16,-7 7-156-16</inkml:trace>
  <inkml:trace contextRef="#ctx0" brushRef="#br0" timeOffset="-167409.55">21340 5586 1616 0,'6'-1'-118'0,"-6"1"18"0,0-3 9 0,0 3 9 0,0 0 16 0,-24 4 6 0,5 0 8 0,-1-2 13 0,-7 1 10 16,0 2 2-16,0-2 5 0,-3-2 10 15,1 2 5-15,2-3 3 0,-6 3-1 0,3-2 2 16,0-1 0-16,0 0 2 0,0 4-2 16,-3-4 5-16,0 0 2 0,-2 2-5 15,5-2 2-15,-3 3-5 0,0-1-1 16,3 1 4-16,-3 1 1 0,3-1 0 0,0 0-3 15,-4 2 1-15,4 0 3 0,0 0 2 0,0-1-5 16,3-1 3-16,2 1-1 0,-2 2 1 16,3-3-5-16,1 2 6 0,7-1-6 15,-5 2 5-15,1 1-1 0,0 4-5 0,0-3 6 16,3 9 0-16,1 0-7 0,-4 8 7 16,3 0 0-16,7 8 1 0,-3-1-1 15,3 5 0-15,-1 1 1 0,5 2 2 16,3 7 3-16,-4 3 0 0,4 3 11 15,3 0 5-15,-3 1 10 0,6 0 8 0,0 4-5 16,-3 1 1-16,0-2 2 0,4-2 1 16,-1-1-7-16,-3 2-4 0,0 1 5 0,3-4 0 15,-3-2-6-15,0 3 2 0,0-4-4 16,0-5-3-16,0-2 4 0,-3-2-1 0,3 0-4 16,0-4 3-16,0 1 5 0,-3-6-2 15,3-2 3-15,3-2-4 0,-3 0 0 16,0-2-3-16,3-1 4 0,-3 0-6 0,3 0 2 15,0-4-12-15,-3 1 10 0,4-4-1 16,0 2-2-16,-1-2 1 0,0-4-6 16,4 4-1-16,-4-3-2 0,3 2 2 0,2 1-2 15,-2-3 1-15,1 2-2 0,-1-5 1 16,1 3-3-16,-3-2 1 0,2-2-4 16,1-1 4-16,-4 2-2 0,4-2 8 0,-4-3-9 15,4 4 0-15,-4-4-2 0,1-2 3 16,-1 1 2-16,3 2 0 0,-6-2 0 15,7-1 3-15,-4 1-4 0,1 1-1 0,3-3 1 16,-1-1 3-16,7 2-2 0,1-3-1 16,-1 1 1-16,7 2-3 0,1-5 0 0,1 3 1 15,5-3-1-15,3 1-2 0,3-1-1 16,4 0 2-16,0 0-1 0,6-1 0 16,4 1-3-16,-1-3 3 0,5-1-3 0,-2 3 1 15,2-2 1-15,2-4 6 0,0 4-8 16,4-1 2-16,6-3-2 0,-6 1 3 0,-4 1-1 15,-2-1-1-15,-5 5 0 0,1-6-2 16,-7 6 2-16,-7-4 1 0,0 3 1 16,-6-1-3-16,0 0 6 0,-8 0-4 0,1 3 2 15,1-1-1-15,-5-2-2 0,1 3 0 16,-4 0 4-16,1-4-3 0,-1 4 1 0,1 0-3 16,-5-1 1-16,1-2 0 15,-4 3 2-15,5 0-6 0,-4 0 3 0,-1-2-1 0,0 4-3 16,2-4 2-16,-5 4 0 15,4-2-1-15,-1 0-1 0,-3 3 1 0,0-3 0 16,5 1 3-16,-5 3 0 0,0 0 3 16,4 2-1-16,-4-1 1 0,0 1 1 15,4 2-1-15,-3 1 0 0,2-5 3 16,-2 4 0-16,2 2 0 0,-3-3-1 0,4 1-1 16,-4 2 8-16,1 0-5 0,3-1-1 0,-4 7 0 15,3-4 2-15,-2 2 0 16,2 0-2-16,-2 1 4 0,3-2-5 0,-4 2 4 0,3-1 2 15,-2-2 4-15,2 1-2 0,1-1-1 16,0 4 2-16,-1-4-2 0,1 6 1 16,0-3-3-16,3-1 2 0,-4 2-1 15,4-1 1-15,-2 3-1 0,1-4-1 0,1-2 3 16,1 4-1-16,-5-1 3 0,4-4 0 16,-1 4-1-16,2 2 2 0,-4-5-2 0,2 2-3 15,2 3 1-15,-1-2-1 0,-1 2-1 16,2-3 2-16,-1-2-2 0,-1 4-2 15,5-1 4-15,-4 0 0 0,3-4-1 0,-3 6 2 16,7-3 0-16,-4 1-1 0,4 0 2 16,0-1-2-16,-1 3-1 0,1-3 1 15,-1 1-5-15,1 0 1 0,0-2 1 0,-1 2-2 16,-3-4 0-16,8 3-2 0,-4-3 2 16,-1 6 0-16,4-9-1 0,-4 6 0 0,5-3 0 15,-1 6 2-15,3-9 0 0,-3 6 1 16,4-4-2-16,2 2 4 0,-2-2-4 15,2 0 0-15,1 1 1 0,-1-3 0 0,4 1-2 16,-3 0 2-16,0-2-3 0,3 2-3 16,3-4 2-16,-3 2 1 0,4-3 4 0,-1 2-6 15,3-1 0-15,-2-2 3 0,-1 0 0 16,4-2 0-16,0 2-3 0,6 0 2 16,4-2-2-16,-7-1 1 0,2 4-1 15,2-2-1-15,-7-2 1 0,-1 3 0 0,4-3-3 16,-6 0 0-16,3 2 4 0,-4-2-2 15,-3 0 0-15,3 0 0 0,-3 0-1 0,-3 0 2 16,3-2-3-16,-3 2 3 0,-1-3-4 16,1 1 0-16,-1 2 5 0,1-5-3 0,0 5 3 15,-3-6-3-15,-2 5-1 0,5-5-2 16,-7 1 3-16,7-1 0 0,-3-1-6 0,-5 3 5 16,8-4 2-16,-4-2-2 0,1 3 1 15,2-3-1-15,1-1 0 0,-1 4-3 16,-2-4 1-16,3 3 0 0,3-3 4 0,-3 1-3 15,3-2 0-15,0 2 3 0,3-3-2 16,-3 1 1-16,3-1-1 0,0 1-3 16,-3-1-3-16,0 6 5 0,4-5-3 15,-8 1 2-15,4 4-1 0,4 0-3 0,-11-1 7 16,3 3-3-16,1-3 1 0,0 4-1 16,-4-2 0-16,4 4 2 0,-3-3-1 0,1 1 0 15,2 0 1-15,0 1 0 0,-3 2 0 16,2-2 3-16,1 0-2 0,3 3-2 15,0-2 1-15,-4-1 1 0,7 1-1 0,-3-2 3 16,0 3-2-16,5 1 1 0,-6-3 0 16,1 3-1-16,4 0 2 0,-4 0-2 15,3-3 3-15,-3 3-3 0,0-1 5 0,0-2-4 16,-1 3 0-16,1-3-3 0,-3 1 5 16,3-1 3-16,-3 1-3 0,0-2 8 0,-4 3-6 15,4-2 2-15,-4 0-3 0,-3 3-1 16,4-1 2-16,-5-2-4 0,5 0 1 15,-4 3 1-15,7-2-2 0,-11-1 0 0,4 1 0 16,4-2 0-16,-8 3 2 16,11-2 0-16,-7 0-1 0,7 2 1 0,-1-2-1 15,0-2 3-15,1 2-3 0,3-3-5 16,0 5 6-16,0-5 4 0,0 5-1 0,7-2-4 16,-4-2-1-16,8 2-3 0,-8-3 2 15,7 2 1-15,3 0 2 0,-3-4 1 0,-3 5-2 16,6-3-1-16,-6-1 1 0,3 0 0 15,-4 0 2-15,1-1-3 0,-1-2 2 0,2-1-1 16,-5 3 0-16,0-5 1 16,-3 1 2-16,0-1-8 0,0-2 4 0,0 0-1 0,-3 1-1 15,-4 0 1-15,0-1 0 16,-2 1 0-16,-2-4-5 0,1 3 6 0,1-2 1 16,-5-1-4-16,1 0 4 0,-4 1-5 15,1-1 1-15,-1-2-10 0,-4 0 12 16,-1-2 0-16,5-3-1 0,-10 1-1 0,3 3 2 15,-2-4 2-15,3 3-12 0,-4-2 10 16,4-1-2-16,-7 3 0 0,0 0-3 0,0-3 3 16,0 5 3-16,0 0-5 0,0 0 0 0,-7 2 4 15,7 0-2-15,0 4 4 0,-3-1-5 16,3 0 2-16,0 2-1 0,-3 1 1 16,3 2-4-16,0 0 1 0,0-1-1 15,0 1 0-15,0 1 1 0,0 2-1 0,0-2 4 16,-4 1-5-16,4 4 1 0,0-3 0 15,0 1 5-15,0 2-3 0,4-4 0 0,2 4-2 16,1-7-2-16,6 4 4 0,4 0-4 16,-4-4 5-16,4 4 0 0,6-3-5 15,0 2 0-15,4 1 6 0,-7-3-5 16,7 4 4-16,0-2-4 0,-5 1-1 0,5 3 5 16,3-4-4-16,0 2 3 0,-3 2-3 15,0 1 0-15,3-1 7 0,-7 1-6 16,4 0 3-16,-1 1-2 0,4 0-1 0,-3-2-1 15,3 3 2-15,-7-2 2 0,4 3-1 0,0-3 3 16,0 3-1-16,-5-1 0 0,2 1 5 16,3 0-6-16,3-3 2 0,0 3-2 15,-7-3 3-15,7 3-4 0,-3-3-1 16,-1 1 3-16,1 2 0 0,-4-2-1 0,4-2 1 16,0 0 1-16,0 1-1 0,-5 2 1 15,5-5-4-15,-3 1 6 0,6-1-2 0,0 2-3 16,-10-3 4-16,6-3-4 0,1 2 3 15,-4-2-4-15,1-1 4 0,3 3-3 16,-11-1 2-16,4 0-5 0,4-1 3 16,-8 2-2-16,-2-2 2 0,2 3 3 0,-2-1-1 15,-1 1-1-15,-7 0 4 0,8-2-2 16,-4 5-2-16,7-7 2 0,-11 4-2 0,4 0-1 16,4-4 3-16,-1 1-2 0,-7-2 0 15,8-1 4-15,-4 1-7 0,7-1 2 0,-11-2-26 16,7-3-38-16,-3 4-43 0,-3-4-70 15,0-4-67-15,-7 7-213 0,-7-5-30 16,0 1-137-16,-9 1-123 0</inkml:trace>
  <inkml:trace contextRef="#ctx0" brushRef="#br0" timeOffset="-165881.97">21469 5611 1549 0,'0'0'-111'0,"0"0"16"0,-6 0 13 0,6 0 9 0,0 0 8 0,0 0 7 0,0 4 8 0,0-4 5 15,0 0 6-15,0 0 4 0,0 0 2 0,-3 2 4 16,3-2 6-16,-4 0 1 16,4 0-3-16,0 0 7 0,0 0 0 15,0 0 2-15,7 5 2 0,-4-2 3 0,4-3 1 16,3 3 1-16,6 1-3 0,5-1 9 0,9-2-2 15,6 5-1-15,10-3 4 0,11-1 1 16,14 1 2-16,12-3-1 0,10 3 3 16,3-3-3-16,5 1 5 0,2-1 1 0,-3 0 3 15,4-1 5-15,-8 1-3 0,4-3-7 16,-3 3 5-16,-17-3 4 0,-4 3-7 16,-5-2 1-16,-5 2 3 0,-13-3-4 15,-3 3 5-15,-7 0 9 0,-5 0 14 0,-2 0 5 16,-6-2 7-16,0 2 0 0,-3 0 7 15,-7 0 0-15,3 0 2 0,-3-4 7 0,-3 4-4 16,0 0-3-16,-4 0 5 0,1 0-1 16,-5-1 3-16,4 1-3 0,-2-3 0 0,-2 0-10 15,-2-1-5-15,-1-6-4 0,2-1-5 16,-2-1-6-16,1-2-1 0,-1-4-5 0,-3 0-3 16,5-2-2-16,-5 1-4 0,3-5 3 15,-2-1-6-15,2-1 3 0,2-5-8 16,-2 1 1-16,4-2 2 0,-4 1-2 15,5 2-3-15,-1-4 0 0,-1 1 1 0,5 4-3 16,-4-1-3-16,-1 5 1 0,-1 2 3 16,2 0-3-16,-1-2 1 0,2 5 1 15,-1 2-4-15,-1-1-1 0,8 3 2 0,0-2 0 16,3 3-1-16,7 0-1 0,6 2 1 16,3 2 0-16,7 0-2 0,11-2 3 15,3 4 2-15,3-1-4 0,3 5 5 0,4 1-3 16,-11 2 0-16,4 2-3 0,7 2 5 15,-1 0-2-15,-2 4 0 0,-4 1 4 16,3 3-3-16,-3 0 5 0,-3 2-2 0,3 2-3 16,-6 2 3-16,2-2-3 15,-3 3 2-15,1 2-4 0,-1 0 3 0,-2-3 1 0,-2 4 0 16,-2-4-2-16,-4 3 4 0,0-3-4 16,-6 1 2-16,-3-3-2 0,-1-1 1 15,-3 4-3-15,-3 0 1 0,0-1 0 16,-2 4 4-16,-1 1-3 0,0-2 1 0,-4 0 3 15,-1 1-2-15,-2 3-4 0,3-6 2 16,-6-1 0-16,2 3 0 0,-6-6 1 16,7 4 3-16,-4-4-3 0,-3 3-1 0,3-3 3 15,1-2 2-15,-1 4 1 0,1-7-5 16,-8 2 2-16,10 2 1 0,-2-5-1 0,-1 3 4 16,4-4 0-16,4 4-3 0,-2-6 2 15,8 3 2-15,-4-4-3 0,7-1 0 0,7-2 0 16,-1 3 0-16,11-4 2 0,3-4-2 15,3 4-3-15,1-1 0 0,3-2-1 16,-5 0 1-16,5 2 2 0,-6 1-3 16,-5-3 1-16,-2 0-4 0,-11 3 4 0,0-2-1 15,4 2-2-15,-7 0 3 0,-7-3-2 16,1 3-4-16,-5 0 2 0,5 0 2 16,-4 0-3-16,-4 0 6 0,5 3-4 0,-5-3 3 15,-2 0-4-15,2 2 2 0,-2-2-1 16,2 3 1-16,-2-3-1 0,-5 3 1 0,1-3 2 15,1 1-2-15,-5-1 0 0,4 0 2 16,4 3-5-16,-11-3-10 0,3 3-47 16,1-2-50-16,-4-1-88 0,0 6-377 15,-3-3-75-15</inkml:trace>
  <inkml:trace contextRef="#ctx0" brushRef="#br0" timeOffset="-107818.02">25776 9735 425 0,'-6'0'70'0,"-5"2"-17"0,1-2-20 0,4 0 0 0,3 0-10 0,-4 3-2 0,0-3-4 0,4 0-6 0,-1 3 2 0,1-3 0 0,3 0 2 0,-6 0 6 16,6 0 5-16,-7 0-8 0,7 1 6 15,0-1-8-15,0 0 9 0,0 0-7 0,0 0-3 16,0 0 0-16,16-4 3 16,-2 4-4-16,2 0 0 0,8 0 0 0,3-3-2 0,3 3 5 15,3 0-6-15,7-2 0 0,-1 2 1 16,12-3-2-16,-4 3 0 0,2-2-2 16,2 2-5-16,-2-4 4 0,1 3-8 0,1-2 12 15,-5-1-3-15,1 1 5 0,-7 0-3 16,-4 1 10-16,1 2-3 0,-7-3-7 0,-3 1 8 15,-4 2-6-15,1-4 9 16,-8 4 3-16,4 0 1 0,-4-1-1 0,-2-2-4 16,2 3 0-16,-2 0 1 0,-4 0-7 15,0 0 0-15,0-3 3 0,0 3-5 0,0 0-3 16,0 0 3-16,-3 0-4 0,-1 0-5 16,-3 0-10-16,5 0-20 0,-2 0-19 0,1 0-24 15,-4 3-19-15,0-3-64 0,4 3-200 16,-7-3 134-16</inkml:trace>
  <inkml:trace contextRef="#ctx0" brushRef="#br0" timeOffset="-107211.03">25956 10155 968 0,'-10'-4'-9'0,"3"3"13"0,4-5 9 0,0 5-8 0,-4 1-1 15,4-6 3-15,3 3-3 0,0 1 2 0,3-4-3 16,7 5 0-16,0-2 2 0,7-1-1 0,-4-2-2 15,4 3 6-15,3 1-7 16,3-4 1-16,0 5 5 0,4-2-3 16,0-1-1-16,0 1 3 0,3-3-3 0,0 4-2 15,0 0 8-15,0-3-4 0,-8 2-4 0,5-1 6 16,0 1-5-16,0 3-10 0,-10-3-19 16,2 0-29-16,-2-1-65 0,3 0-174 0,-13 3 188 15</inkml:trace>
  <inkml:trace contextRef="#ctx0" brushRef="#br0" timeOffset="-106897.35">26186 9932 848 0,'-13'-7'4'16,"3"0"2"-16,0-2 6 0,3 1 1 15,1 4-4-15,-1-3 6 0,0 1-8 16,7-2 4-16,-7 1-3 0,4 0 1 15,0 2 5-15,0-1 6 0,3 2-3 0,0-3 4 16,-4 2 2-16,4 2-5 0,0-3 3 16,0 5-4-16,0-5-1 0,-3 5-2 0,3-2-1 15,0 3-4-15,0 0 0 0,3 11-4 16,-3 0 4-16,0 3 9 0,0 3-5 0,0 2-3 16,0 6-2-16,0 0 4 0,4 3-2 15,-4 0-3-15,3-2 5 0,-3 5 0 16,3 1-1-16,-3-2-2 0,0 5 4 0,0 0-11 15,0 2-16-15,0-1-29 16,0 2-33-16,-3-6-82 0,0 0-187 0,3-2 140 16</inkml:trace>
  <inkml:trace contextRef="#ctx0" brushRef="#br0" timeOffset="-86473.05">29816 10587 549 0,'14'-11'52'0,"-11"3"-20"0,7-5-4 0,-7 1-3 0,3-1-1 0,2-2-4 0,-8 0 4 0,0-3 0 16,3 4 1-16,-3-4 3 0,0 0 4 15,-3-2-1-15,-5 1 6 0,2-5 4 0,-7 6-8 16,-1-1 8-16,1-1-2 0,-4 2-9 15,4 4-4-15,-7-4-1 0,-4 6 1 16,5 2-2-16,-11 4-4 0,0 4 0 0,0 2 0 16,-14 8 7-16,1 2 0 0,-3 5 0 15,2 4 2-15,-2 4 1 0,-5 2-5 16,15 2-1-16,-8 4-1 16,4 1 1-16,4 3-2 0,6 1 0 0,3 3-1 0,0-2 4 15,8 1-7-15,2 2-4 0,7-5 1 16,-1 2-5-16,8-1 5 0,0-4-3 0,3 3 2 15,0 2 2-15,3-2-1 0,8 1-1 16,-8 2-2-16,7-5 3 0,-4 0-2 16,5 2 0-16,2 1 3 0,4-4-4 0,2 0 0 15,-2-1 1-15,6-1 1 0,-3-3-4 0,4 6 2 16,3-5 1-16,-8-3 0 0,11 0 0 16,-3-3-1-16,3 0 1 0,0-1 3 15,3-3 3-15,0 1 2 0,5-5 3 0,-5 2-4 16,0-1 4-16,4-5-3 0,-1-1 3 15,4 0-2-15,4-2 1 0,-4-6-4 16,7 3-1-16,-4-1 0 0,-7-3-3 0,11-3 2 16,3-2-2-16,-3 0 2 15,-4-6-2-15,4 2-1 0,-4-1 2 0,1-8 1 16,2 1 5-16,1-5 1 0,-7-3 1 0,3 0-1 16,-10-3 1-16,0-5-3 15,-3-2 3-15,-3-5 2 0,0 0-5 0,-10-2 0 16,-4-4-3-16,1-1-2 0,-11 0 0 15,-3-6-4-15,-11 0-3 0,5-4 0 0,-18-5-3 16,2 2 0-16,-22-21-3 0,1 6-2 16,-14 6-2-16,-3 4-9 0,6 12-8 0,-22 0-21 15,13 14-24-15,3 6-31 0,-7 5-27 16,1 3-27-16,6 11-18 0,0 2-60 0,3 1-381 16,-6 9-107-16</inkml:trace>
  <inkml:trace contextRef="#ctx0" brushRef="#br0" timeOffset="-63022.11">19986 12600 798 0,'0'0'-33'15,"0"0"1"-15,0 0 9 0,0 8 4 0,0-4 2 0,0 4 2 0,0-1 2 0,-3 0 6 0,3 6 0 0,0-1 1 0,0 1 3 16,0 2-3-16,3 0 3 0,-3-2 2 16,0 2 0-16,3 2 3 0,-3-2 0 0,0 3 1 15,4-1 3-15,-4-2-2 0,0 3 4 16,3-1-1-16,-3-5-1 0,3 4-4 0,-3-1 2 16,0-3-1-16,0 1 3 15,0-3-1-15,0-1 0 0,0 4-1 0,0-2 0 16,3-4-5-16,-3 0 8 0,0 1-5 15,0-1-1-15,0-3 4 0,0 5-10 0,0-4-6 16,5-1-33-16,-10-1-92 0,5 1-35 16,0-4 58-16</inkml:trace>
  <inkml:trace contextRef="#ctx0" brushRef="#br0" timeOffset="-62615.25">20279 12687 481 0,'0'0'-1'0,"0"10"8"0,0-5-4 0,4 2-2 16,-4-1 3-16,0 1 1 0,0 4-1 16,0-4-4-16,3 0 5 0,1 1 1 0,-1-1 0 15,0 1 3-15,0-1-1 0,1-1 2 16,-1 1 6-16,0-2-7 0,4 0 8 0,-3 0-1 15,2-2-3-15,-3-2 0 16,4 2 1-16,0-3-3 0,0 0-2 0,2-3-1 16,-2 2 5-16,4-5-3 0,-5-1 1 15,4 2 0-15,-4-2-4 0,2-1 1 0,-2-1 0 16,0 1-2-16,-2 0-6 0,-1-2-1 16,0 3 5-16,0-1 0 0,-3-1 2 0,5 2-4 15,-10 3 0-15,5-4 0 0,-3 2 1 16,0 5 0-16,-4-5-3 0,1 2 3 0,0 1-2 15,-2 3-4-15,2-2-1 0,-4-1 2 16,4 3-5-16,-2 0-2 0,-2 0-5 16,4 0-3-16,3 3-9 0,0-6 1 15,3 3-9-15,0 5-18 0,3-2-31 16,-3-3-88-16,9 0 58 0</inkml:trace>
  <inkml:trace contextRef="#ctx0" brushRef="#br0" timeOffset="-62283.34">20579 12655 484 0,'7'3'2'0,"0"-2"3"0,-4 2-1 16,1 5-1-16,-1-3 5 0,-3 3-2 0,3 0-1 15,0 1-2-15,-3 3 0 0,0-4 1 16,0 2 1-16,4 0-3 0,-1 0 5 16,1-1-5-16,-4-2 3 0,3 2-1 0,0-1 2 15,4-4-1-15,-4 0 1 0,4 2 2 16,-4-1 1-16,4-5-2 0,-4 3 1 15,4-3-3-15,-1-3-2 0,1 1-4 16,0-1 6-16,0-3 1 0,-1 2-10 0,1-3 8 16,-4 2-3-16,0-4 0 0,1 5 1 15,-1-3 1-15,1 2-1 0,-4-4 3 0,0 5-6 16,-4 0 4-16,4-2-3 0,-3 1-4 16,-4 3 3-16,4-3-2 0,-4 2 0 0,1 0 0 15,-1 2-6-15,0-2-4 0,0 3-4 16,4-3-20-16,-3 3-38 0,2-2-85 0,1-1 54 15</inkml:trace>
  <inkml:trace contextRef="#ctx0" brushRef="#br0" timeOffset="-59589.4">21020 12687 481 0,'-4'-3'20'0,"1"2"-8"0,-1 1 3 0,1-3-4 0,3 3 4 0,-6-3-4 0,-1 6 1 0,7-3-1 0,-7 3-2 0,3-2-3 16,1 2 2-16,0 1-2 0,0 2-2 16,0-3-1-16,3 5 1 15,0-7 3-15,0 5-2 0,0-1 0 0,0 0 2 16,0 0 4-16,3-1-6 0,0 2 5 0,-3-5-5 15,0 3 7-15,3 1-5 16,-3-3-1-16,0 4 6 0,0-5-1 0,0 2 2 0,0 0-4 16,0-2 0-16,0-1 4 0,3 4-2 15,-3-4 1-15,0 2 3 0,0-2 0 16,0 0-6-16,4 0 3 0,-4 0-4 0,0 0 0 16,7-6 4-16,-4 5-5 0,1 1 1 15,2-6-4-15,-3-1 1 0,1 5 6 0,-1-1-12 16,1-3 1-16,-1 2 8 0,-3 0-8 15,3-2-2-15,-3 1 4 0,4-1-4 16,-4 2 8-16,0 0-8 0,0 1 2 16,0-2 4-16,0 2-6 0,0-3 4 0,-4 5 0 15,4-2-4-15,0 3 6 0,0-4-8 0,0 1-4 16,0 0 3-16,0 3-4 16,-3-5-9-16,3 5 3 0,7-2-1 0,-7 2 0 0,3 0-3 15,3 0 3-15,1 0-1 16,0 2 2-16,0-2 2 0,2 0 3 0,1 3-4 15,-3-3 5-15,3 2 3 0,3-2 0 16,-6 0-2-16,3 3 1 0,-3-3 0 0,3 0 2 16,-3 3 1-16,-1-3-1 0,-3 0 6 15,4 0 0-15,-4 1 0 16,5-1-2-16,-5 3 4 0,0-3 1 0,3 4-4 16,-6 0 2-16,4-2 0 0,-4 3 1 0,3 1-6 15,-3-2 5-15,3-1 2 0,0 4-4 0,2-2 1 16,-2 1 2-16,0-2-1 15,0-1 4-15,0 2-1 0,1 0 2 0,-1-3-2 16,3 1-4-16,2 1 6 0,-5-1-2 16,7 0 3-16,-4-3-2 0,2 0-3 0,-2 0 3 15,4 0 0-15,-4-3 4 0,5-1-9 16,-5 1 2-16,4-5 0 0,-4 2-5 0,2 2 8 16,-2-3-4-16,1-1 1 0,-1 1 3 15,-3 0-2-15,1-1-3 0,0-1 4 16,-4 2-6-16,0 3 2 0,0-4 0 0,0 1 2 15,0 1-4-15,-4 2-1 0,4-1 3 16,-4 0-2-16,-2 1-1 0,3 0 1 0,0 1 2 16,-4 2 1-16,4-2-2 0,-1 0-1 15,0 3 2-15,4 0-7 0,0 0 1 16,0 0 3-16,8-2-1 0,-2 2 3 0,4 0-3 16,-4-3-5-16,5 3 0 0,-1 0 4 15,0 0 0-15,0 0-1 0,-3-2 2 16,2 2-3-16,-2 2 4 0,3 1-6 0,-3-1 6 15,-1 1 0-15,-2 4 0 0,-1 1-1 16,-3 2 4-16,0 0-1 0,0 2 3 0,0 1-1 16,3 2 4-16,-3-4-3 15,0 3 2-15,4-3 4 0,-1 0-3 0,1 2 0 16,2-3-2-16,4-1 7 0,0-2-6 0,3 2 1 16,-3-1-2-16,4-4 8 0,2-1-1 15,1-2-11-15,-1-1 1 0,1-1 9 16,1 1-4-16,-2-6-1 0,1 2-1 0,-4-4-1 15,4 2-2-15,-4-2-2 0,-4-3 2 16,2 1 4-16,-4 0-5 0,-1-1-4 16,0 3 5-16,-2-3-3 0,-4 1 1 0,0 0-2 15,-4-1 3-15,1 4 1 0,0 3-2 0,-3-1-5 16,-4 0-10-16,-4 1-25 0,1 3-85 16,-1 1-101-16,-2 0 78 0</inkml:trace>
  <inkml:trace contextRef="#ctx0" brushRef="#br0" timeOffset="-58695.42">22106 12665 603 0,'-6'0'-5'0,"-2"0"4"0,-1 1 6 0,-1 5-3 0,4-3 0 0,-5 5 0 0,1 0 2 0,1 1-1 0,1 0 3 0,-1 2 3 16,2 2-4-16,1-5 2 0,1 6 0 15,2-3 2-15,0 3 3 0,0-3-7 16,3 3 3-16,-4-4-1 0,4 0 3 0,-3-1 0 16,3-2-1-16,0 2 4 0,0-1-4 15,-3-1-2-15,3 0 6 0,0-4-2 0,-3 2 5 16,6-1 4-16,-3-1-4 15,3 0-1-15,-3-3 0 0,3 0-2 0,4 0-4 16,-4-3 1-16,0-1 1 0,5-4 1 16,-5 5-3-16,0-7 2 0,4 3-10 0,-4-1 7 15,3-2-6-15,-6 3-2 0,5-3 4 16,-2 2 1-16,0-2-2 0,-3 3 0 0,3-4 1 16,-3 4-5-16,0 0-2 0,0-1 4 15,0 4 4-15,0 1-3 0,0-2-6 16,0 0 1-16,0 0 3 0,0-1-3 0,0 2 0 15,0 1-8-15,0-2 4 0,4 3-6 16,-1-3 2-16,0-1 3 0,3 5-3 0,-1-5-1 16,1 4 1-16,4-3 1 0,-7 1 1 15,7 3 5-15,-6-2-5 0,2-1 6 0,1 1 1 16,-1 0-3-16,-3 1 2 0,5-1 3 16,-5 1-2-16,0-2 0 0,1 3 4 15,-1-2 2-15,0 0-4 0,-3 2 1 0,0 1-2 16,7-3 2-16,-7 0 0 0,0 1-1 15,3-1 2-15,-3 1 2 0,0-2-5 16,0 4 3-16,-3-1-2 0,3 1-2 0,0-6 2 16,-4 6 1-16,1-1-2 15,-3 1 8-15,6 0-6 0,-10 0 0 0,2 0 3 0,2 1-10 16,-4 2 3-16,4 0-10 16,-5-2-7-16,5 5-9 0,-1-3-34 0,1 2-68 15,-2-1-66-15,2 2 67 0</inkml:trace>
  <inkml:trace contextRef="#ctx0" brushRef="#br0" timeOffset="-58379.38">22347 12658 534 0,'0'0'5'0,"0"4"4"0,0-1 3 0,-5 2-2 0,5 0 0 0,-3 3 3 0,0-1 0 0,3-2-1 16,0 5-3-16,3-6-1 0,-3 3 5 15,0 2-4-15,8-1 2 0,-5-4 2 16,0 0-2-16,3 2 0 0,1-1-3 0,4 1 0 16,-2-5 1-16,1 2 2 0,4-3-4 15,-4 0 1-15,-1 0-1 16,2-3-1-16,2 2-1 0,-7-2 0 0,5-2-1 0,-5 0 0 15,1 0-2-15,2-1 2 0,-5 2-12 16,0-1-6-16,2-4-7 0,1 8-17 0,-4-5-34 16,-3 2-145-16,6 1 73 15</inkml:trace>
  <inkml:trace contextRef="#ctx0" brushRef="#br0" timeOffset="-58221.16">22717 12687 581 0,'0'0'5'0,"0"0"1"0,6 0 6 0,-3 0 1 0,-3 0-6 15,7 3 2-15,-4-3-1 0,0-3-3 16,5 3-11-16,-5-3-17 0,3 3-55 16,-3-4-106-16,1 4 63 0</inkml:trace>
  <inkml:trace contextRef="#ctx0" brushRef="#br0" timeOffset="-57988.21">22837 12684 519 0,'0'6'4'0,"-5"-5"-4"0,2 3 3 0,3 1-2 15,-3 0 0-15,3-1 0 0,0 2 0 16,3-5-1-16,-3 3 5 0,3-2-5 15,2 3 4-15,-2-5 0 0,0 3-1 0,4-3 1 16,-4 0-4-16,3 0-2 0,-3-3-2 16,1 1 4-16,0-1-7 0,-1 1-4 15,0-3 0-15,1-1-23 0,-4 2-35 0,0-4-72 16,0 2 48-16</inkml:trace>
  <inkml:trace contextRef="#ctx0" brushRef="#br0" timeOffset="-57321.41">19670 12850 356 0,'-14'2'6'0,"4"1"1"0,1 1 1 0,-5 2 4 0,4 1 0 0,4 1 1 15,-5-1 1-15,4-3 2 0,1 7-2 16,3-5 1-16,-4 2 3 0,7 1-3 0,-4-1 0 16,4-4 3-16,4 0-1 0,0 2 0 15,-1-1 0-15,3-2-1 0,1-3 0 16,3 0 2-16,3 0-2 0,-3-3-4 0,4 1 4 15,-1-1-5-15,1-3-4 0,-5-1 3 16,1 0 2-16,1 2-2 0,-2-5-2 0,-5 0 0 16,2-1 1-16,-3 3-5 0,-3 0 5 15,0-2-4-15,-3 0 1 0,0 2-3 16,-4 1 3-16,-2 0-1 0,-2 4-7 16,1-2-7-16,-4 5-7 0,1 2-9 0,1 1-17 15,-2 1-53-15,1 3-112 0,-4-1 70 16</inkml:trace>
  <inkml:trace contextRef="#ctx0" brushRef="#br0" timeOffset="-56211.48">19716 13058 578 0,'-6'0'1'0,"2"0"6"0,4 0 2 0,-9 0 4 0,9 0-1 0,-5 0-1 0,5 0 2 0,-6 1 0 0,6-1 1 16,0 0-6-16,0-4 8 0,0 4-3 0,6-3 1 15,5 1 1-15,-4-1 0 0,2 3 1 16,5 0-7-16,-1 0 0 0,4 0 5 16,-4 0-3-16,4 0 1 0,-1 0-1 0,5 3 1 15,-1-3 2-15,-1 2-9 0,2 1 6 16,2-3 1-16,3 4 2 0,1-4 1 15,3 6 0-15,0-6 5 0,3 1-11 0,-3-1 8 16,8 6-4-16,-5-6-4 0,3 0 3 16,1 0 4-16,3 0-12 0,0 0 4 15,0 0 0-15,3-6-6 0,1 5 5 16,-4 1-1-16,2-3-1 0,-1 0 3 0,-1 3 2 16,-4-1-6-16,8-2 3 0,-7 0 2 15,-1 3-1-15,1-2 3 0,-1-1-8 0,-3 3 1 16,5-6-4-16,-5 5 4 15,4 1 1-15,-4-3-7 0,3 0 0 0,-2 3 6 0,-1-4-6 16,0 4 4-16,0-3-1 16,2 1 3-16,-2-1-6 0,-3 3 6 0,3 0-7 0,-3 0 8 15,3 0-1-15,-3 0 2 0,4 0-1 16,-4 0-2-16,0 0 1 0,3 0-2 16,-3 0 2-16,0 0-8 0,3 3 4 0,-3-3-4 15,4 0 5-15,-4 2 2 0,3-2-2 16,-3 0-2-16,0 0 0 0,0 0 7 15,3-2-9-15,-3-1 2 0,0 3 1 16,3-6 1-16,1 6 5 0,-4-1-5 0,0-2 1 16,3 0 6-16,-6 3-11 0,3-1 7 15,0-2-7-15,0 0 3 0,0 3 5 0,-3-2-2 16,3-1 0-16,-3 3-1 0,3-6-5 16,-5 5 4-16,5-5 0 0,0 5 2 15,0-2-6-15,-3-2 5 0,3 2 0 0,-3-3 1 16,0 5-3-16,0-5-4 0,-1 5 7 15,-3-2-5-15,1-2 2 0,2 2 5 0,-5 3-6 16,1 0-3-16,2-6 6 0,-4 5-6 16,1-2 3-16,-2 0 3 0,5 3-5 15,-4-4-11-15,-4 1-12 0,4 3-7 0,-3 0-3 16,0-2-6-16,-1-1-5 0,1 3-10 16,-4 0-19-16,1-6-35 0,-1 5-148 0,-3 1 221 15</inkml:trace>
  <inkml:trace contextRef="#ctx0" brushRef="#br0" timeOffset="-54902.05">19319 11922 717 0,'-10'-10'13'0,"4"-1"5"0,0 1 2 0,-5 2 2 0,4-3-5 0,1 1 4 0,0-1-10 0,-2 5 5 0,5-5 3 15,0 3-2-15,3 2-3 0,6-2-11 16,-3 4 10-16,11-3-2 0,-4 6-8 0,7 1 3 16,2 0 4-16,5 8 2 0,3-1-1 15,0 4-5-15,3 4 5 0,3 3-3 16,-3 6 3-16,6 1-7 0,-6 1 3 0,4 5 2 16,-8-1 0-16,1 0-4 0,-3-3 1 15,-5 4 10-15,-2-6-1 0,-4 0 6 0,4-3 2 16,-7 0-2-16,1-4 9 0,-2-4 8 15,-2 2 2-15,2-4 3 0,-1 1 5 16,-2-4 6-16,-2 2 1 0,2-1 2 0,0-3-1 16,-6 1-7-16,4-3-6 0,-4-5-3 15,0 0-6-15,-7 0 0 0,1-5-4 0,-1-3-8 16,1 1-1-16,-2-3-3 0,2-2 0 16,-4-1-1-16,4 1-1 0,-2-1-3 0,2 2-2 15,0 2 0-15,2 0-3 0,-2 2 0 16,3 0-1-16,-5 2-3 0,5-1-5 15,3 6 4-15,-3 6-3 0,3 2 2 0,3 2 3 16,0 0-1-16,0 5 1 0,8-3-4 16,2 2 1-16,1 3 5 0,-1-5-1 0,4 1 4 15,-1-1 4-15,4-2 4 0,-3 0 4 16,3-3 6-16,-4 1 2 0,1-4 5 16,0-1-3-16,-1-3-2 0,1-3-1 0,0 2 0 15,0-7-7-15,-1-2-2 0,1-5-3 16,-4-2-17-16,-2-7-23 0,-2-2-34 0,-2-5-39 15,-1 1-31-15,2-5-21 0,-8 0-57 16,6-2-368-16,-3 2-75 0</inkml:trace>
  <inkml:trace contextRef="#ctx0" brushRef="#br0" timeOffset="-32762.36">27283 11226 530 0,'-3'4'13'0,"3"-4"5"0,-4 2 8 0,4-2 5 0,-3 0 2 0,3 2 4 0,0-2-2 0,0 3 14 16,0-3-8-16,0 0 1 0,0 0 2 16,-7 0-13-16,7 0 1 0,0 0 4 15,0 0-5-15,0 0-8 0,7-7 8 16,-4 2-11-16,1-2-1 0,-1-2 0 0,3 1-4 15,1 1 3-15,-4 0-5 0,8 0-6 0,-11-1 3 16,6 1-2-16,-3-1-2 0,4 2-2 16,-4-1 4-16,0 0 3 0,5 2-4 0,-8-1-5 15,3 2 0-15,0 1 2 0,0-1-5 16,4 1 1-16,-7 0 3 0,0 1-3 16,3-4 3-16,0 6-1 0,5-1-4 15,-8 1 0-15,0 5 4 0,0-1-3 0,0 2 6 16,3 1-5-16,-3 3 7 0,3 2-7 15,-3 1 4-15,3-1-2 0,4 3 4 16,-7 1-9-16,0-1 4 0,3 0 4 16,0-2-5-16,5 1 6 0,-8-2-6 0,0 1-1 15,3-2-2-15,0 1 7 0,-3-2 2 16,3 0-7-16,-3-1 4 0,4 0-6 0,-1-2 1 16,-3 2 0-16,3-3-1 0,-3-2 0 15,3 3 5-15,-3-1 2 0,0-1 6 16,0 1-13-16,0-5 3 0,0 5 5 0,0-1-8 15,0-2 4-15,-3 1 2 0,3 2-3 16,-3-2 1-16,-4 0 4 0,4 4-4 16,-3-2 4-16,6-1 2 0,-11 0-12 15,8 0 3-15,-7-1 6 0,4 2-4 0,-2-1 1 16,5-3 0-16,0 1-1 0,-4 2 8 0,4-2-5 16,-3-2 1-16,6 2 8 0,-8 0 4 15,5 0 12-15,0-1-1 16,3-2-2-16,0 0-1 0,0 0 0 0,14-11 0 0,-5 3-10 15,12 0-16-15,-5-5-28 0,17-2-28 16,-3 0-19-16,14-5-32 0,-4 2-117 0,3-4-125 16,-10 7 134-16</inkml:trace>
  <inkml:trace contextRef="#ctx0" brushRef="#br0" timeOffset="-15697.21">27956 14340 768 0,'-6'1'24'0,"2"-1"5"0,-3 6-8 0,1-6-6 0,-1 0-7 0,4 0 6 0,3 0-1 0,-3 2-1 0,-5 4-1 0,5-6 8 16,3 0-3-16,-6 0 6 0,-1 0 3 0,7 0 2 15,-3 0 1-15,0 3-6 0,3-3 12 0,0 0-8 16,0 1-9-16,0-1 0 0,0 0 9 16,0 0-8-16,0 0-4 0,0 0 2 15,0 0 0-15,3-10 0 0,0 8 4 16,4-5-9-16,-1 1-2 0,5-4 0 0,-8 2 1 16,7 0 0-16,-4-3-4 0,5 4 5 15,2-3-2-15,-7-4 1 0,5 6-8 0,-5-3 5 16,4 4-1-16,0-3 0 0,-7 2-2 15,1 1-2-15,6 0 1 0,-7 4 0 16,0-5 3-16,4 1-2 0,-4 7 4 16,1-6-3-16,-4 6-9 0,0 0 5 0,-4 13-2 15,1-5 6-15,-4 2 0 0,4 5 1 16,0 2-4-16,-7 1-3 0,6 1 0 0,1 5 10 16,-4-2-8-16,1 3 7 0,-1-6 1 15,1 4-5-15,2 2 4 0,-6-7 0 16,7 1-5-16,-7 2 5 0,3-4-1 0,7-5-2 15,-10 1 1-15,7 5 0 0,3-11 0 16,0 4 1-16,-7-3 0 0,4 0-2 16,3 2 1-16,-3-3-4 0,3-1 4 15,0 5 9-15,-8-10-6 0,5 5-4 0,0-5 1 16,0 5-4-16,-4 2 6 0,1-5-1 0,-8-3-2 16,4 1 1-16,-4-1 6 0,5 6-11 15,-4-6 2-15,-1 0-5 0,4 0 4 16,-4 0 2-16,8 1-2 0,-7-1 1 0,10 0 4 15,-11 0-1-15,7 6 3 16,1-6 8-16,3 0-8 0,3 0-3 0,0 0 1 16,16 0-2-16,-2 0 2 0,2-6-2 15,4 5-1-15,7 1 3 0,3 0-3 0,0 0-10 16,0-6-10-16,3 6-11 0,-3-1-20 16,7 1-18-16,-7 0-23 0,0 0-22 0,-14 0-76 15,11 0-224-15,-13 0 80 0</inkml:trace>
  <inkml:trace contextRef="#ctx0" brushRef="#br0" timeOffset="-14583.84">27093 14149 1059 0,'10'0'-25'0,"-7"-2"15"0,0 2 1 15,4 0 12-15,-3-6 4 0,-4 5 2 0,0 1 0 0,0 0 0 0,-14 1-5 0,4-1 12 16,4 6-3-16,-8-6 7 0,-2 0 4 15,-1 2 6-15,4-2-1 0,-11 6 1 16,4-6 4-16,-4 0 1 0,-5 0-4 0,-1 0-2 16,-4-6 2-16,1 4-6 0,-7-5 6 15,-3 0-6-15,2-2-1 0,-5 0-2 0,2-1-3 16,-8-5-3-16,-2-1 0 0,4 0 2 16,-6-2-7-16,2 0 2 0,1-7 0 15,-1 2-4-15,-3-2 1 0,8 0 4 0,2 0 0 16,-6-2 0-16,12-5 1 0,2 0-5 15,-7-4-2-15,2-6 3 0,1 3-2 0,13 3-1 16,-11 3-2-16,11-2 0 0,-3 3-2 16,7-1-3-16,2 8 0 0,4-6 1 15,0 6-1-15,0 6 0 0,3-6 2 16,1 8-2-16,5-4-4 0,2 9 7 0,-4-5-2 16,2 2 1-16,5 2-4 15,-4 2 1-15,-1 3-2 0,5 0 1 0,3-2-2 0,-4 3 4 16,1-1-5-16,3 5 1 15,-2-4 0-15,2 4-3 0,0 0 3 0,0 3 1 0,-1 6 0 16,1 1 2-16,0 1-3 16,3 2 4-16,-3 5 1 0,3 2 0 0,3 1-2 15,-3 1-2-15,3 5 3 0,-3-2 2 16,0 3-2-16,3-5-1 0,-3 5 2 0,7-3-2 16,-4 3-3-16,0-7 4 0,2 0-1 15,-2 4-1-15,0-11-2 0,-3 3 6 0,3-3-4 16,0 3 5-16,1-3-2 0,-1 3 1 15,0-10 0-15,-3 9-2 0,0-5 11 16,3-5 2-16,-3 1 0 0,0-4-1 16,0 0-3-16,0 0-5 0,0-12 0 15,-3 3 5-15,3-2-6 0,-3-3 0 0,0 3-3 16,3-7 2-16,-4 3-2 0,4-2 0 16,-3-1 1-16,0 3-2 0,3-2 2 0,0 2-1 15,-3 5-1-15,3-8 2 0,0 6 0 0,0-4-4 16,0 7 3-16,-3-4 3 0,3 6-6 15,0-1 1-15,-5-5-1 0,5 9 4 16,0-4-6-16,0 2-1 0,5-1 3 16,1 6-3-16,-3-2 3 0,4-2 0 15,7 5 2-15,2-3-1 0,-7 3-1 0,5 0 1 16,2 3 5-16,5-3-7 0,-12 0 2 16,5 0-2-16,-1 5 3 0,1-5-3 15,-4 0 2-15,3 0 1 0,-6 0-3 0,0 0 1 16,-1 0 3-16,4 0 1 0,-6 0-3 0,2 0 2 15,-2 0 1-15,2 0-2 0,-6 0 0 16,10 0-1-16,-7 0 3 0,1 3-3 16,-4 1 0-16,-4 6 1 0,-6 2 2 15,-6 12-1-15,-7 1-1 0,-7 8-15 16,0 6-24-16,-10 6-21 0,2 2-21 0,2 3-24 16,-1-6-34-16,1 5-123 0,3 1-122 0,9-10 104 15</inkml:trace>
  <inkml:trace contextRef="#ctx0" brushRef="#br0" timeOffset="-10753.28">30820 13125 1037 0,'-11'0'-21'0,"11"2"8"0,-3-2 4 0,3 0 5 0,-10 0-1 0,10 0-4 0,0 0 8 0,0 0-2 0,16-2 5 0,-5-1-4 15,2 3 3-15,1 0 6 0,2 0-3 16,1-6 6-16,-4 5 6 0,14-2 5 16,-7 0 4-16,10 2-9 0,-3-5-5 0,3 1 12 15,0-2-6-15,3-3 4 0,7 2-1 0,-7-5 3 16,7 1-5-16,-7-1 7 0,11 1 8 15,-1-5 1-15,7-1 0 0,4-4-2 16,5-3 3-16,1-3-1 0,3 0-6 0,-3-1-1 16,11-1 0-16,-11 0-3 0,3 1 5 15,4 0 6-15,-7-3 6 0,0-3 7 0,0 2-2 16,-11-2-3-16,5-2 0 0,-7-3 1 16,-1-2-4-16,-3-4-1 0,1-4-4 15,-1 3 0-15,-2-9-2 0,8-16-5 0,-5-3-2 16,-1 13 0-16,0-16-7 0,1 3 0 15,-11 11 1-15,10-18-3 0,-2 6-2 0,-8-6-3 16,0 14 2-16,10-10-3 0,-13 11 0 16,-3 6 0-16,0-1 0 0,-7 2-2 15,6-5-3-15,-6 1-1 0,1-4-1 16,-12 0-2-16,12-2 1 0,-15 1 0 0,7-6-2 16,-10-3-1-16,5 3 1 0,-5-3-2 15,-3-2-4-15,-3-1 4 0,3 2-2 0,-8 1 1 16,8 2 0-16,-3-2 1 15,3 3 1-15,-3 0-2 0,3 3 2 0,-7 1-2 16,4 4 4-16,3 5-3 0,0 4 0 0,-6-9 1 16,-5 9 0-16,8-8-3 0,-7 4 3 15,-3-1-1-15,-4 1 0 0,4 2-1 16,-4 0 3-16,4 10-2 0,-4 3 0 0,4-3 0 16,-4 4-1-16,4-1 1 0,-4 1 0 15,-7-4-4-15,5-1 5 0,-8-5 0 16,-3-1 1-16,-3 2 0 0,0-2-2 0,-8 1 2 15,-5-19-2-15,-8 6 1 16,5-1-2-16,-8 1 1 0,-3 5 0 0,0 2-2 0,-3-4 5 16,-8 7-2-16,1-4-2 0,-3 6 2 15,7-3-2-15,-8-1-2 0,1 3 1 16,-4 0 3-16,-3-5-1 0,6 1-2 16,-2-1 0-16,-1-2 3 0,1 0-1 15,-8-3-2-15,8 4 1 0,-8-3-1 0,4 0 2 16,4 5 2-16,-8-3-4 0,8-2 1 0,2 2-1 15,-2-1 3-15,3 4 0 0,-1 2 1 16,4-1-1-16,7 4 0 0,3 7 0 16,16 6 0-16,-9-1 0 0,3-3-2 15,7 0-1-15,-4 1 0 0,4-3 3 0,-17-15 2 16,13 5-3-16,-3-8-1 0,-3 0 3 16,10 10-6-16,5 2 6 0,2 1-2 15,-4-1 0-15,7 2-2 0,0 1 2 0,-5-1 1 16,5-1 0-16,7 2 1 0,-1 1-3 15,7 7 1-15,3-3-1 0,1 5 3 0,-1 0-4 16,4 2 1-16,0 6 2 16,-1 0 1-16,11 0-2 0,-10 2 2 0,5-2-1 0,2 3 2 15,-4-4 0-15,4 4-6 16,6 0 2-16,-11-1 1 0,8 4-3 0,0-4 3 16,-4 5-3-16,4 1 2 0,3-2-3 15,-3 3 5-15,3-2-3 0,-8-1-1 0,5 1 3 16,3-1-1-16,-3-2-3 0,0-5 4 15,-7 3-2-15,-1-2-2 0,-2-5 0 16,-7-2 2-16,4 3-2 0,-14-5 2 0,0 1 0 16,-7-6 0-16,0 8-2 0,-9-7-1 15,3 4 1-15,-11 2 4 0,4 1-1 16,-10-1-1-16,3 3-2 0,-3 2 1 0,1 5 1 16,-1-4 1-16,-11 4-2 0,8 4-4 0,-13 0-1 15,-5 3 2-15,2 3 4 0,-28-6 10 16,7 9 2-16,13 1-3 0,0 5 0 15,-3 1 2-15,0 2-5 0,0 0 1 0,1-1 1 16,-1 4-3-16,0 3-1 0,0-4 3 16,-4 6-2-16,11-3-2 0,2-1 0 15,5 5 1-15,-1-2-2 0,7-3 4 16,4 4-3-16,-7 0-1 0,2-3 0 16,1-1 1-16,4-1-1 0,-7 0 2 0,2-4-1 15,-8 1 0-15,-8-2-1 0,3-1 0 16,-3 1 1-16,5-3 0 0,-5 1-2 0,3-3 2 15,1 0-3-15,3 2 1 0,-3-3 2 16,2 4-2-16,-1-4-3 0,-2 4-1 0,0-4 4 16,5 3-1-16,-5-2-1 15,8 2 2-15,2-3 4 0,11 3-5 0,3 2 0 0,0-1 0 16,7-1 1-16,-4-3-1 0,4 3 2 16,2-2-4-16,2-1 3 0,5 1-1 15,-2-1 1-15,10 3 0 0,6-2 0 16,0 5 1-16,-1-5 1 0,5 0-5 0,5 5 4 15,1-3-2-15,4 1-2 0,3-3 3 16,-4 3-1-16,7-1-2 0,-4-2 3 16,8-1 0-16,-1 0 0 0,-3-1-1 0,6-1 1 15,1-3 0-15,0 0 1 0,0 1-4 16,3-6 4-16,3 1-1 0,0-5-2 0,0 1-2 16,5-1 5-16,-2 2-4 0,4-1-1 15,-4 5 2-15,8-2 2 0,-1 0-3 0,1 3 0 16,2 0 3-16,8 0-2 15,3 3-2-15,6-3 3 0,7 3-3 0,4-3 4 16,-2 5-1-16,6 2 3 0,-2 0-3 16,-7 4 1-16,2 2-2 0,-1-1 3 0,3 2 2 15,-2 2-3-15,-2-1 2 0,1 0-5 16,1 2 5-16,-2 1-2 0,1 1 2 0,0 2-2 16,-7-1-1-16,1 2 6 15,-1-3-3-15,1 5-3 0,-4-2 3 0,0 0-2 16,-3 2-2-16,-2-2 2 0,-1 3 2 0,0-3-2 15,-4 3-1-15,-4 0 4 0,1-2-3 16,-1 2 4-16,-2-3-2 0,-1 3 0 0,1 0 3 16,-4 0-4-16,6 0 1 0,-13-2-1 15,8 2 0-15,-2 0 2 0,-2 0-3 16,0 0-1-16,-4-4 9 0,4 4-5 16,-1 0-3-16,-2 4 2 0,2-4-3 0,-2 0 3 15,-4 0-1-15,7-4 1 16,-4 4-1-16,-3 0 1 0,6 0-1 0,-6 0 1 15,4 0 1-15,-4 0-2 0,0 0 1 16,6 0 1-16,-6 0-2 0,4-1-36 0,3 1-43 16,-7 0-36-16,0 0-41 0,0 0-166 15,0 7-93-15,-7-2 73 0</inkml:trace>
  <inkml:trace contextRef="#ctx0" brushRef="#br0" timeOffset="2009.23">25400 13277 1036 0,'0'-5'-61'0,"-7"-2"20"0,0 0 1 0,4-1 11 0,-1-1 16 0,-2 2 9 0,3 0 2 0,-1 2 19 0,1-2-3 16,-1 1-4-16,1 2 5 0,0-1 5 15,-1 2-4-15,1-4 3 0,0 4-3 0,0-1-5 16,3 1-1-16,0 3 4 16,0-3-7-16,0 3 1 0,0 0 3 15,6 6 1-15,1-5-2 0,-1 2-10 0,5 1 5 16,2 2 0-16,-3-1 1 0,3-2-5 0,-3 1 4 15,7 2 0-15,-1-5-5 0,-2 5 2 16,5-3 3-16,-5-1 3 0,2 1-3 16,5 0-3-16,-12 1-1 0,12-1 2 0,-8-3-4 15,1 1-3-15,2 5 9 0,-2-6 5 16,2 0-10-16,-12 3 5 0,9-1-2 0,-7-2-6 16,5 3 8-16,-5-3-2 15,1 3-4-15,-1-3 2 0,1 0 1 0,-7 1-2 16,3 2-1-16,1 7 7 0,-8-5-5 15,1 8 6-15,-13 5-4 0,2-1 1 16,-2 8 5-16,-8 5-3 0,4-5-5 0,-6 11-10 16,-1 3-20-16,0-4-25 0,-3 5-29 0,-3-5-95 15,3 5-100-15,0-5 203 0</inkml:trace>
  <inkml:trace contextRef="#ctx0" brushRef="#br0" timeOffset="45306.91">28739 2825 770 0,'0'-8'-9'0,"-3"1"7"0,3-1 10 0,-3 2 0 0,3 2 3 0,0 0-3 0,0-2-1 0,-7 3 3 0,7 3-6 15,0 0 2-15,-6 9 12 0,6-5 2 16,0 6 9-16,0 1 7 0,0-3 8 15,0 3 0-15,0-1 5 0,0 0 1 16,0-2 4-16,0 2 9 0,0-3 4 16,3 1 1-16,-3-1 7 0,3-3 3 0,4 2 21 15,10-1 12-15,12-5-3 0,21-3-7 16,34-5-12-16,52-9-8 0,14-5-8 16,34-6-32-16,19-5-60 0,27-3-59 0,53-11-39 15,-3-6-47-15,-13-3-110 0,-54 15-259 16,-23 3-37-16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20:29:14.9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3513 7961 1464 0,'-3'-6'-93'0,"3"-2"12"0,0 1 11 0,-4-3 8 0,1 2 12 0,0 1 7 0,3-1 10 0,-8-2 5 15,5 6 5-15,-6-7 2 0,-1 4-1 16,-4 0 3-16,1-1 1 0,-11 1-1 16,1 1 5-16,0 2-2 0,-4 1 1 0,1-1-1 15,-1 4-2-15,3 7 5 0,-2-6 0 16,3 8 2-16,-4-1-1 0,7 6 1 0,-1 1-1 16,2 2 0-16,2 1 3 15,4 1 2-15,-1 2 1 0,4 0-5 0,4 4-5 0,3 0 7 16,-5 4-6-16,13-1 6 15,-2 4 0-15,0 0 1 0,7 1 3 0,-1 2-3 16,2-3 0-16,-1 4 4 0,4-7-3 16,-5 4-2-16,1-3 5 0,0 0-1 0,4-1 1 15,-2-1 1-15,2 0-5 16,-4-2 8-16,4-1-7 0,-4 0 9 0,3-1 3 0,-3-2-1 16,3-1-3-16,0-2 2 0,-2-1 2 15,2-1-1-15,-3 1-1 0,3-1-5 16,0-2 1-16,1 0 1 0,-1-2-2 0,1-1 3 15,-5 1 2-15,4-1-2 0,1-2-1 16,-4-2 1-16,4 2-1 0,-5-3 1 16,4 1 1-16,1-3-2 0,-1 0 6 15,1-1-2-15,-1-1-4 0,4 1 2 0,-4-4 1 16,1 4 0-16,2-4-1 0,-2 0 1 16,2-4-1-16,-2 3 7 0,2-5-3 0,-2 2-2 15,-1-4 6-15,3 1 4 0,1-6-1 16,0 2 2-16,-4 0 6 0,0-4-3 0,1 0-2 15,-1-1 9-15,-2-2-1 0,1 2-1 16,-2-4 5-16,-2-2-4 0,-2-2-5 16,0-1 0-16,4-7 12 0,-7 5-17 0,-3-8-1 15,5 0 1-15,-5-5-6 0,-5 2 3 16,2-2-1-16,0 0-2 0,-4-5 0 16,1 5-1-16,-5 3 5 0,5-1-5 15,-7 2-2-15,2 5 0 0,-2-2 9 0,1 4-8 16,-2-3 1-16,1 6 2 0,-4 1-1 0,0 0 0 15,4 1 5-15,-4 7-5 0,0 1 15 16,4-2-17-16,-4 2-5 0,1 2 3 16,-4-1-4-16,3 3-2 0,1-1 12 0,-2 3-9 15,-1-1-1-15,2 2 2 0,1 2 0 16,-1-3-2-16,1 3-4 0,-2 1 6 0,6 4-4 16,-6-1 2-16,-2 0-2 15,4 3 3-15,-1 3-6 0,-3-3 1 0,3 3 2 16,1 1 0-16,-1 4 5 0,-3-1-6 15,0 3 6-15,3 2 1 0,1 4-6 0,-1-1-2 16,-3 7 6-16,4 3 1 0,3 0-5 16,2 3 7-16,1-1-5 0,1 1 3 0,4-1-3 15,-1 1-4-15,6-2 5 0,-3 6 0 16,9 1-4-16,-3 1 2 0,8-1 0 16,-4 0 5-16,2 1 3 0,5-1-5 0,-4-1-1 15,7-2-2-15,-4 0-2 0,0 0 6 16,4-1-3-16,3-1 0 0,0 0 5 0,0-2-3 15,-4 3-2-15,8-8 7 0,-4 4-7 16,0-1 4-16,3-2-4 0,-3-1 0 16,4-2 7-16,3-1-2 0,-8-4-2 0,1-1 3 15,1-1-4-15,-2 1-1 0,1-2 0 16,0-3-2-16,0 1 8 0,-3-1-3 16,-1-7-1-16,1 2 0 0,0-3 5 0,3-3-6 15,-4-1 0-15,8-4 0 0,-4-2-2 16,0-2 0-16,0-4 0 0,0-2-1 15,-1-1 5-15,2-3-4 0,-1-1 10 0,-4-4-9 16,1-3 5-16,-1-3-1 0,-5 1 5 16,2-3 0-16,-7-2 10 0,-2-1-2 15,0-2-1-15,-4 0-5 0,0 0 13 0,-4 2-4 16,-3 1 6-16,1-1 4 0,-1 6-5 16,-2-3-3-16,-5 2-2 0,-2-3-6 15,-2 5 4-15,1 1-8 0,-5-1 3 0,-2 5-5 16,1 1 3-16,-1 0-2 0,-2 1-4 15,-1 5 3-15,-3-1-7 0,0 1 1 0,0 5 11 16,0-1-12-16,-3 5-3 0,3 3 0 16,-3 2 0-16,-5 5 0 0,5 5-2 15,-3 2 3-15,-1 6 0 0,-3 7-1 16,4 10 1-16,2 4-2 0,0 12 4 0,8 8 4 16,3 3-5-16,3 7-33 0,10 1-18 0,7 2-25 15,6 1-21-15,4-1-91 0,5-2-225 16,12-5 79-16</inkml:trace>
  <inkml:trace contextRef="#ctx0" brushRef="#br0" timeOffset="585.77">3620 8876 1050 0,'-7'4'-55'0,"3"-2"10"0,1 1 10 0,3-1 9 0,0-2 3 0,-6 3 5 0,2-3 4 0,4 0 1 0,0 0 0 16,0 0 4-16,10-8-2 0,0 1 5 16,7-6 3-16,6-2-5 0,4-6 3 15,3 2 4-15,0-1-4 0,7-5 2 0,-7 6-2 16,0-2 2-16,-3 4-1 0,-2-1 1 15,-4 6 0-15,-4 2 2 0,-1 0 4 0,-6 6 0 16,-3 4 1-16,-4 9 0 0,-9 6-2 16,-11 7 4-16,-13 7-5 0,-3 7 4 0,-15 3 3 15,-4 3-2-15,-2-3 4 16,-3-2 7-16,1 1-3 0,6-5 2 0,3-5-3 16,11-3 3-16,2-6 1 0,4-5-2 15,10 3 3-15,1-9-3 0,8 1-3 0,8-7-3 16,3-2 8-16,26-15-12 0,4-7 7 15,24-13-2-15,25-23-5 0,15-9 0 0,10-5-1 16,5-2 0-16,5 2-2 16,-1 5-3-16,-3 6 2 0,-17 7 2 0,-19 15-3 15,-21 10-7-15,-16 14 1 0,-11 9-9 16,-19 12-28-16,-17 6-51 0,-13 13-233 0,-21 16 147 16,-32 18 62-16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3225.09839" units="1/cm"/>
          <inkml:channelProperty channel="Y" name="resolution" value="4300.131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3T20:36:19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10383 1139 502 0,'-7'-12'55'0,"1"2"-20"0,3 0-4 0,-2 5-4 0,2-1-9 0,3 2-8 0,-3 0 0 0,3 1-10 0,-3 0-5 0,3 3 1 0,-4 0 2 0,4 0-1 0,4 13-1 0,-1 2 4 0,8 7 1 0,1 9-2 0,1 11 4 0,11 13-3 0,3-1 7 16,0 9-3-16,12 17 4 0,5-5-1 15,-7-11 0-15,-7-5-1 0,6-4 1 0,-6-1 0 16,0-4 0-16,0-1 1 0,-3-10-2 16,-3-2 1-16,-8-6 9 0,1-5 3 0,-4-1 0 15,1-4 7-15,-1-3 2 16,-4-1 18-16,2-2 11 0,-5-2 17 0,1-1 12 0,2-2 7 15,-5 1 8-15,3-7-8 16,-4-1-11-16,-6-3-7 0,3 0-8 0,-11-15-6 16,2-1-9-16,-4 2-5 0,-1-4-2 15,-2 0-5-15,2 4-3 0,-2-4-6 0,2 3-4 16,1 5-3-16,2-2-5 0,2 5-4 16,-1-1-5-16,4-1-3 0,-2 8 2 0,2 1-2 15,-1 5 4-15,7 2-4 0,-3 6-1 16,6-3 2-16,0 5 1 0,4 0-3 15,-4 0 3-15,8 2-4 0,-5-2 1 0,1-1-1 16,-1 0 0-16,2-4 2 0,-2 2 0 16,-3-5 2-16,4 4 0 0,-4-4 0 0,3-1 3 15,2-5 2-15,2-1 0 0,-1-4-2 16,5-6-5-16,-1-2 0 0,7-9-3 0,0-7-7 16,-6-1-37-16,6-10-37 0,-4-2-26 15,4-1-14-15,-3-4-24 0,-4 0-89 0,7 0-295 16,-3 6-30-16</inkml:trace>
  <inkml:trace contextRef="#ctx0" brushRef="#br0" timeOffset="11369.6">19139 2857 364 0,'-3'13'2'0,"3"-4"2"15,0 4-1-15,-3-5 4 0,-1 2 5 0,4-3 11 0,0 1-6 0,-3-4 10 0,3 2 6 0,-3-2 4 0,3-1-3 0,0-3-1 0,0 0-2 0,0 0 5 0,3-21-8 0,-3 13 6 0,0-5 8 0,-3-2 1 0,3 0-5 16,-3-9-1-16,-1 3 8 0,4-2-5 16,-3-2-2-16,-1-2-3 0,1-2 2 0,0 3-8 15,-1-5-6-15,1 5-3 0,3-5-1 16,-3 6 1-16,0 0-5 0,3 0 1 15,0-3-5-15,0 6 3 0,3 0-5 0,-3 0-2 16,3-2 1-16,0 5-2 0,1-1 3 16,2 2 0-16,-2-1 1 0,6 1-8 15,0 0 1-15,0 1 1 0,3-1-1 0,0 3-4 16,4 1 2-16,0 1-17 0,-4 1-13 16,3-1-16-16,1 2-8 0,-7 4-18 0,4 0-26 15,-4-1-115-15,-1 5-58 0,5 2 210 16</inkml:trace>
  <inkml:trace contextRef="#ctx0" brushRef="#br0" timeOffset="11737.89">19083 2520 706 0,'-7'7'-35'15,"0"-2"12"-15,1 1 5 0,3-2-1 0,-1-1 7 16,1-2 3-16,3 3 6 0,0-4-1 15,0 0-1-15,10-8 4 0,0 4-2 0,3-5 1 16,7 0 2-16,0-1-2 0,7-4 4 16,-4 6-4-16,4-3-2 0,-1 1 1 0,-2 3-5 15,-4-1-8-15,-4 6-4 0,-2-2 3 16,-1 10 5-16,-10-1-2 0,-3 5-2 16,-3 2 6-16,-7 9-2 0,-7 0 2 15,-2 3 4-15,-8 2-1 0,3-1-1 0,-6 4 0 16,4-4 6-16,-1-4-1 0,4 0 4 15,6-3 1-15,-3-3 5 0,4-1 3 16,2-1 4-16,1-1 2 0,3-1 2 0,3-4 3 16,0 0-6-16,7 0 4 0,3-1-10 15,8-4 4-15,-1 1-3 0,3-3 2 0,4-3-6 16,3 1 2-16,3 0-4 0,0-3 2 16,7-2-6-16,-3-2-17 0,10 0-31 15,-4-4-111-15,3 1 36 0,2-1 42 0</inkml:trace>
  <inkml:trace contextRef="#ctx0" brushRef="#br0" timeOffset="12258.22">19996 2063 342 0,'6'-6'18'0,"-1"-1"0"0,-2 2-2 0,0 2-2 0,0-1 3 0,0 1-5 0,-3 3 2 0,0 0 3 0,-3 10 1 0,-3 0 1 0,-2 5 3 0,-1 3 0 0,-4 4-1 0,-4 3 2 0,-3 4-1 0,-3 7-2 0,-4-1-2 0,0 0-3 0,0-1 3 0,4 0-3 0,3-9-7 0,0 0 0 0,1-3 6 0,5-3-8 0,1-2 3 0,-1 0 2 0,4-3-3 0,1 1 4 0,-2-5 8 0,4 1-1 0,1-3 1 0,0 3-2 0,1-4-1 0,-1 0 2 0,-1 1-5 0,7-2-1 0,0-2 6 0,4 2-3 0,2-1-3 0,2-3 0 0,1 3 0 0,4 1-4 0,4-5 3 0,-1 5-4 0,5-1 0 0,2-1-2 0,1 2 1 0,2-2 2 15,-3 2-4-15,4-1-3 0,0-1 3 0,-4 2-4 0,4 1 1 0,-4-3 0 0,0 4-31 0,-2 1-9 0,-2-5-23 0,-5 0-78 0,5 2-133 0,-5-1 208 0</inkml:trace>
  <inkml:trace contextRef="#ctx0" brushRef="#br0" timeOffset="13202.09">20363 2092 735 0,'0'-7'-18'0,"3"-1"5"0,-3 2 7 0,3-1 3 15,-3 3 3-15,4-1 3 0,-4 0 2 16,0 0 2-16,0-1-4 0,0 2 1 16,0 1 3-16,0-2 0 0,4-1 2 0,-4 5-2 15,0-2 3-15,0-1-6 0,0-2-4 16,0 4 2-16,0-1 5 0,0 1-4 15,0-2 3-15,0 4 1 0,0-4-6 0,0 1 1 16,0 3-1-16,0 0 3 0,0-1-6 16,0 1 2-16,0 0-3 0,-8 0 4 15,8 0-2-15,0 4-4 0,-3 0 7 0,3 0-2 16,-3 1 0-16,3-3-3 0,-4 1 2 16,4 0-2-16,-3 1 1 0,3-1 3 15,-3-2-2-15,3 3 2 0,0-2-2 16,-3 1 3-16,3-3 2 0,0 2-2 0,0-2 8 15,0 0 3-15,0 0 2 0,0 0 3 16,0 6 9-16,0-6 9 0,0 0-7 0,0 0-2 16,9-11-6-16,-2 4-1 0,4 0-2 15,1-1-3-15,1-1-7 0,4 1 5 16,-4 0-3-16,1-1 5 0,-1 5-14 0,1-3 12 16,-4 2-11-16,-1 0 3 0,-1 1-1 15,2 4 5-15,-7 6-7 0,0 2 2 0,-3 2 3 16,-3 5-1-16,-7 2 0 0,4 2 5 15,-5 2-9-15,-2 0 0 0,2-4 10 16,2-1-9-16,-1 2 0 0,-1-2-5 16,2-1 8-16,2-5-6 0,1 2 5 0,-2-2-8 15,5-2 6-15,0 2-5 0,-4-3 4 16,4 1-3-16,0-1-3 0,0-3 7 0,3 2 5 16,0-1-8-16,0 1 7 0,3-2 3 15,3-1-7-15,-2-2 1 0,5 3 5 0,2-2-7 16,-5 0 3-16,4 1 0 0,1-3-1 15,-2 3-4-15,4 0 6 0,-2-2-3 16,-1 2 2-16,-4 0-6 0,5-3-2 16,-5 1 5-16,1 3-3 0,2 0 3 0,-1 2 5 15,-2-2 0-15,-2 2-4 0,2 1 11 16,0 1-11-16,-2-1 5 0,0 3-2 16,-4-2 3-16,0 3 0 0,0 0 0 0,-4-1 1 15,0 2-1-15,-2-2 0 0,-4 3 4 16,1-2 2-16,-2-3-3 0,-5 3 1 0,-1-1-3 15,1-2 2-15,-5-1 0 0,1 0-7 16,1 0 0-16,-5-1-2 0,4-1-19 16,4-2-14-16,-5 0-11 0,1-2-12 0,0-2-18 15,3 1-29-15,1-6-118 0,-1 3-96 16,7 1 169-16</inkml:trace>
  <inkml:trace contextRef="#ctx0" brushRef="#br0" timeOffset="13641.91">20616 2075 846 0,'14'-20'-20'0,"-5"3"9"0,-2 4 8 0,0 1 8 0,-4 1 17 0,1 4 8 0,-1 0 7 0,0-1 2 0,0-1 4 0,1 5 12 0,-1 0 0 0,-3-2 3 0,3 4 3 0,-3-3-2 0,4 1-2 0,-4 0 0 0,3 1-6 0,-3 2-6 0,0-2-3 0,0 3-5 0,0 0-6 0,4-5-4 0,-4 5-5 0,0 0 0 0,0 0-4 16,3 9 2-16,-3 4-6 0,3 2 2 0,0 6-3 0,-3 4 2 0,4 0-2 0,-1 0-1 0,0 4 1 0,4 0-4 0,-3 5 3 0,-1-4-5 0,3-1 9 0,-2-1-9 0,-1 0 0 0,0-3 1 0,-3 0 0 0,4 0 2 0,-4-6-5 0,4 5 2 0,-1-8 1 16,-3 0 1-16,0-1-3 0,3-4 0 15,-3 6 4-15,3-9-5 0,-3 3 2 0,0-1-1 16,0 0-4-16,0-2 5 0,0 2 1 16,3-5 0-16,-3 2-2 0,4-1 0 15,-4-2 0-15,0 0-1 0,3 2-27 0,-3-4-29 16,0 1-22-16,0-3-26 0,0 0-16 15,0 0-56-15,0 0-330 0,-7-7-5 16</inkml:trace>
  <inkml:trace contextRef="#ctx0" brushRef="#br0" timeOffset="36767.16">15932 1420 446 0,'18'-7'43'0,"-6"-4"-31"0,-1 5 6 0,-1-1 2 0,0 3 1 0,0-1-2 0,-3 0 5 0,-4 0-4 0,3-1-4 0,-6 5 2 16,0-5-5-16,-6 4 0 0,-4-1-4 0,-7-3 0 0,-7 5-1 0,-2-2-4 0,-8-1-1 0,-2 1 0 0,-1 0 1 0,-10-2 1 0,4 3-3 0,-3 2 0 0,-4-4-3 0,0 3 1 0,-3 1 5 15,-1-3-2-15,1 3-2 0,-1-3 0 16,2 2-2-16,1 1 3 0,1-3 1 0,4 0-5 16,-2 3 0-16,9 0 4 0,5 0-3 15,1 0-2-15,3 0 1 0,7 0 2 16,-1-2 1-16,1 2 0 0,3 0-8 15,0 2 8-15,4 1-2 0,-8 1 1 0,4 3 0 16,-3 7-1-16,3 1-1 0,-1 6 3 16,-1 8-1-16,-5 6 0 0,0 5 2 0,-3-1-4 15,3 11-2-15,1 0 0 0,-1 3 5 16,0 1-3-16,4 2 3 0,0 5-4 16,3-3 5-16,0 3-1 0,3 2 8 0,1-3-10 15,-1-1 6-15,0 2-3 0,4-1-2 16,-4 0 0-16,1-1 6 0,3-6 5 0,-1 0-6 15,4-3-3-15,-1 0 2 0,-2-3 1 16,7 0 0-16,-5-1-1 0,5 0-1 16,3-4 2-16,-7 2 1 0,7-5-2 0,0 3 2 15,-2-9 0-15,2 6 4 0,0-3-4 16,3 3-1-16,-3-3 2 0,3 0 6 16,-4 2-10-16,4-1 4 0,-3 1-1 0,3-4-2 15,0 1-2-15,-3 1 5 0,3-7 2 0,0 2 0 16,3-3-3-16,-3 1 8 0,0-1 1 15,0-2 3-15,0-1-1 0,0 0 1 16,0 0-7-16,0 0-1 0,0-1 3 16,0 1-1-16,0-3 0 0,0-1-1 0,0-2 0 15,0 1 4-15,3-1 4 0,-3 2-8 16,0-3-2-16,0 0 1 0,4-1-1 16,-4-2 0-16,0 0-4 0,3-2 17 0,-3-1-15 15,0 1-7-15,0-5 8 0,0 3 4 16,3-1-1-16,-3-2 0 0,3-1-7 15,2 1 3-15,-2-2 0 0,0 2 1 0,7 3-8 16,-4-5 2-16,5 2 4 0,2 1 0 16,4-5 1-16,-1 7-2 0,4-4-3 0,0-2 8 15,3 1-3-15,7 2-5 0,-3-2 0 16,3-1 7-16,3 0-2 0,4 0-1 0,-4-2-3 16,5 1 5-16,4 2 3 0,1-4 1 15,1 3-8-15,2-4-4 0,2 3 8 0,-2-1-9 16,4-2 8-16,1 2-2 0,-5 0-4 15,4-1 4-15,-1 1-3 0,5-1 3 16,-4 1-3-16,3-3 1 0,1 1-2 16,-1 3 3-16,1-1-4 0,-2-3 10 0,-1 1-6 15,-1-1 2-15,-4 0-3 0,5-1 1 16,-5 1 5-16,4-3-4 0,-4-1-1 0,5 0 3 16,-1 2-3-16,-4-1 4 0,-2-2-2 15,-1 2 4-15,-6-1-3 0,-1 0-5 16,-6 3-1-16,3-2 3 0,-6 1-1 0,3-3 5 15,-9 5-8-15,2-3 5 0,-4 0-6 16,2 3 2-16,-1-1 1 0,0 1-2 16,-3 0-1-16,-1-3 6 0,1 3 0 0,-1 0-4 15,1 3 0-15,0-3 0 0,-1 0 2 0,2 0-3 16,-2 0-2-16,4 0 6 0,-4 1-7 16,4-1 5-16,4 3 2 0,-5-3 0 15,2 3 3-15,6 0-1 0,-1-1 2 16,-2 0-1-16,-1-2 6 0,0 3-2 0,7-2 4 15,0 3-7-15,-3-1 1 0,6-3-3 16,0 1 2-16,1 2 1 0,-1-3 2 0,0 0-4 16,-3 3 4-16,0-3-3 0,0 2 1 15,-3 1 7-15,3-3 1 0,0 0-5 0,-3 0 5 16,3 0 1-16,-3 2-3 0,-5-4 2 16,5 2-7-16,-3 0 1 0,3 2 4 0,-7-2-5 15,2 0 3-15,2 0 1 0,-4 0 3 16,0-2 2-16,0 4-4 0,4-4-2 15,-5 4 1-15,1-4 0 0,1 2-3 16,-2 0 0-16,5 0-3 0,-1 0 3 0,-2-3-5 16,1 6 3-16,-2-3-4 0,1-3 4 15,-2 3-1-15,-2 0 0 0,-1 3-2 16,2-3 3-16,-2 0 0 0,-2 2-6 0,-2 1 0 16,2-2 3-16,-1 3 1 0,4 0-4 15,-7-1 3-15,4 2-1 0,-1-2-3 0,-3 2 2 16,3 0-2-16,-3-2 2 15,3 1 0-15,-2-1 0 0,-2 2-2 0,1 0 0 16,1 0 3-16,-2-1-2 0,1 2-4 0,4 1 3 16,-4 1 3-16,-4-1-1 0,8 1-3 15,-8-2-1-15,4 5 2 0,1 2 2 0,-5-4-6 16,4 4 4-16,1-2 2 0,-5-3-4 16,1 6 6-16,2-4-5 0,-1 0 0 15,-2-1 0-15,1 4 0 0,-1-5 1 0,0 3 1 16,2-2-2-16,-5 0-1 0,4 2 3 15,-1 2-1-15,4-5 16 0,-3 6 1 16,6 3 1-16,1-2-2 0,-4 0-1 0,3-1-2 16,4 3 0-16,-4 0-2 0,4-1-4 15,-1 2 1-15,1 0 0 0,-1-4-2 0,-2 3 0 16,2 0 0-16,-2-5-1 0,-1 3-2 16,1-2-2-16,-5-3 4 0,1-1 1 0,-2-2 10 15,1 2 3-15,-2 0-1 0,-1-3 2 16,-3-1 3-16,5 2 3 0,-2 0 5 15,-3-1-5-15,4-1-2 0,-4 0 1 16,0 0 4-16,2-2 0 0,-2 1-3 0,0 0 4 16,0 2-1-16,-3-3-3 0,4-1-3 15,-1 1-2-15,-3 0-2 0,0 1-1 0,3-4-2 16,0 3-1-16,-3-2-1 0,0-1-5 16,0 0 0-16,8 4-4 0,-8-2 2 15,3-2 3-15,-3 0-4 0,6 0-3 0,-6 3 0 16,4-3 1-16,-4 0 0 0,6 0 0 15,-6 0 3-15,10 0-5 0,0 0-1 16,3-3 0-16,1 1-2 0,6-2 4 0,0 0-3 16,7 0-1-16,-1-2 3 0,4 1-3 15,1-2 0-15,5-3 0 0,4 2-2 16,4-2 3-16,-5 0 0 0,7-1 3 0,-2 0-6 16,-4 1 3-16,0-1-1 0,-3 4-1 15,-7 2-3-15,4-2 3 0,-9 1-1 0,5 2 3 16,-3-1-2-16,0 0 1 0,0 0-1 15,0 2-3-15,-4-4 1 0,0 4 0 0,0 1 0 16,1-1 1-16,-1 1-1 0,-3-2 2 16,3 3-1-16,-2 1 1 0,-2 0-1 0,-2-3-1 15,4 3 1-15,-5-3 2 0,1 3-4 16,-4 0-2-16,1 0 5 0,-5 0 0 16,4 0-1-16,-2 0-2 0,2 3 1 15,1 0 2-15,-5-2-2 0,4 5 0 0,1-1 3 16,-1 2-2-16,1-1 0 0,-1 1-1 15,4-2 0-15,-4 2 2 0,3 4 2 16,1-1-3-16,-4 0 0 0,4 0 0 0,-4-1 2 16,4 4-3-16,-4-1 2 0,1 1 2 15,2-1-2-15,-2 4 0 0,-1-1-2 0,1 0 2 16,-1 2 2-16,1-2 1 0,-2 3-5 16,1-1 4-16,-2 1-2 0,2-3 2 0,-2 2-2 15,2 1 0-15,-4-3 1 0,2 0 0 16,-5-2-1-16,1 1 2 0,2-3-2 15,-1 1 0-15,2-2-1 0,-4 1 0 0,0 0 1 16,2-1 6-16,-5 0-5 0,4 1-2 16,-1-3 0-16,-3 1 6 0,4 0-7 0,-3 2 0 15,2-4 3-15,1 3-1 0,-1 0-1 16,1-2 1-16,0 2-4 0,-4 0 5 0,4-1 1 16,-1-2-4-16,1 4 2 0,0-1 1 15,0-2 1-15,-1 2-3 0,-3-3 0 16,4 3 1-16,0 1-1 0,0-4 1 15,-1 3-1-15,-3-2 2 0,4-1-1 0,-4 3 1 16,5-2 0-16,-2 0 0 0,-3 1-1 16,4 0-2-16,-4-2 3 0,3 2-1 15,2 0 0-15,-5-2 0 0,3 4 1 0,-2-4 0 16,2 4-2-16,5-1 3 0,-8-3-1 16,7 3 1-16,-4 1-1 0,2-3 0 15,1 3-2-15,-2-1 2 0,-1 0 2 0,5-2-3 16,-1 2 2-16,-1 0 0 0,2-2-2 15,-1 0 0-15,2 3 0 0,2-1 2 0,-1 0 0 16,4 2-2-16,3-1 0 0,-3 2 0 16,3-5 2-16,3 3-1 0,0-4-2 0,1 4 3 15,3-1 1-15,0 0-3 0,-2-3 0 16,5 4 0-16,5-4 1 0,1 3 0 16,-3-2-1-16,4-1 0 0,-1 0 2 0,-2-2-2 15,-1 1 0-15,0-2 2 0,1 0-1 16,0 2-2-16,-1-1 1 0,-3 1 1 0,3-5-3 15,-3 5 6-15,-3-5-6 0,3 3 1 16,-4-2 2-16,1 1-2 0,-1-1 2 0,-2 1 0 16,-1-3-2-16,4 3 5 0,-4-3-4 15,4 1-1-15,-4-1 4 0,4 0-3 16,-8 0-2-16,5 0 1 0,-4 0 0 16,0 0-1-16,3 0 0 0,-2 3 0 15,2-6 1-15,-3 3 1 0,0 0 3 0,0 0-5 16,0 0 1-16,-3 0 1 0,2 0-1 0,-5 0-1 15,2 3 1-15,-2-3-1 0,-1 0 1 16,1 0 0-16,-5 0-3 0,1 0 6 16,4 0-5-16,-8 0 1 0,4 0 0 0,-2 0-1 15,-2 0 1-15,1 3 0 0,-4-3-2 16,6 0 3-16,-4 1 0 0,4 3 0 16,-2 1 0-16,-1-3-1 0,2 4 2 0,1-2 3 15,-2 4-5-15,2-3 2 0,2 3 0 16,-1 0 5-16,-1 1-5 0,-1 0-1 15,2-2 2-15,-1 2-1 0,2-1-2 0,-5-1 3 16,4 0-1-16,-3 1 0 0,3-1-1 16,0 1 0-16,-4-1 3 0,4 0 0 0,-3 0-2 15,3 2 1-15,-3-4 0 0,-1-1-1 16,5 2 1-16,-5 1 1 0,1-2-2 0,3 2 2 16,0-1 0-16,-4-1-1 0,4 0 1 15,1 0 1-15,-2-1-2 0,1 2-3 16,1 1 2-16,2-2 1 0,1 2 2 15,-2-1-2-15,6 1-1 0,-5-2 1 0,4 2 4 16,-4-1-7-16,-1-1 2 0,2-1 2 16,-1 5-4-16,1-5 1 0,-1 0 0 0,1 2 0 15,2 2 6-15,-2-4-6 0,-1 2 2 16,3 1-2-16,-2-2 0 0,9 5-1 16,-6-6 2-16,3 4 1 0,0 1-2 0,3-2 2 15,-3 0 0-15,1 1-1 16,1-4 2-16,2 3 0 0,-4-1 1 0,-1 2-3 0,5-4 2 15,-7 2-4-15,6 1 3 0,-6-2 0 16,6 1-1-16,-6-2 2 0,0 0 0 16,6 2 5-16,0-1-7 0,-3 1 0 0,7-2 0 15,0 0-1-15,3 2 0 0,6-4 1 0,4 4 2 16,4-2 0-16,2-1-2 0,1 1-1 16,3 2 2-16,-3-1 3 0,2 1 3 15,1-2-7-15,1-4 1 0,-2 4-1 16,2-4 1-16,-1 0 1 0,-1 0 1 0,5 0-2 15,0 0-1-15,-2-1 1 0,5 1-3 16,0-6 4-16,6 2-1 0,-6 1 0 0,3 0-1 16,-6-1 4-16,1 0-3 0,-4 0-1 15,-1 1-1-15,-4 2 0 0,5-2 1 16,-8 0-3-16,4 0 3 0,-11 1-3 16,4 0 3-16,-4-2 1 0,2 3 2 0,2-2-1 15,6 0-4-15,-9 2 2 0,9-2-1 16,-2 0 4-16,2 0-1 0,5 1-4 15,-2-4 1-15,-2 5 3 0,3-2-2 0,3-1-1 16,-2 1 0-16,-2 0 1 0,-2-2-2 16,4 5 4-16,-5-6-1 0,4 6-2 0,-4-1 4 15,5-2-3-15,-2-1-1 0,1 1 0 16,1 0 1-16,-2 0-3 0,5 1 4 0,-4-4 0 16,3 5-1-16,-6-2 2 0,-1 0-1 15,1-1 4-15,-1 4-4 0,-2-3 2 0,-1 0-3 16,-2 1-1-16,2 0-1 0,0 2 5 15,-6-4-7-15,6 4 4 0,0-1 2 16,4-2-3-16,-1 0-1 0,-2 3 3 16,2-1 0-16,-2-2 2 0,6 0-3 0,-13 3 1 15,0-3-2-15,2 1 1 0,-5 0 0 16,-1 2 0-16,0-4-2 0,8 4 4 0,-15-1-3 16,8 1-1-16,-4-3 2 0,3 3 0 15,0 0-1-15,-6 0-1 0,10-3 3 0,-7 2-1 16,0 1 4-16,0-3-3 0,3 3-1 15,-3-3 2-15,3 0 0 0,-6 1-1 16,0 0 3-16,-1 2-4 0,4-4-1 0,0 3 0 16,-10-2 0-16,4 3 1 0,-1-3 0 15,0 2-2-15,0-2 0 0,1 3 1 16,3-6-1-16,-5 4-4 0,5 2-5 0,-3-6-4 16,-1 5-6-16,1-5-10 0,2 2-15 15,-3-2-14-15,1-2-20 0,-1 1-28 16,4 0-35-16,-4-4-24 0,7 4-36 0,-10-2-102 15,7-1-361-15,-8 0-162 0</inkml:trace>
  <inkml:trace contextRef="#ctx0" brushRef="#br0" timeOffset="41451.8">15817 1238 1674 0,'9'7'-122'0,"1"-2"14"0,7 0 12 0,-1 0 7 0,8 2 5 0,3-3 15 0,3 2 4 0,3-1 6 0,3 2 9 0,4 0 2 0,1-1 7 0,-2-1 3 0,-2-2 4 0,4 1 3 0,-2-1 5 0,4 1 4 0,1 0 4 0,-7-2 6 0,-1 1 0 0,4-3 5 0,4 5 2 0,-5-5 5 0,12 0 4 0,-2 0 3 0,2 0-1 0,2-3 0 0,-3 3-1 0,3-2-3 0,4-3 1 0,-3 1 1 0,1 3 2 0,-1-2-4 0,0-1 7 0,-1 1-5 0,-3 0 1 0,0-2 2 16,-1 3-5-16,-2-3 5 0,1 2-3 15,-5-1 1-15,-1 1 1 0,2-2-2 16,-1 2 2-16,-6 1-5 0,7-3-3 0,-8 2 3 16,4 0 8-16,4 2-10 0,-8-2 5 15,1 0-1-15,-1 1-1 0,1-1-2 16,0 1 2-16,-4-2 0 0,1 3 3 0,-1-2-2 16,0 3-4-16,-3-3 6 0,-3 3-6 0,3 0 6 15,-7 0-5-15,0 0 5 0,1 0 1 16,-4 0-6-16,0 0 2 0,-3 3-2 15,2-3 6-15,-5 4-2 0,-1 2-1 16,4 5 2-16,-7-3 6 0,0 9 0 0,-7 0 5 16,4 5 6-16,-4 1 4 0,-3 2-5 0,0 0 0 15,-3 2 0-15,3 3-3 0,-3-2-5 16,-1 4 2-16,-3 1-1 0,1 2 2 16,-1 0-6-16,1 0 4 0,-1-1-5 15,-3 2 5-15,3-4-4 0,1-1-2 0,-5-6 6 16,8-3-10-16,-4 0 4 0,4-4-2 15,0-1 2-15,0-2-5 0,-1-2 1 16,1-1 5-16,3 1 3 0,0-3-5 0,3-2 2 16,4-4-1-16,-1 0 4 0,4 0 2 15,4-4-6-15,2-4-1 0,-2 0 0 16,2 0-2-16,1-2-1 0,4-1 4 0,-2-4-1 16,1 4-4-16,4-4-3 0,-2 0 0 0,5-3 2 15,0 0-7-15,3-1 6 16,0 0 2-16,0-2-1 0,0 2 0 0,0-3-4 15,-3 1 1-15,6-1 2 0,-3-3-2 16,0 2-2-16,3-1 9 0,1-2-11 0,-7 4 1 16,6 1 4-16,-3-1 3 0,0 3-4 15,0 0-2-15,0-2 3 0,3 2 1 0,0 0 3 16,1-1-4-16,2 2 3 0,2-1-2 16,1 0 1-16,7-3-7 0,2 4 9 0,2-3-6 15,-1 3 4-15,2-1-2 0,2 3 0 16,0-1 2-16,7-2 0 0,0 2-1 15,0 4-4-15,0-4 3 0,3 6 0 0,-3-1-2 16,0 1 2-16,-6 1-2 0,-1 5 6 16,4 1-2-16,-4-3-3 0,1 3 1 15,-2 0 5-15,2 0-6 0,-4 4-3 16,0-1 8-16,3 1-3 0,-6 2-5 0,0 2 7 16,0-1-6-16,-1 1 3 0,-2 2 3 15,-4-3 1-15,-4 6-4 0,0-4-3 0,-6 2-1 16,4 2 4-16,-7-5 7 0,-4 6-6 15,4 1-4-15,-4-2 7 0,-3-1-3 16,0 5 3-16,1 4 0 0,-2-2 0 16,1 4 4-16,-4-1-7 0,5 1 6 0,-7 2-3 0,2 0 0 15,-2 2-4-15,2-2 12 16,-3 3-11-16,4-1-1 0,-8 1 6 0,2 0-4 16,2-3 0-16,-3 1 5 0,0-2-6 15,-3 1 8-15,-1 0-2 0,1-3 0 0,3 3 0 16,-6 0-5-16,2 0 0 0,-3 0 5 15,1 0-2-15,-1 0 5 0,0-3-7 0,-3 3 4 16,0 0-5-16,4-2 6 0,-4-1-5 16,0 1 8-16,0-3-3 0,0-1 1 0,0-1-4 15,0 0-2-15,-4-4 5 0,4 4-1 16,0-4-3-16,0 0 3 0,0 1-3 16,0-1-2-16,0-1 4 0,0 2-6 0,0-3 2 15,0 4 4-15,0-7-2 0,0 4 4 16,0-1-3-16,0-2-3 0,0 1-5 15,-3-1 6-15,6 0-3 0,-3-3 5 16,4 4-3-16,3-4 5 0,-4 0 1 0,0 1-3 16,0-1 2-16,7 3 2 0,1-2 0 15,-2 2-3-15,5-3 1 0,2 1 1 0,5 2 2 16,-2-3-1-16,1 4 0 0,4-4-3 16,3 0 3-16,3 4 2 0,0-4-3 15,6 0 0-15,4 1 1 0,3-1-5 0,4 3 0 16,0-2 3-16,3-1 1 0,-3 1-2 0,2-1-2 15,-2 0 3-15,3-1 1 0,-3 1-4 16,-1 1 2-16,1-4 2 0,-4 2 1 16,1-1 0-16,-1-1-2 0,-3-1 1 15,0 3 1-15,0-2-4 0,-3-1 3 0,-4 2 0 16,4-3 0-16,-3 3-3 0,-1-2-3 16,0 1 1-16,-3-1 2 0,3 0 0 0,-3 2-2 15,0-1-2-15,-3-1 3 0,0 0-1 16,3 1 1-16,-7-1 4 0,3 1-8 0,-2 2 2 15,3-4 3-15,-5 4-3 0,5-3 1 16,0-2 0-16,-4 5 3 0,4-5-3 16,0 5-1-16,3-4 4 0,-3 4-3 0,3-3-2 15,-4-2 2-15,4 2-2 0,0 1-4 16,0 0 7-16,0-2-5 0,0 0 5 16,0 1-1-16,0 0-2 0,0-3-1 15,3 3 2-15,0-2 2 0,1-1-3 0,3 3 1 16,-4-3-1-16,1 3 0 0,-4-3-2 15,3 0 6-15,-3 1-2 0,0-1-2 0,-6 0 2 16,-2 4-3-16,-1-4 2 0,-1 0 0 16,-4 0-2-16,4 0 1 0,0 2 0 0,-3-2 6 15,3 0-6-15,3-2-1 0,-3 2 3 16,4 0-4-16,-1 0 6 0,7 0-3 16,-4-4 2-16,4 4-6 0,-6 0 1 0,-1 0 2 15,1 0-2-15,-5 0 0 0,-2 0-2 16,-1 0 5-16,-2 0-5 0,-1 0 5 0,1 0-2 15,-1 0 6-15,-3 4-5 0,0-4 1 16,-3 0 1-16,2 0 1 0,-1 0-3 0,-2 0 4 16,1 0-5-16,-1 0 6 0,1 0-5 15,0 0 2-15,0 0-1 0,-1 0-1 0,1 0 4 16,3 2 1-16,-7-2-3 0,7 0-3 16,0 0 2-16,0 2-1 0,3-2 5 15,1 3-5-15,-1-3 0 0,8 0 1 16,-2 0 4-16,4 3-4 0,1-3-2 0,0 0 2 15,-2 0-1-15,5 0 3 0,-7 3-4 16,4-3 3-16,-8 0-3 0,4 0 4 16,0 0 2-16,-10 0 2 0,3 0 6 15,1 0-1-15,-4 0-1 0,0 0-1 0,0 1 0 16,0-1-2-16,0 0 1 0,-4 0-3 16,1 0-3-16,0 3 4 0,-1-3-4 0,1 0-1 15,-4 4 2-15,8 2-1 0,-11 2 2 16,3 2-4-16,0 2 1 0,0 1 2 0,-3 5-3 15,4 1 4-15,-8 1-1 0,8 3-1 16,-8 2 4-16,4-4 1 0,-3 4 1 16,0 6-1-16,0 2 3 0,-4 2 7 0,3-3 1 15,1 1 0-15,0-1-3 0,-1-3-1 16,1 4 1-16,0 1-3 0,-4-1 2 0,7 0-2 16,-3 2-2-16,-4 3 2 0,4-2 0 15,-4-3-2-15,4 0 0 0,0 1 0 0,-4-2 0 16,3-7 1-16,1 0-6 0,0-3 4 15,-4 1-2-15,4-3-1 0,0-1-2 16,-1-3 0-16,1 2 1 0,-1-6 0 16,1 3-1-16,3-1 0 0,0-3-1 0,-3 2-1 15,-1-3 0-15,1-2-1 0,3 0 1 16,-3 3-2-16,3-5-1 0,0 2-1 16,0-2 2-16,-3 1-1 0,3 1 0 0,0-4 0 15,3 5-2-15,0-5 5 0,0 4-4 16,4-1 2-16,0 1 1 0,0-2-3 0,2 2 0 15,1 0 4-15,1 0-4 0,2 0 6 16,0-1-4-16,0 3-3 0,8 2 1 16,-5-2 0-16,1 1 4 0,2-3-6 0,-2 2 4 15,4 1 0-15,-5-1 1 0,1-2-2 16,2 2 2-16,-1-3-3 0,-2 1 3 0,4-1-1 16,-6-3 0-16,2 5-1 0,1-4 3 15,-1-1 0-15,1 2-1 0,3-1 0 16,-3 0-2-16,-1-4 0 0,4 6 1 0,1-6 1 15,-5 2-2-15,4 1 2 0,4 0-1 16,-2 1 2-16,5-4-3 0,-3 3 5 0,-1 0-3 16,1-4-1-16,-5 3 3 0,2 1-6 15,-1-4 2-15,-4 4 0 0,1-2 2 0,-1 1-1 16,1-2 2-16,3 3-3 0,-13-1 0 16,6-3-2-16,-3 1 0 0,4 2 2 15,-1 0 2-15,4-2 9 0,-11 5-5 0,4-3-2 16,4-2 1-16,-8 3 1 0,4 0-2 15,4 2-2-15,-5-5 2 0,1 5-2 16,4-2 3-16,-4 3 0 0,4 0-3 16,2 0-1-16,-7-2 1 0,2 5 1 0,5-6 0 15,-2 7-1-15,-4-4 1 0,3 4-2 16,-3-6 2-16,3 3 3 0,-2 0-7 0,-1-2 2 16,-1 2 0-16,2-4 1 0,-1 3 1 15,-4-1-3-15,4 2 2 0,0-4 1 0,-3 2-3 16,-1 1 1-16,4-2-2 0,1-2 3 15,-5 1-1-15,4 2 1 0,4-1 1 16,-1 0-2-16,4 0-2 0,-1-1 1 0,4-1 0 16,4 0 1-16,6 2-1 0,-8-3 0 15,8 3-1-15,4-2 0 0,-4 0 3 16,4-2-3-16,-1 2 2 0,-3-3 2 0,3 3-4 16,1-3-2-16,-1 1 4 0,-3 3 1 0,0-4-2 15,3 0 2-15,4 2-4 16,-7-2 0-16,0 0 2 0,3 0 0 0,0 0 1 15,4-2-2-15,-7 2 0 0,3-4 1 16,8 3 4-16,-8 1-4 0,3-3-2 0,-2 0-1 16,-1 2-2-16,3-2-10 0,-2 3-1 15,-4-3 3-15,-10 3-2 0,0-2 6 0,3 2-3 16,-6 0 4-16,7-3-3 0,-8 3 2 16,-2-2 3-16,2 2 0 0,1 0 1 15,-1 0 2-15,1-4 0 0,7 4-3 16,-8 0 2-16,-2 0 2 0,2 0-2 0,4 4 3 15,-7-4-2-15,4 0 0 0,-1 0 1 16,-5 2-1-16,2-2 0 0,1 3 0 0,-1-1 1 16,0 1-1-16,4 0 2 0,-4 1 0 15,4-1 1-15,-4 2-3 0,1 0 4 16,5 0 0-16,1-1 1 0,1-1-4 0,-2 0 4 16,1 2-1-16,1-3-1 0,-5 1-2 15,4-1 4-15,-4 1-1 0,5 0-1 0,-12-2 0 16,5 2 0-16,-4 0 0 0,4-2-2 15,-1 3 0-15,-10-4 2 0,7 2-2 0,-3 3 1 16,3 1 2-16,-7-2 0 0,0 4-1 16,4-1 5-16,-3 3-4 0,2-2 0 0,1 2-4 15,-4 1 6-15,0 3 1 0,4-3-3 16,-7 7-1-16,0 3 3 0,0-1-2 16,0 2 1-16,0 3 2 0,-7 0 0 15,4 0-3-15,0 3 2 0,3-3-1 0,-10 0 4 16,7 2-3-16,-1 1 1 0,-3-3-1 15,1 0-2-15,6 0 7 0,-7 0-5 16,1 0-1-16,2-3 1 0,4 3-2 16,-7 0 1-16,4 0-1 0,0 0 0 0,3 0 2 15,-7-2-1-15,4 2-1 0,0 0 1 16,3-3-3-16,-8 1 3 0,5-2 0 0,3 3-3 16,-3-2 1-16,0-1 0 0,3 1 2 0,-7-2-1 15,4 0 0-15,0-6 0 0,3 4 1 16,-8-4-2-16,8 3 2 0,-3-5-4 15,0 2 3-15,3-3-1 0,-3 2-1 16,3-5 3-16,0 3-3 0,0-4 0 0,0 4 0 16,0 2 2-16,0-5-1 0,0 6-3 15,0-4 3-15,0 2 0 0,0 2 1 0,0 0-2 16,0 1 2-16,0 2-2 0,0-4 1 16,0-1-1-16,0 1 0 0,0-1 2 0,0-2 0 15,0 1 1-15,0-4-2 0,0 3 1 16,0-2 2-16,0-4-2 0,0 4-4 15,0-1 3-15,0-1-1 0,0-2-4 16,0 0 3-16,0 5 2 0,0-4-2 0,3 2 1 16,0-3-2-16,-3 4 3 0,3 1-1 15,5-5 1-15,-8 0 1 0,0 2-3 16,0-1 0-16,3-2 2 0,-3 1 1 0,0 2 0 16,3-5-3-16,-3 3 3 0,7-2 0 15,-7 0-2-15,0 4-1 0,0-6 0 0,0 3 0 16,0-2 1-16,0 2-2 0,0 0 0 15,3-2 1-15,-3-1-2 0,0 6 2 0,-3-1 0 16,3 1-4-16,0-2 3 0,0-1-13 16,-7 2-22-16,4-1-28 0,0-1-27 15,3 0-21-15,0 0-36 0,-8-2-26 0,-1-1-84 16,-1 0-417-16,-4-1-172 0</inkml:trace>
  <inkml:trace contextRef="#ctx0" brushRef="#br0" timeOffset="72581.78">25112 5711 201 0,'0'0'69'0,"-3"-1"-13"0,3-2-13 0,0 0-4 0,0 3 5 0,0 0-10 0,0 0-5 0,0 0-1 0,0 0 1 0,0 0-2 0,0-4-6 0,0 4 0 0,0 0 3 0,0 0-4 0,0 0-5 0,0 0-5 0,0 0 6 0,-3 7-2 0,3-3-3 0,-3 5 1 0,-1-1 3 0,4 4-5 0,-3-2-4 0,0 0 3 0,0 2 2 0,3-2-4 0,-3 3 1 0,-2-1 2 0,5 1-9 0,0-1 5 0,0 1-4 0,-3-1 4 0,6 3 8 0,-3-2-11 0,0-1 7 0,5 2-9 0,-2 4 5 15,3-2 6-15,-3-1-11 0,4 3 1 16,-1-1 10-16,5-1-5 0,-1 2 0 15,-1 3 1-15,2-2-2 0,5-2 5 0,-2 4-1 16,-1-3 2-16,1 1-2 0,-1 2 6 16,7-1-7-16,-4-2 8 0,1-2 2 0,3 1 1 15,-3 1 2-15,3 0 3 0,0 0-10 16,-3-1-1-16,6 1 5 0,-3-3-5 16,0-1 2-16,-1 1-3 0,2 1-2 0,2-4 0 15,-2 2 0-15,1 0 3 0,5 1 4 16,0-1-11-16,3 1 2 0,0 1 0 15,0-4-1-15,0 1 5 0,0-1-4 16,3-2 0-16,0 5 4 0,4-5-8 0,-4 2 0 16,5 1-1-16,1-3 3 0,-2 2 0 15,6-1-1-15,-6-1 3 0,3 0-6 0,0-3 1 16,7 4-3-16,-11-3 10 0,10 0-11 16,-2 1 3-16,2-2 3 0,2 0-3 15,-2-2-2-15,1 1 2 0,-1-2 1 0,1-1-1 16,7 2-2-16,-11-3 0 0,4 0 0 15,-1-2-2-15,1 3 4 0,6 0 1 0,-9-6 0 16,5 3-2-16,-2 0 3 0,-1-3-2 16,5 3-3-16,-4-2 5 0,2 0-6 15,2-3 5-15,1 2-1 0,-5 0-2 0,7-1 4 16,-8-2-5-16,1 2 2 0,3-1 1 16,-3-1-1-16,-4 5-1 0,1-5 6 0,-5 1-9 15,4-1 1-15,-5 5 0 0,-5-5-4 16,0 5 6-16,4-5 1 0,-7 3-7 15,3 1 7-15,0-4-4 0,4 5 0 0,-7-2 4 16,3 0-2-16,-3 2 3 0,3-2-1 16,5 0-1-16,-8 0-1 0,0 1 4 15,0 0 2-15,0-2-7 0,-1 3 3 0,1 1-2 16,-3-3 3-16,-7 0-3 0,7 3 0 16,-11-1 6-16,4 1-4 0,1-3-1 0,-5 3-2 15,-2 0 3-15,-5-3-5 0,4 0 5 16,1 3-1-16,-4 0 0 0,-4-2 9 15,5 2 4-15,-1-2 7 0,-4 2-4 16,5 0 9-16,-11-4 5 0,6 4-6 0,1 0-1 16,-7 0-5-16,0-4 2 0,0 1-2 15,0-1-1-15,0-2-5 0,-10 2-2 16,7-1 0-16,-11-2 1 0,11 1-3 0,-10-1 3 16,2 2-7-16,5-2 0 0,-7 1-3 15,-1-1 1-15,7 2 1 0,-2-2 1 0,-5 1-2 16,7 1-2-16,-2-1 1 0,-2 5 3 15,1-5-2-15,1 5-5 0,1-5 4 0,2 1-2 16,-1 3-1-16,1-3 2 0,6 2 0 16,-10 0 0-16,6 2 1 0,1-2 0 15,3 0-6-15,-7 3 2 0,4-3-2 0,3 3 0 16,0 0 3-16,0 0-4 0,0 0 1 16,13 3 2-16,-2 3 4 0,-5-2-3 15,4-1 0-15,4 2-1 0,-8-1 0 16,4-1 3-16,4 3-3 0,-11-2 3 0,3-1-2 15,1 2-1-15,-1-3 0 0,2 3-3 16,-5 2 3-16,-3-1 0 0,0 3 0 0,0 7-1 16,-3-4-3-16,-8 6-16 0,-2-1-18 15,7 1-27-15,-15 1-24 0,4-2-24 0,-2 1-61 16,5-5-266-16,-2 2 50 0</inkml:trace>
  <inkml:trace contextRef="#ctx0" brushRef="#br0" timeOffset="73344.17">28946 6511 1122 0,'3'-1'-65'0,"-3"-5"11"0,7 5 10 0,-4-5 10 0,0 1 11 0,5-1 9 0,-8 5 7 0,6-5 6 0,-6 5 4 0,7-2 1 0,-4 0 2 0,-3 0 6 0,3 1-6 0,-3 0 5 0,3-2 4 0,-3 4 0 0,0-1-6 0,0 1 0 0,8-3 0 0,-8 3-7 0,0-3 7 0,0 3-4 0,0-1 2 0,0 1 1 0,0 0-7 0,0 0 6 0,0-3 1 0,0 3-8 0,0 0 3 0,0 0 0 0,0 0 4 15,0 0-4-15,6-3 3 0,-6 3-2 16,7 0 5-16,-4-3-5 0,11 3-8 0,-8-2 13 16,7 2-9-16,4-2 6 0,-1-2-3 15,5 3 2-15,-4 1-8 0,2-3 5 16,5 3-2-16,-8-3 3 0,-2 3-8 0,-1 0 5 15,4-1-2-15,-4 1 3 0,-6 0-4 16,3 0 2-16,-4 4 4 0,1 4-1 16,-7 2 1-16,-10 5-1 0,7-1 3 15,-14 7-3-15,4-4 2 0,-1 2 2 16,-2 5-3-16,-1-2 3 0,-3-4-6 0,10-1 4 16,-10-2 3-16,10 3 6 0,-3-3-10 0,0-2-1 15,2-5-3-15,5 3 2 0,-7-1 0 16,5-2-2-16,2-1 0 0,6 3 5 15,-10-6-5-15,7 4 6 0,0-2 0 0,-5-2-6 16,5 2 1-16,6 1 3 0,5-2 1 16,-5 2 2-16,10-1-7 0,1 1 9 15,-1-2-4-15,4 2 1 0,-1-1-10 16,1-1-17-16,6-1-32 0,-6-1-38 0,-1-3-119 16,1 0-60-16,0-3 209 0</inkml:trace>
  <inkml:trace contextRef="#ctx0" brushRef="#br0" timeOffset="73738.89">29006 6819 755 0,'-6'0'-13'0,"-5"0"8"0,8 0 7 0,-7 3-2 0,4-3 4 0,6 0 1 0,3-5-3 0,-3 5 2 0,16-6-4 0,-2-1 3 0,5 3-1 0,5-6 2 0,3-1 0 0,-7 1-2 0,10-2 0 0,3-3-1 0,-3 1 4 0,0-7-1 0,7 6 5 0,-7-2-4 0,0-4 10 0,-3 7 3 0,-8-4 11 0,5 3 5 0,-7 2 8 0,-1 1-3 0,-2 2 7 0,2-1-1 0,-10 4-3 0,5 0 3 0,-1 0-6 0,-4-1 1 0,-3 4-2 0,5-2-2 16,-16 6-9-16,8 0-3 0,-9 3-3 15,-1 0-2-15,7 1-2 0,-11 0-5 0,4 4 2 16,4 1-7-16,-5-5 2 0,5 4 1 16,-4 2-2-16,7-3-1 0,-8 1 2 15,8-1 4-15,-7 0-8 0,7 0-2 0,0 1-9 16,3 1-21-16,0-5-22 0,3 4-10 16,7-4-17-16,-7-1-12 0,3-3-12 0,5 0-41 15,2-3-187-15,-7-1 158 0</inkml:trace>
  <inkml:trace contextRef="#ctx0" brushRef="#br0" timeOffset="74148.19">29503 6579 850 0,'3'-7'-27'0,"7"2"14"0,-6 3 2 0,-4-3 2 16,6-1 2-16,1 5 5 0,-7-2-7 15,0 3 4-15,3-3 3 0,0 3-3 16,4 3 4-16,-7-3 0 0,0 7-3 0,0-3 4 16,0 4 5-16,0 2 10 0,0-3-1 15,0 4 0-15,3-1 0 0,-3 0 7 0,-3-2-5 16,6 2 0-16,-3-3 6 0,-3 4 4 15,3-4-4-15,0-2 0 0,0 2 2 0,0-1 1 16,3-2 0-16,-6 0 1 0,3 2 5 16,0-1 0-16,3-2 3 0,-3 1 12 15,0-1-3-15,-3 0 1 0,3-2 3 16,3 3-1-16,-6-2 2 0,3-2 4 0,3 2-1 16,-3-2 1-16,0 0-7 0,0-8-2 15,0 1-7-15,0-3-6 0,4 1-3 0,-1-4-2 16,4 1-5-16,-4-1-4 0,7 1-1 15,-3-4-2-15,3 1-4 0,-4 3-2 16,4-1 1-16,-3 3-2 0,0 1-2 16,-1-1 1-16,1 0-4 0,0 2 0 0,3 1-2 15,-7 1-1-15,0 4 0 0,4 2 2 16,-1 5 0-16,5 2 0 0,-8 0 0 16,0 4-1-16,4-1 2 0,-7 2 0 0,0-2 1 15,3 1-2-15,-3-1-6 0,0 1-37 16,3-3-21-16,-3 2-31 0,8-3-21 0,-8 1-47 15,3-5-316-15,0 3 14 0</inkml:trace>
  <inkml:trace contextRef="#ctx0" brushRef="#br0" timeOffset="74394.91">29860 6486 1232 0,'-11'8'-63'0,"5"-2"9"0,-7 4 13 0,2 2 3 0,8 1 9 0,-10-4 1 0,10 7 1 0,-8-4 1 0,8 2 7 0,3 0 4 0,-3 1 5 16,-4-5-2-16,7 1 0 0,7 0 11 0,-4-4-4 15,-3 0 1-15,6-3 4 0,8-2 0 16,-4-2 3-16,4-2 3 0,2-3 4 16,-2-2 1-16,-1-2-8 0,0-3 6 15,-6-1 3-15,3-2-1 0,3 1 4 0,-9-1-6 16,-1 1-3-16,0 3-17 0,-6-3-28 15,0 3-51-15,3 1-184 0,-14 2 209 0</inkml:trace>
  <inkml:trace contextRef="#ctx0" brushRef="#br0" timeOffset="74922.39">30436 6553 762 0,'3'-6'-7'15,"0"1"2"-15,8 3-2 0,-11-2 4 0,3 3-4 16,7-2 7-16,-10 0-4 0,0 2 3 16,0 1 0-16,0 0 0 0,0 7 5 15,0-6 1-15,0 5 6 0,-7-4 2 0,4 4 1 16,0-3-1-16,3-2 4 0,0 2 2 15,-3-3 12-15,3 0-5 0,-8 3 5 0,8-2 7 16,0-1 8-16,-3 4 3 0,3-4-7 16,0 0-2-16,0 0-2 0,11-11-7 15,-8 7-4-15,3-4-5 0,4 1-1 0,1 1-3 16,-2 2-4-16,1-4-1 0,4 2 1 16,-4 2-3-16,-4 4-10 0,8-3 6 15,-4 3-3-15,-7 0-1 0,11 6 4 16,-11-5 0-16,7 7-9 0,-7 1 1 0,-3-2-5 15,0 2 10-15,0 4-13 0,-10-3 5 16,4 8 0-16,-8-3 0 0,-2 0 2 0,-1-1-3 16,-7 1 1-16,8 1 1 0,-1-7-4 15,7 1 12-15,-4 1-9 0,8-1 1 16,-7-3 9-16,3 1-4 0,6-1 21 0,-6-1-2 16,4-2-4-16,-1 0 0 0,0 2-4 15,7-1-3-15,0-2 4 0,7 0-6 16,0-2 1-16,-1 5-3 0,4-1-1 0,4-1-1 15,-1 5 2-15,-7-2-3 0,8 0-3 16,2 4-25-16,-2-3-34 0,-1 3-39 16,1-4-101-16,-1 4-174 0,-7-1 113 0</inkml:trace>
  <inkml:trace contextRef="#ctx0" brushRef="#br0" timeOffset="75180.38">30796 6604 983 0,'0'-10'-31'0,"0"2"8"16,0 1 5-16,-3 3-4 0,3-2 3 0,0 4 2 0,0 2-1 0,-10 5 5 0,6 2 4 0,1 6 6 0,-7 2 3 0,7 0 0 0,-7 5 1 0,6-2 2 0,-6 1 1 0,7 5-3 0,0-5 5 0,3 1-4 0,-7-1 0 0,7 5 0 0,0-6 6 0,7 1-2 0,-7-1 3 0,13-1-4 0,-10 1 2 0,11-3 1 0,-11-2-13 0,10-1-13 0,-2-2-21 16,-5-7-36-16,4 1-92 0,4-4-27 15,-8-3 66-15</inkml:trace>
  <inkml:trace contextRef="#ctx0" brushRef="#br0" timeOffset="75868.05">30026 6569 555 0,'-3'-2'-3'16,"3"0"2"-16,0-2 1 0,3 0-2 15,7 0 4-15,7-2-1 0,10 1 1 0,-8-2-1 16,14-3-1-16,8 2 4 0,-1 1 4 16,-1 0-7-16,5-4-3 0,-1 1 4 0,1 0-2 15,-4 3 3-15,3-1 5 0,1-2-3 16,-11 3 3-16,-3-1 1 0,0 1 4 16,-3 1 3-16,3-2-2 0,-11 7 8 15,5-2-5-15,-8-1 1 0,-2 1-2 0,2-3 8 16,-2 4-5-16,-1 0-7 0,1 2 6 15,-8 0-3-15,4 2-3 0,-7 0 0 0,0 7 0 16,8-5-1-16,-11 6 1 0,3 1 0 16,-3-3-5-16,3 3 5 0,-3-1-2 0,0 2-4 15,7-2 5-15,-7 1 6 0,3 2-15 16,-3-5 8-16,3 3-6 0,5-1 6 16,-5 0-6-16,-3 1 0 0,0-4 0 15,3 0 4-15,0 4-7 0,-3-7 1 0,7 0 2 16,-4 2 9-16,-3-1-7 0,0 1 2 15,11-5 3-15,-8-1-3 0,0 3 1 0,7-6 3 16,-4 3-8-16,5-1-1 0,-1-5 15 16,-7 1-3-16,3-1 3 0,5 2-7 15,-8-3 0-15,7 1-1 0,-7-2 2 0,0 1-2 16,8 0 5-16,-11 0-1 0,3-1-2 16,4 1-5-16,-7-1 6 0,3-2-2 15,-3 3-2-15,0-1-5 0,0 1 7 0,0 0-4 16,0-2-5-16,0 1-2 0,0 4 9 15,0-3-12-15,0 1 7 0,-3 2 0 16,3-4 0-16,0 5 1 0,0 2 1 16,0-5-4-16,0 3-2 0,0 1-6 0,0 2 7 15,0-6-1-15,0 5 1 0,3-5 4 16,-3 6-6-16,6-1 4 0,5-5-9 0,2 3-1 16,4-1-9-16,-1-1-20 0,8-2-29 15,-1-2-28-15,0 1-84 0,4 1-133 0,-7 0 174 16</inkml:trace>
  <inkml:trace contextRef="#ctx0" brushRef="#br0" timeOffset="76600.89">31699 6450 821 0,'0'10'-27'0,"-6"-3"4"0,-4 4 6 0,7-3-4 0,-8 3 8 0,1-4 1 0,4 4 10 0,-5-1 0 0,5-3 4 0,-4 1 0 0,7-1 0 0,-8 0 5 0,8-1 4 0,0-1 2 0,-7-1 14 0,7-1 9 0,-11 0-3 0,11 0 0 0,-7-2 7 0,7-1 4 0,-7 0 1 15,6-1-5-15,1-2 6 16,-7 0 1-16,10-2-5 0,-10-1-9 0,10 2-4 0,-3-3-7 15,3-1-6-15,3-2-1 16,4 3-1-16,-7-3-2 0,3 5-7 0,0-2 0 16,7 1 2-16,-6-1-7 0,6 3-2 0,-4 3 5 15,4-2-5-15,4 0-1 0,-8 3 4 16,4 3-5-16,4 0 6 0,-1-3 3 16,-7 5-5-16,5-3-1 0,2 0-4 0,-7 4 4 15,5-2 3-15,2-1-2 0,-7 1-3 16,5 0 4-16,-1 0-1 0,-4 2 2 15,5-2-7-15,-8 2 8 0,7-1 3 0,-7-3-7 16,3 3 1-16,2-2 5 0,-5 1-4 16,0-1-3-16,4 1 6 0,-4 0-4 0,-3-4-4 15,6 2 10-15,-6 0 1 0,8 1 7 16,-5-3 6-16,-3 3 8 0,0-3-2 16,0 0-3-16,0-10-7 0,0 5 2 0,-3-2-3 15,3-2 1-15,0-3-6 0,-8 2-3 16,8-1 2-16,-3 0-6 0,0-3-5 15,6 6-5-15,-6-5-11 0,3 1 1 0,3-1 3 16,-3 2-11-16,0 1 3 0,0-2 7 16,3 2-4-16,-3 3 4 0,8-1 8 15,-5 1-8-15,-3-1-5 0,0 2 11 0,3-1-4 16,-3 3 3-16,7-2-4 0,-4 2 5 16,-3-1-2-16,0 5 2 15,0 0 3-15,10 5-1 0,-3 5-3 0,-7 0 8 0,3 2 4 16,7 2-3-16,-7 3-2 0,4-3 5 15,-4 5-3-15,1-2-2 0,-1 2 5 0,7 1 0 16,-10-1-6-16,3 2 4 0,4 1-2 16,-4 2 8-16,-3-5-3 0,4 1 0 0,-1-5 4 15,4-3-7-15,-4 4-2 0,-3-4 7 16,0-2-13-16,0 0-27 0,3 1-20 16,-3-10-46-16,0 2-134 0,0-3-50 15,-3-7 196-15</inkml:trace>
  <inkml:trace contextRef="#ctx0" brushRef="#br0" timeOffset="76989.82">31523 6428 769 0,'-7'-3'-10'0,"-3"0"8"0,10 3-3 0,0 0 4 0,20-11-1 0,7 4-7 0,2-3-5 16,12 1-29-16,8-9-63 0,5 4-91 0,6-4 67 0</inkml:trace>
  <inkml:trace contextRef="#ctx0" brushRef="#br0" timeOffset="78974.27">29422 7094 515 0,'0'-2'-21'0,"0"2"2"16,-3-2 3-16,3 2 1 0,0 0 6 16,0 7 0-16,0 3 2 0,0 0 3 0,3 2 1 15,-3 3 3-15,8 1 0 0,-8-1 2 16,0 0-2-16,0 2 7 0,3-2-6 16,-3-1 4-16,3 3 0 0,4-3 0 0,-7 1 0 15,3-3 5-15,-3-2 0 0,0 3 5 16,0-2 5-16,0-4 9 0,3 2 4 15,-3 0-1-15,0-5 1 0,0 4-2 0,-3-6 5 16,3 3-8-16,0-5-5 0,0 0 5 16,0 0-6-16,0-11-4 0,0 4 1 15,-3-3 0-15,3-2-6 0,-7-3 1 0,7 1-8 16,-3-10 2-16,3 2 2 0,0 0-7 16,0-6 2-16,0 3-3 0,0 0-2 15,0-3 4-15,3 3 4 0,-3 0-5 16,7 0-4-16,-4 3 1 0,0-3 1 0,8 3-1 15,-5 2-3-15,4-1 0 0,4 2-1 16,-1 1 2-16,4 3-2 0,-1 1-3 0,11 1 5 16,-7 2-1-16,6 1-1 0,1 1 2 15,3 3-2-15,-7-1-4 0,7 2 2 0,-3 3 0 16,-3-2-1-16,-8 3-1 0,1-2 2 16,-1 0 0-16,-2 3-8 0,-1 3 6 15,-7 1-1-15,2 2 1 0,-8 5 5 16,0-3-6-16,-8 9 9 0,2-3-9 0,-7 5 4 15,-1 2 4-15,8 0 0 0,-7-2 1 16,-4 6-4-16,4-3 2 0,-1-1 1 0,4-1-3 16,4-1-1-16,-8 2 6 0,4-4-1 15,7 1-3-15,-8 0-1 0,5-6 4 0,6 1-2 16,-7-1 0-16,4 1 0 0,0-5 6 16,3 0-6-16,0 2-1 0,-3-3 5 15,3 4-4-15,-8-5 2 0,8-2-2 16,-3 4 10-16,3-4-8 0,0-1 0 15,0 3-1-15,0-5-2 0,0-1 6 0,0 3-1 16,0-3-2-16,0 0 1 0,0 0 3 16,11-10-4-16,-8 5 2 0,-3-1 0 0,3-1-4 15,7 0 1-15,-7-4 5 0,8 4-4 16,-8-3-1-16,3 2 2 0,4 1 1 16,4-3-1-16,-4 6 1 0,-7-4-1 15,11 1 0-15,-1 1-1 0,-7 2 4 0,8-1-4 16,-1 2-3-16,1 0 9 0,-1 2-8 15,-10 1-2-15,11 0 3 0,-8 0 0 0,4 1 3 16,-7 2-4-16,8-3 3 0,-11 4 0 16,3 0 3-16,7 0-5 0,-7 2-1 15,0-2 4-15,4-1-3 0,-3 1 3 0,-4 2-4 16,3-1-13-16,0 1-9 0,-3-2-25 16,7 0-38-16,-7 0-116 0,0 0 69 15</inkml:trace>
  <inkml:trace contextRef="#ctx0" brushRef="#br0" timeOffset="79242.13">29400 7178 517 0,'-8'-3'-21'0,"16"-3"6"0,-8 4 1 0,3-4 2 0,10 2 6 0,1 0 1 0,2-5 3 0,11 1 1 0,-4 1 1 0,14-5-2 16,-1 2 2-16,4 0 2 0,4-1-4 16,-1 3-2-16,1-1-2 0,-1 0-8 0,-7 2-10 15,5-2-19-15,-11 1-76 0,0 4 41 16</inkml:trace>
  <inkml:trace contextRef="#ctx0" brushRef="#br0" timeOffset="80368.89">29996 7229 355 0,'0'0'12'0,"0"0"-7"16,0 0 7-16,0 0-2 0,0 0 0 16,0 0-1-16,0 0-2 0,0 0 5 15,0-7-2-15,0 7-4 0,0 0 1 16,3-3-3-16,-3 3 2 0,10 0-2 15,-10-2 4-15,0 2-6 0,0 0-5 0,4 0 4 16,-4 0-1-16,7 2 2 0,-4-2-4 16,0 3 7-16,7 0-6 0,-10 0 3 0,6 1-1 15,2-4-1-15,-5 3-3 0,0-2 6 16,0 3 3-16,4-2-5 0,-7-2 0 16,0 2 2-16,3 1 1 0,0-3 0 0,-3 3 1 15,8-3-1-15,-8 0-1 0,0 0 10 16,3 4 6-16,-3-4 0 0,0 0 0 15,0 0 1-15,0 0-4 0,0 0 2 0,0 0-2 16,-11-7-3-16,11 2-2 0,-3-1 4 16,0 2-8-16,3-3 5 0,-10-1-6 15,7 1 0-15,0 0 2 0,-8-4 0 0,8 4-4 16,-4-3 5-16,4 0 0 0,0-2-4 16,3 1-1-16,-3-2-3 0,3 3 7 15,-7-2-8-15,7 2 4 0,0-1-3 16,0 3 1-16,0-3-2 0,0 1 5 0,0 3-1 15,0-3-5-15,0-1-1 0,0 4 0 16,7-4 0-16,-4 7 1 0,-3-6-2 0,0 5 3 16,3-2-3-16,0 1-1 0,4 2 4 15,-7-2-2-15,6 2-3 0,5-4 4 16,-5 5 0-16,1-1-1 0,-1-2 6 0,5 4 2 16,2 0-11-16,-10-3-1 0,11 2 1 15,-11 0 0-15,7 2-5 0,-7 1 3 16,0-3-1-16,8 0 2 0,-11 0 2 15,3 1 0-15,7 2 1 0,-10 0-3 0,6-2 3 16,2 2 2-16,-8 0-6 0,3-4 3 0,0 4-5 16,4 0 7-16,-7 0-4 0,0 0 3 15,3-1 1-15,-3 1 0 0,0 0-4 16,3 1 8-16,-3-1-4 0,0 0-1 16,0 0 3-16,0 0-6 0,11-1 4 15,-11 1 2-15,0 0 2 0,0 1-2 0,0-1-1 16,0 0 1-16,3 0-4 0,-3 0 4 15,0 4-1-15,0-4 0 0,0 0-1 0,3 7-1 16,-3-1 5-16,7-2-3 0,-4 0 4 16,-3 2-1-16,3 2-4 0,0-1 3 0,5 3 1 15,-8-2-5-15,3-1 4 0,-3 3-1 16,3-2-4-16,-3-1 8 0,7 1-5 16,-7-1 1-16,0 0 1 0,-7 0 0 15,7 1 0-15,-3 2 3 0,0-3-3 0,3 1 1 16,-8 1-2-16,2-5 1 0,6 4 0 15,-3-4 0-15,-4 2 0 0,4-2 2 0,0 2-2 16,3-5 0-16,0 5 2 0,-8-4-2 16,8 4 1-16,0-3 4 0,0-2-1 15,0-1 0-15,0 3 1 0,0-3-1 16,0 0 3-16,0 0-7 0,0 0-3 0,0 0 8 16,-6-4-1-16,6 4-5 0,0 0 4 15,0-6-1-15,-3 6 3 0,3 0-8 16,3-5 5-16,-6 3-2 0,6-2 1 0,-6 3-2 15,6-5 3-15,-3 5-3 0,0-2 3 16,0 3 0-16,0-8-5 0,0 6 6 0,3-3 2 16,-3 2-10-16,3 0 6 0,-3-1-1 15,8 1-8-15,-8 0 9 0,0 1 0 16,0 0-6-16,0-2 3 0,0 4-6 0,0 0-4 16,3-4-5-16,-3 1-10 0,0 3-12 15,-3-1-23-15,3 1-71 0,0 0-22 16,0 0 53-16</inkml:trace>
  <inkml:trace contextRef="#ctx0" brushRef="#br0" timeOffset="80958.13">30086 7247 406 0,'-3'3'-6'0,"3"-3"-1"0,0 0 5 0,0 0 1 0,0 0 6 0,-3 0 4 0,3 0-3 0,0 0 5 0,0 0-4 0,0 0 4 0,0 0 0 0,0 0-2 0,0 0 7 0,6-6-8 16,-3 4-6-16,4-4 7 0,-7 5 5 0,6-5-12 0,5 5 3 0,-5-5 1 0,1 3-4 16,7-1 2-16,-11 0-5 0,7 3 3 15,-4-2 2-15,5 0-4 0,-8 3 2 16,7 0 1-16,-7 0 2 0,3 0 2 15,2 3-6-15,5 0 0 0,-10 2 1 0,0-3 2 16,8 3-6-16,-11 1 6 0,6-2-5 16,1 0 5-16,-7 4 0 0,3 1-1 0,-3-2-1 15,-3 0 1-15,-7 4 2 0,7-3-1 16,-8 3-1-16,5 2 4 0,-7-6-2 16,-1 5-6-16,4-5 3 0,-4 4 4 0,5-4-3 15,-4 4-3-15,-1-7 4 0,1 5 1 16,2-5 1-16,-2 0 2 0,4 2-2 15,-5-1 5-15,1-5-4 0,-4 3 2 0,7 0 5 16,-3-2-5-16,-1-1-3 0,1 0 2 16,6 0-1-16,-6 0-1 0,0-1 6 15,6 1-8-15,-3 0-13 0,0-3-13 0,4 3-22 16,2-3-30-16,-6 3-124 0,7-3 67 16</inkml:trace>
  <inkml:trace contextRef="#ctx0" brushRef="#br0" timeOffset="81259.39">29969 7469 543 0,'-6'9'-12'0,"6"-2"3"15,-10 0 3-15,6 4 7 0,-9-4 2 0,3 2-1 16,0 0 4-16,-3-2 0 16,3 0 4-16,-4-2 2 0,8 2 6 0,-7-1 5 15,5-5 3-15,2 3 6 0,-7-2-8 16,10-2 3-16,-8-2-5 0,5 2 0 15,-1-4 0-15,1 0-2 0,-2 0 6 0,8-2-5 16,0-1-10-16,-3 2 2 0,6-1 7 0,5-1-11 16,-8 0 6-16,6 2-7 0,7-2-5 15,1 1 3-15,5-1 3 0,8 2-1 16,0-1 3-16,6 2-9 0,-3 1 3 16,7 0 4-16,-4 6 4 0,0-3-13 15,8 3-4-15,-11 1-13 0,0 2-13 0,3-1-21 16,4 2-29-16,-14 0-88 0,4 0-47 0,-1 1 73 15</inkml:trace>
  <inkml:trace contextRef="#ctx0" brushRef="#br0" timeOffset="81727.39">30809 7272 582 0,'0'13'-22'0,"3"-4"1"0,5 1 3 0,-5 1 5 0,-3-4 4 0,0 0 1 0,3 0 3 0,-3-1 9 0,0 2 5 0,3-4 7 15,-3 2 9-15,0-5-4 0,7-1-3 16,-7 0 0-16,0 0-4 0,0 0 2 0,-10-8-3 16,10-1 1-16,0 0 1 0,0-4-6 15,-3 2 2-15,6-3 8 0,-3-1-5 16,0 0-3-16,0-2-1 0,3 2-1 15,-3-3 0-15,7 4 3 0,-4-3-4 16,0 6-4-16,5-4 5 0,-5-1-2 0,0 4 1 16,10-1 0-16,-2-2-7 0,5 1 1 15,1 2 0-15,-1-5 0 0,11 6 0 0,0-4-14 16,3 2-6-16,0 1-12 0,3 2-6 16,-6 0-11-16,3 2-28 0,0-2-132 15,-3 5 70-15</inkml:trace>
  <inkml:trace contextRef="#ctx0" brushRef="#br0" timeOffset="82151.73">30883 7247 568 0,'-3'3'-3'0,"-5"0"-3"0,8-2-1 0,0-1 2 16,11 3-1-16,-5-6 8 0,4 3-4 16,4 0-3-16,5-1 3 0,2-2 2 0,-1 0-2 15,-1 3 2-15,5-3 0 0,-7 1 0 16,6 0 0-16,-3-2-1 0,-7 3 0 16,4 1 1-16,-4 0-2 0,4 0 3 0,-7 0 0 15,-7 1-1-15,4 5-2 0,-10 2 1 16,-1 2 2-16,-6-3-1 0,-6 5 4 15,-1 1-3-15,-3-1 1 0,-6 1-2 0,2-1 2 16,4-1-2-16,-7-1 2 0,11 0-2 16,-4-1 1-16,-1 0 6 0,5-2 2 15,2-2 1-15,8 2 12 0,-7-1 1 0,2-2 0 16,5-1 5-16,-4 2-2 0,7-1 0 16,0-1-4-16,-5 0-6 0,8 0 2 15,8-2-1-15,-5-1 0 0,10 3-4 0,1-3 0 16,2 0-2-16,1 0-18 0,10 0-27 15,-8-3-29-15,8 3-93 0,3-1-42 16,0-5 67-16</inkml:trace>
  <inkml:trace contextRef="#ctx0" brushRef="#br0" timeOffset="82608.13">31466 7175 553 0,'-3'-8'-6'0,"0"2"-1"0,3-1 3 16,-4 3-2-16,-3-2 2 0,7 2 1 0,0 0-1 15,-3 3 4-15,3-5-2 0,0 5-1 16,0 1 2-16,10 0 1 0,-6 1 3 0,9 2-3 16,-10 1 6-16,10 0-4 0,4 3 4 15,-4-1 1-15,4 1-4 0,0 0 3 16,-1 1-4-16,-3-4 1 0,4 3 3 15,-4 1-2-15,1-2 0 0,-1-2-2 0,1 3 3 16,-8-3-4-16,4 0 4 0,4-1 0 16,-4 3 3-16,-4-5-2 0,-3 2 1 15,8 0 1-15,-8-2-3 0,4 3 1 0,-4-2-1 16,0 0 1-16,8 1-1 0,-8-3-3 16,-3 3 1-16,3-3 2 0,4 3-7 15,-7-3 3-15,3 1 6 0,-3 2-1 16,0-3-1-16,3 3 1 0,-3-3 1 0,-3 5 0 15,3-3-4-15,-13 6 5 0,2-1-4 16,2 3 2-16,-12 2 3 0,5 1-6 16,-1-1 3-16,-2 1 2 0,-5-1-4 0,7 3 2 15,-2-2 0-15,-5-1 0 0,7 1-6 0,1-1 3 16,-1-2 2-16,-3 1-2 0,10-4 0 16,-3 0-4-16,0 4-19 0,2-4-66 15,5-1-140-15,-7 1 77 0</inkml:trace>
  <inkml:trace contextRef="#ctx0" brushRef="#br0" timeOffset="83198.1">31773 7257 674 0,'3'-4'19'0,"-3"-2"0"0,7 3 3 0,-7-1 1 0,3-1-5 0,-3-1 0 0,6-4-2 0,5 2-4 0,-11 0-4 0,13-3 1 0,-3 1-6 0,-3 0 5 0,3-1-3 0,-4 3 4 0,11-3-3 0,-4-2-1 0,4 3-4 0,-4 2 4 0,1 1-2 0,-1 0-3 0,0 0 1 0,4 2 1 0,-4-1-5 0,1 2 1 0,-1 1-2 0,1 0 11 16,-8 1-9-16,7 4-1 0,-10 1 4 15,5 4-2-15,-5 0-3 0,-6 4 4 16,3 2-3-16,-11-1 4 0,1 1 3 16,4-1-8-16,-8 1 1 0,11-4 5 0,-7 4-4 15,7-5-3-15,-8 2 8 0,8-3-1 16,-7 1-3-16,7-1 0 0,0 0 1 0,3-1 0 16,-10-1-2-16,10-1 1 0,-4 2-3 15,4-2 8-15,-3 2-5 0,3-5 1 0,0 5 1 16,0-4 0-16,3 1 1 0,-3-3-4 15,11 3 6-15,-5 0-2 0,7-3-1 16,1 1 3-16,-1-1-2 0,-7 3 0 16,5-3 1-16,2 3-9 0,-10-3 6 0,8 0 1 15,-5 1-2-15,4-1 2 0,-7 0-3 16,8 4 4-16,-8-4 0 0,0 2 1 16,4 0-5-16,-4 1 5 0,0 3-3 0,-3-2 4 15,0 0 3-15,0 2-3 0,0 2 8 16,-3-1-5-16,0 1-4 0,-7-1 3 15,-1 3-1-15,5-2-1 0,-7 2 3 16,2-3-2-16,-2 1 0 0,4-1-2 0,-5 0-3 16,1-1-10-16,-1-1-7 0,1 2-21 15,7-1-42-15,-15-5-66 0,5 2-81 0,2 0 77 16</inkml:trace>
  <inkml:trace contextRef="#ctx0" brushRef="#br0" timeOffset="83582.02">32276 7086 650 0,'10'-7'8'0,"-7"0"8"0,1 4-5 15,-1-1 2-15,7-1 1 0,-10 2 2 0,3-1-6 0,4 1 2 0,-4 0-1 0,-3 3-3 0,4-3 0 0,-4 3-2 0,7 0-1 0,-4 6-2 0,0 1 3 16,-3 5 2-16,0 1 1 0,0-1-5 16,0 5 6-16,0 1 0 0,0 0 6 0,3 2 1 15,-3 3 19-15,0 2 5 0,7-4 1 16,-7 3-1-16,0-2 4 0,0 3-4 16,3-3-2-16,-3 2 8 0,0-5-3 15,-3 1-3-15,6-2 1 0,-3-3-2 0,0 0 0 16,0-2-5-16,0 1 0 0,0-3-6 15,0 1 2-15,3-2 1 0,-3 0-4 0,0-3-5 16,0 1 3-16,0 2-12 0,8-5 7 16,-8-1-2-16,0 5-3 0,0-5-4 0,0 0 2 15,0 0-38-15,3 0-57 0,-3-4-63 16,0 0-158-16,0 0-104 0,0 0 82 16</inkml:trace>
  <inkml:trace contextRef="#ctx0" brushRef="#br0" timeOffset="109961.97">16440 7104 1048 0,'0'3'-54'0,"0"-3"6"0,3 0 5 0,-3 0 11 0,0 0 1 0,3 3 5 0,-3-3 6 0,0 0 5 0,0 0 0 0,0 0 9 0,0 0 5 16,3 1-5-16,-3-1 9 0,0 0-2 16,0 0 4-16,0 0 3 0,0 0-2 0,0 0-3 15,0 0 3-15,0 0 2 0,-6 4 0 16,6-2-2-16,0-2 3 0,0 0-2 16,0 0-2-16,0 0 0 0,0 0 9 15,0 0-4-15,-7 0-2 0,7 0-6 0,0 0 5 16,0 0 0-16,-7-2-3 0,7 2 3 15,-10 0-5-15,4-4 5 0,-1 4-9 0,0 0 4 16,-3-4-2-16,1 1 0 0,-1 2 2 16,-1-2-1-16,-2 0 1 0,-1-2 6 0,-2-1-8 15,-1 2 0-15,1 1 1 0,-4-1 1 16,4-2-3-16,-1 4 1 0,-1-4 8 16,-1 2-5-16,2 0-1 0,1 1-2 0,2-3 5 15,-2 4-2-15,-1-4-2 0,4 2 4 16,-4 1-3-16,0 2 0 0,-3-2-7 0,3 0 0 15,1 0 2-15,-1 1 3 0,1 0-6 16,-2 2 8-16,-1-5-3 0,2 5 2 0,-3-3-1 16,0 0-1-16,0 2 0 0,1-2 4 15,-2 0-5-15,1 0 5 0,1 1 1 16,-2 0-4-16,1-2 1 0,1 3-2 16,1-2 0-16,-2 0-3 0,4 2 5 15,-1-2 1-15,-3 0 1 0,3 0-7 0,1 3 5 16,-1-2-3-16,1 0 11 0,-1-2-7 15,0 3-1-15,1-2 3 0,3 3-9 0,-4-3 5 16,-1 2 2-16,2 1 0 0,2-3-4 16,-2 0 2-16,-1 0 1 0,1 3 0 15,-1-2 0-15,-2 0-6 0,-2 2 5 0,1-4-6 16,4 4 4-16,-5-1 3 0,5 1 2 16,-1-3-8-16,1 3 6 0,-1-3-2 0,4 3 4 15,-4-1 5-15,4 1-10 0,-1 0 4 16,1 0-2-16,-1 0 2 0,5-3 0 15,-4 3-7-15,-1 0 4 0,1 0 0 0,2 0-2 16,-5-3 0-16,2 3 8 0,-5 0-7 0,2 0 3 16,-4 3-2-16,5-3 2 0,-4 3-5 15,0-3 2-15,0 0 4 0,0 1-2 16,0-1-2-16,0 3 0 0,0 0 0 16,4-3 7-16,-2 1-10 0,2-1 4 15,-1 4-1-15,1-2 5 0,-1-2-5 0,1 2 0 16,-1 1 5-16,1 0-1 0,-2 0-6 15,-2-2 3-15,4 2 5 0,-1 0-2 0,-2-2-4 16,1 3 4-16,-2 0 3 0,1-1-9 16,-2 0 7-16,1 0 0 0,1 1-7 15,-2-1 5-15,2-2-5 0,-1 3 6 0,-1 0 0 16,2-1-2-16,-1 0-1 0,-1 0-4 16,2-2 8-16,-2 5-7 0,1-5 5 0,-2 3 0 15,1 0-3-15,-2-1-3 0,-1 3 14 16,-2-5-12-16,3 2 0 15,-1 1-1-15,-3 0 2 0,8-2 3 0,-5 3-5 0,1-2 2 16,2 0 3-16,2-2 2 0,-4-1-3 16,2 3-5-16,-1 0 6 0,-5-2 3 0,3 3-1 15,-3-2-2-15,4 0-1 0,-4 1 3 16,1 0-3-16,-4 0 0 0,3 1-4 16,1-1 8-16,-4-2-5 0,3 3-1 0,0-2 0 15,0 0 5-15,0 4 0 0,8-3-6 16,-5-3 2-16,4 4 2 0,1-4-5 15,-2 3 1-15,1-2 4 0,1 3-1 16,-2-2 1-16,-2 0 1 0,3-2-5 0,-6 3 2 16,-1 0 2-16,0 0 1 0,-3-3-1 15,3 1 0-15,-3 2-3 0,0-3 2 0,3 0 0 16,2 0 1-16,1 0 2 0,0 0-3 0,1 0 1 16,0 0 1-16,-4-3 6 0,1 2-13 15,2-2 3-15,-3 0-2 0,4 3 11 16,3-3-7-16,0 1-5 0,-4 0 13 15,5-2-6-15,-1 3-3 0,-1-2-4 0,2-1 8 16,-5 1 0-16,4-3-1 0,-2 2-7 0,-2-1 6 16,4-1-1-16,-4-1 1 0,5 2-2 15,-5-2 5-15,1-3-4 0,0 2 0 16,-1-2 2-16,1 3 2 0,-1-3-4 0,-3-1-4 16,2 1 3-16,-2-2 2 0,-3 5-4 15,0-3 3-15,-7-2 3 0,3 1-8 16,-2 4 4-16,-4-3-3 0,3 2 4 15,-7 1-4-15,5 0 6 0,-4 1-8 0,2-1 6 16,-2 2-2-16,0-1 2 0,-1 5-4 16,1-2-2-16,3 0 6 0,3 3-1 0,-2-3-4 15,-1 6 5-15,-1-3 1 0,-2 3-2 16,0 0-1-16,-1 1 3 0,-2 0 0 16,2 2 0-16,-2-1-4 0,-4 2 3 0,4 4-3 15,-8-1-2-15,4 0 3 0,7-1 6 16,-4 0-5-16,4-1 9 0,3 3-9 0,-1-4 1 15,5 4 0-15,-1-4 0 0,7 0-1 16,0 0 3-16,3-1 8 0,4 2-14 16,0-4 1-16,0 2 6 0,6-1-6 0,-3-3 1 15,6 3-5-15,-2-2 9 0,2 0-5 16,5-2 5-16,-5 2 0 0,4 0-1 0,4-2 0 16,-4 3 0-16,2-4-6 0,2 2 7 15,-4 0 1-15,7-2 0 0,-3 0-5 16,1 3 2-16,-1-3-3 0,3 3 6 15,0-3-4-15,3 0-1 0,-10 3-1 0,7-3 0 16,-2 0 3-16,2 1 3 0,3-1-5 16,-3 3 1-16,0-3-3 0,0 3 1 15,3-3 4-15,-4 0-6 0,1 1-1 0,0 5 1 16,0 2 4-16,-2 7-5 0,2-1 7 0,3 10 1 16,-3 1-2-16,3 4 2 0,3 8-1 15,0-2 0-15,2 5-1 0,1 1 0 16,1-1 3-16,2 2 1 0,-1-2-3 0,1 3 2 15,-2-7 2-15,2 0-5 0,-1-3 0 16,-2 2 4-16,1-6-4 0,-1 2 2 0,-3-3-4 16,5-3 2-16,-5 0 8 0,0-3-5 15,1 3 0-15,-1-3 0 0,0 0-5 16,0-1 7-16,-3 0-4 0,3 0 2 0,-3-3 2 16,0 0 4-16,0-1-6 0,0-5-2 15,0 2 2-15,0 0-2 0,4-3-2 16,-4 0 1-16,0-1 0 0,0-2 0 0,0-1-3 15,4 1 11-15,-4-2-4 0,3 2-4 16,-6-1 0-16,6-1-1 0,-3-2 2 16,3 3 3-16,-3-3 0 0,0 0 3 15,4 0-9-15,-1 2 4 0,0 1-3 0,4-3 2 16,3 4-8-16,0-2 6 0,3 2 4 16,1-1 2-16,5 2-3 0,1-1 1 0,4 0 5 15,0 1-3-15,6-1-7 0,6 0-1 16,0 3 5-16,7-4 1 0,1 0 6 0,-1-1-6 15,8 2-1-15,-2-4-2 0,5 2 3 16,-1-1-2-16,11 0 4 0,-8-3-4 16,4 1-7-16,0 0 10 0,4-2-3 15,-1 2 4-15,-3-3-2 0,-3 3-3 0,6-3-1 16,4-3-3-16,-4 3 9 0,3-3-3 0,1 2 3 16,-4-7-3-16,0 5 4 0,1 1-1 15,-1-3-5-15,0 2 4 0,2 0-4 16,-10 2 4-16,-1 1-4 0,0 0-2 0,-1-3 0 15,-7 3 0-15,-6 0 1 0,1 0 2 16,-5 3-3-16,1-3 7 0,-4 0-3 16,-3 1-6-16,-3-1 1 0,-4 3 7 0,1-3-2 15,-5 0 1-15,2 0-4 0,-5 3 2 16,1-3 1-16,-1 0-2 0,-2 1 0 0,2-1-1 16,-2 0 4-16,-1 4-1 0,1-4-6 15,-5 2 2-15,4-2 6 0,-2 3-4 16,2-3 9-16,-2 0-11 0,-2 2-1 0,1 1-1 15,-4-3 4-15,2 0-2 0,-2 3 6 16,1-3-10-16,-1 1 3 0,2-1 3 16,-5 0 1-16,3 3-4 0,-2-3 4 0,2 3 2 15,-3-3-6-15,0 1-1 0,5 3 5 16,-5-4 0-16,0 0-1 0,1 2 3 0,-1 3-7 16,0 1-4-16,0 1 12 0,4 3 2 15,-3 2-6-15,2 3-1 0,1 3-1 16,-4 2 3-16,7-1 2 0,-6 2-1 0,6 4 0 15,-4-3 6-15,1 3-8 0,3 0 7 16,-3-2-8-16,-4 2 4 0,7 0 2 16,-7-3-3-16,7 1 5 0,-6-2-5 15,2 3-2-15,1-5-2 0,-4 2 5 0,0-4-2 16,4 1 10-16,-3 0-11 0,2-1 5 0,-3-2-2 16,1 0 3-16,-1-4-4 15,0 6 0-15,1-3 0 0,-1-2 1 0,1 1-3 16,-4-1 3-16,3 1 1 0,-3-1 4 15,3 1-6-15,-3-2 1 0,3 1 3 0,-3 1-1 16,0-5-5-16,4 6 10 0,-4-4-6 16,0 0-3-16,3 2 1 0,-3-2 1 0,0 1-3 15,0-3 0-15,3 3-2 0,-3-1 7 16,0 0-4-16,0-2 3 0,4 2-10 16,-8-5 12-16,8 5-7 0,-4-6-2 0,0 3-2 15,4 2 12-15,-4-4-5 0,0 2-1 16,0-3 2-16,0 2-3 0,0 2 8 0,3-5-9 15,-3 4 4-15,0-2-1 0,3-3-4 16,-3 3-2-16,3-2 5 0,-3 1 2 16,0 2-10-16,3-5 6 0,-3 3 6 15,4 1-1-15,-4-3-6 0,3 4-2 0,-3-5 9 16,3 5-3-16,0-1-4 0,-3-3 2 16,5 1 5-16,-2 2-7 0,0-2 3 0,-3-2 0 15,3 5-3-15,0-5 5 0,4 5 1 16,-4-1-1-16,5 1-1 0,-2-2 1 15,4 0 7-15,-4 5 2 0,5-4-14 0,2-1 7 16,1 2-2-16,2 1 1 0,4 1-4 16,3-4 0-16,0 3 7 0,4 2-5 0,3-4 0 15,0-1-5-15,3 2-29 0,4 1-25 16,-4-4-98-16,0-1-184 0,2 1 147 0</inkml:trace>
  <inkml:trace contextRef="#ctx0" brushRef="#br0" timeOffset="116349.09">17596 7578 481 0,'-3'-3'-40'0,"-1"0"7"0,4 0-1 0,0 3 4 0,-3-2 3 0,3 2 0 0,0 0 3 0,0 0 4 0,0 0 2 0,-3 5 3 0,0 2-1 0,3 0 2 0,0 4 1 0,0-1-1 0,0 2 2 15,3-1 4-15,-3 2 0 0,0-1-1 16,0-2 1-16,0 0 0 0,3 0 2 16,-3 2-2-16,0-4 3 0,3-2 3 0,-6 2 6 15,6 1 31-15,-6-5 3 0,3 0-2 16,3 3 7-16,-3-6 2 0,0 5-2 16,0-1 2-16,0-3 6 0,0 1-2 0,0-3-5 15,0 0-4-15,0 0 2 0,0 0-7 16,0-16-4-16,0 8-4 0,4 0 0 15,-4-2-7-15,0-1 0 0,0-3-4 0,0 1-3 16,0-2 0-16,0 3-4 0,3-5 4 16,-3 6-2-16,0-4-6 0,3 2 2 0,-3 1-4 15,0 2 2-15,0-4-2 16,0 6 1-16,4-3 5 0,-4 4-7 0,0-3 1 0,0 2-4 16,3 1 1-16,-3 0 5 0,4-2-4 15,-1 1 2-15,3 1-5 0,-2 3 4 16,2-4-5-16,1 2 1 0,3-1 5 0,3 3-8 15,1-4 1-15,-1 6-3 0,1-3 3 16,2-1-7-16,-2 5 0 0,-1-2 2 16,1 0-1-16,-5 0-7 0,4 1-2 0,-2 2-1 15,-1-2 0-15,-1-2 2 0,-1 4 4 16,-2 0-5-16,1 4 0 0,-1-4 2 0,0 2-6 16,-2 0 5-16,-4 4 0 0,4-2 3 15,-4 2 3-15,-4-1 0 0,-3 2-2 0,1 0 3 16,-1 4 3-16,-2-4-4 0,-2 0 2 15,-2 6 5-15,-1-2-2 0,-2 1 0 16,-1-2 2-16,7 0-3 0,-4-3 4 16,1 1-1-16,4-1 3 0,-2 1 0 0,1-1 2 15,1 0-5-15,-2-1 0 0,5 1 4 16,-1-2 3-16,-3 1-7 0,7-2 4 0,-4-1-2 16,4 2 4-16,-1-2 2 0,1 1-3 15,3-1 1-15,3 0 5 0,7-3 3 16,1 0-8-16,2 0-2 0,4 0 5 15,-1-3-3-15,4 0-1 0,1 3 4 0,-2-3-5 16,1 2 0-16,1 1 5 0,-8-3-4 16,4-1 2-16,-4 4-1 0,-1 0-2 0,-1 0 1 15,-1 4-2-15,-7-1 0 0,0 1 0 16,-3 4 1-16,-3-2 0 0,-3 2 3 0,-1 1-2 16,-4-1 0-16,-1 3 0 0,2-1 1 15,-7 1 0-15,4-1-1 0,-1 2 7 16,-2-2-5-16,-1 0 4 0,7-1-2 0,-4-3 1 15,4 1-2-15,-2 1 1 0,1-1-3 16,4-1 0-16,1-2 4 0,0-1 1 0,-2 2-3 16,5-2 1-16,3-2 1 0,7 2-3 15,0 0 2-15,2-6-4 0,4 3 5 16,1 0-1-16,2-3-15 0,5 2-35 16,-1-2-71-16,-1-1-8 0,-1 3 43 0</inkml:trace>
  <inkml:trace contextRef="#ctx0" brushRef="#br0" timeOffset="117766.06">17916 7482 384 0,'0'0'16'0,"-3"-3"1"0,3 3-1 0,-3-1-1 0,3 1 2 0,-4-3-5 0,4 3 2 0,0 0-2 0,0 0-3 0,-7-3 3 0,7 3-1 0,0 0-4 0,-3 0-2 0,3 0-1 0,0 0 5 16,0 0-8-16,0 0 5 0,10 6-2 15,-6-5-1-15,6 5-1 0,-4-1 1 16,4-3-3-16,0 3 2 0,0 1 0 16,3-2-2-16,-2 0 3 0,2 2 4 0,0-1-10 15,-3-2 6-15,3 1-3 0,1-1 4 0,-1 0-9 16,1-2 5-16,-5 3 2 0,4-2 1 16,-2 0-2-16,-1 1-2 0,-1 0 2 15,-1-3 2-15,-2 3 0 0,1-3-3 0,-1 1 3 16,2 2 3-16,-5-3-4 0,3 3-2 15,-2-3 2-15,-1 1 1 0,0-1 6 16,0 4-6-16,-3-4-1 0,0 2 10 0,0 3-12 16,0-2 2-16,0 1 0 0,-3 2 2 15,0 1 0-15,-4-2-1 0,1 2-1 0,3 0 1 16,-5 4-3-16,2-3 4 0,-1 2-4 16,-2 3 3-16,-2-5 3 0,4 3-8 0,-2-1 2 15,1 1 2-15,-1-1-3 0,2-2-9 16,1 3-10-16,-2-3-13 0,2-2-45 15,-1 1-105-15,1 0 62 0</inkml:trace>
  <inkml:trace contextRef="#ctx0" brushRef="#br0" timeOffset="118869.9">18239 7442 489 0,'0'-2'-7'0,"3"-3"6"0,1 2 2 0,-4 0 2 0,4 2 2 0,-1 1 3 0,-3 0-1 0,0-6 4 0,0 3-1 0,0 3-3 0,3-2 0 0,-3 2 1 0,4 0 1 0,-4 0-6 0,0 0 2 0,0 0 0 0,0-6-1 16,0 6 1-16,0 0-2 0,0 0 1 0,3 0-1 15,-3 0-4-15,0 0 1 0,0 0 5 16,0 0-2-16,-3 8-4 0,3-2-2 16,0-2 3-16,0 3 3 0,0-1-2 0,-4 2-2 15,8-4 4-15,-8 3-4 0,4-1 4 16,0-1-2-16,0 2-1 0,0-4 3 0,0 1-4 16,0 2-3-16,0-1 3 0,-3-2 3 15,3 1-4-15,0-1 4 0,0 1-3 0,3 0 2 16,-3-4-1-16,-3 2 1 15,3 0 4-15,0 1 2 0,0-3 10 0,0 0-3 16,0 0 3-16,0 6-1 0,0-6 6 0,0 1-2 16,0-1-3-16,0 0 10 0,0 0-13 15,0 0-1-15,0 0 2 0,0 0-1 0,0 0-6 16,0 0 6-16,0 0-3 0,0 0-5 16,0 0-3-16,0 0 3 0,0 0-3 15,0 0-2-15,0 0 3 0,3 3-5 16,-3 1 4-16,0 0-6 0,4 0 6 0,-1 2-7 15,0-2 8-15,0 3-1 0,0-1-2 16,5-4-3-16,-5 7 5 0,4-5-4 0,-1 0 4 16,1 0 1-16,0 0-4 0,3-1 0 15,-4 3 0-15,1-6 1 0,3 1 3 16,0-1 0-16,0 0 0 0,0-1 3 0,0-2-12 16,3-3 14-16,-3 2-7 0,0-4 1 15,0-2-8-15,4-1 9 0,-5 0-3 16,1-3-6-16,1-3 5 0,-2 2-1 0,-2 1-2 15,-1-1 5-15,2 0-2 0,-5 2 2 16,0 1 3-16,4-1-1 0,-7 2 0 0,3 4 1 16,-3-3-5-16,0 2 3 0,0 1 4 15,-7 3 1-15,-2-2-4 0,-2 2-5 16,-2 4 6-16,-1-4-5 0,1 8-3 16,-3-2-10-16,2 3 0 0,1 5-13 0,-4 0-18 15,8 2-48-15,2 1-169 0,0 2 221 16</inkml:trace>
  <inkml:trace contextRef="#ctx0" brushRef="#br0" timeOffset="130440.73">18703 6447 404 0,'0'-3'22'0,"-4"1"-9"0,4 0 5 0,0-3-1 0,0 2-3 0,4 0-2 0,-8 2-3 0,4 1 1 0,0 0 1 0,0 0-2 0,0 0-1 0,0-6-3 0,0 6 2 16,0 0-2-16,-6 0-3 0,6 0-2 0,0 0 4 16,-7 7-6-16,1 0 4 0,2 1 2 15,-3 1-2-15,4-1-1 0,0 3 2 16,-4-1-2-16,4 0 2 0,0 1-5 0,-1-3 0 15,0 3 1-15,1-1 3 0,3 0 0 16,-3 1 1-16,3-3-1 0,0 3 0 16,0-1 0-16,0-2-2 0,0-1 0 0,3 3-2 15,-3-6 7-15,0 4-8 0,3 1 16 16,1-5-13-16,-4 0 3 0,4 2-4 16,-1-1 4-16,0-2-3 0,4 1 2 0,-4-1 1 15,7-3 0-15,-3 0 3 0,3 0 0 16,-4-3-2-16,5 3 3 0,-1-1 0 0,-4 1 2 15,1-3 4-15,3-3-7 0,0 4 6 16,-4 0 1-16,4-3-4 0,1-1 4 16,-5 2 0-16,4-4-1 0,-3 1 1 15,0-3 0-15,-1 2 7 0,-3 1-2 0,4-3-6 16,-1-4 3-16,-1 6-4 0,-2-5-2 16,-3-2-1-16,3 1 2 0,-3 3-6 0,3 1 5 15,-3-2 3-15,0-1-2 0,0 1-3 16,0 1 2-16,-3 1-1 0,3 0-1 15,-3-1-5-15,0 3 3 0,-2-1-6 0,-1 1 4 16,-1 1-1-16,1 0-5 0,-4 7 0 16,0 3-13-16,0 1-14 0,-4 9-14 0,1-1-47 15,3 6-170-15,0 2 219 0</inkml:trace>
  <inkml:trace contextRef="#ctx0" brushRef="#br0" timeOffset="132272.95">19662 6450 677 0,'-3'-3'-28'0,"3"3"2"0,0-3 6 0,0 3 0 0,0 0 5 0,8-8 3 0,-5 7 3 0,0-5 8 0,-3 5-5 0,3 1 4 0,0-6-1 0,1 3 5 0,2-1 2 0,-3-1 3 0,2-2-5 0,1 1 4 0,-3-1 8 0,1-1-7 0,2 4 6 0,-3-7-2 0,5 4 5 0,-2-3-6 0,-3 0 1 0,1-1 1 0,2 1-1 0,-3 1 0 0,0-1 5 0,2 0-7 0,-2-1 4 0,0 1-1 0,0 2-2 0,-3 0-3 0,4 2 8 0,-1-1-6 16,-3 2 1-16,3-2-4 0,-3 1 5 15,3 3-5-15,-3-1-4 0,0-1-1 0,0-1 4 16,3 5-1-16,-3-5-5 0,0 3 4 16,0 1-5-16,0 2 6 0,0 0-4 0,4 11 0 15,-4-4-1-15,0 0 0 0,4 5 7 16,-4 3-3-16,3 2-3 0,0 0 4 0,-3-1-9 16,4 5 8-16,-1 0 1 0,0 0 0 15,0 0-1-15,0-2-1 0,-3 3-4 0,4-1 3 16,3-4 2-16,-7 1 2 15,3-3-7-15,1-1 2 0,-1 1 4 0,0 1-1 16,-3-4 2-16,3 1-2 0,-3-4-4 16,4 1 2-16,-4 1-2 0,3-4-2 0,-3 3 2 15,0-6 4-15,4 4-4 0,-4 1 0 16,3-5 5-16,-3 4 1 0,0-6-8 16,3 3 8-16,-3 1-6 0,0-2 0 0,0-1 5 15,0-2-1-15,4 3 5 0,-8 0-3 16,4-1-3-16,0 0-2 0,0-3 5 0,-3 4 2 15,0-1-7-15,-1 0 1 0,-3 2 1 16,1-3-1-16,-4 0 3 0,3 1-3 16,3 0 0-16,-2 0 1 0,0-2-1 0,-1-1 6 15,4 3 1-15,-1 0 2 0,0-3-3 16,4 0 7-16,0 0-8 0,0 0 4 0,11-6-2 16,2 5-8-16,4-5 3 0,3-1-1 15,6 2 2-15,1-2 3 0,0-2-5 0,3 0-11 16,6 2-11-16,1-4-16 0,-4 1-15 15,5 0-39-15,-2-1-178 0,-3 3 212 16</inkml:trace>
  <inkml:trace contextRef="#ctx0" brushRef="#br0" timeOffset="139746.07">27243 8647 745 0,'0'0'-18'0,"0"0"-3"0,0 0 4 0,0 0-1 0,3 3-15 0,-3-3-59 0,4 0-94 0,-4 0 63 0</inkml:trace>
  <inkml:trace contextRef="#ctx0" brushRef="#br0" timeOffset="144343.42">16426 6986 490 0,'-3'-1'-6'0,"3"-2"2"0,0 3 3 16,0 0 7-16,0 0-1 0,0 0 0 15,0 0 3-15,0 0 2 0,0 0 2 16,0 0-1-16,-7 0 1 0,7 0 0 0,0 0 1 16,0 0 5-16,0 0-4 0,-3 3-3 15,3-3 4-15,0 0-4 0,0 0-2 16,0 0 1-16,0 0 3 0,0 0-6 0,0 0 2 16,0 0-1-16,0 0-3 0,0 5 1 15,0-5 4-15,0 0-2 0,0 0 2 0,10-4 1 16,-10 4 10-16,6-1 4 0,-2 1 11 15,-1-3-14-15,1 3 5 0,-1-3-4 16,0-1-8-16,4 1 3 0,-4 0 1 16,4 3-3-16,-7-4-5 0,3 4 1 0,1-4 3 15,-1 4-4-15,0-1-2 0,-3 1 4 0,0 0-3 16,0 0-6-16,0 0-1 0,7-3 0 16,-7 3-1-16,0 0-2 0,0 0-2 15,3 4 9-15,-3 2-7 0,0-4-3 0,3 4 7 16,-3 1-1-16,4-3-3 0,-4 2 4 15,4-1-10-15,-4 1 6 0,0-2 1 16,3-1-4-16,-3 2 5 0,3-1-2 0,-3-1-2 16,0 0-1-16,0 0 3 0,0 1-4 15,3-1-1-15,-3-2 6 0,-3 3 0 16,3-2-5-16,0-2 1 0,0 5 6 0,0 1-2 16,0-6-3-16,0 1 5 0,3 2-4 15,-3 0-1-15,0-2 8 0,0-1-6 16,0 4 6-16,0-4-8 0,0 2 0 0,0-2 5 15,0 0-2-15,0 2 6 0,0-2-9 16,0 0 2-16,3 3 3 0,-3-3-1 0,0 0 0 16,0 0 4-16,0 0 2 0,0 0 4 15,0 0 2-15,0 0 5 0,4-7-3 16,-4 2-2-16,3-2-1 0,3-6 1 0,-1 1-4 16,4-5 0-16,-6 3 3 0,7-4-1 15,1 0-1-15,-5-1-2 0,7-4 4 16,1-2-5-16,2-2-6 0,1-4 4 0,4 2-3 15,-5-3 7-15,7 1-9 0,-3 2-1 16,3-7 4-16,4 1-5 0,3 2-1 16,-3 1 10-16,6 0-10 0,-3 2 6 0,3-2 0 15,1 4-4-15,2-1 1 0,2 1-3 16,-2-3 3-16,4 6-1 0,0 0 2 0,0 0-10 16,0 0 10-16,3 0-6 0,4 3 1 15,-4 0-1-15,7 1 8 0,-4 2-2 0,2-1-6 16,-2 2-3-16,4-1 9 0,-3 2-4 15,-1 0 1-15,2 2 0 0,-9 1 6 16,4 2-2-16,1-5-4 0,-4 9 3 0,0-5-6 16,0 1 8-16,0 1-9 0,0-2 10 15,-1 4-7-15,2-1-1 0,-4 0 6 16,2 2-3-16,-2-2 1 0,0 3 3 0,-4-1 3 16,-3 1-10-16,0 0-2 0,0 1 8 15,-3 1-3-15,-1-1 6 0,1 2-2 0,-4 0-4 16,1 1 2-16,-5-2 1 0,2 2-3 15,-1 1-2-15,-4-3 2 0,1 2-7 16,3 0 7-16,0 2-2 0,0-2 2 0,0 3 1 16,3-3 4-16,-2 1-3 0,5-1-6 15,1 3 7-15,-1-2-2 0,1-2-1 0,-4 4 2 16,1-1-1-16,3 1 6 16,0-3-7-16,-2 3 4 0,5-3-2 0,-6 3 3 15,0-1-2-15,2-2-4 0,1 3 3 16,3-3-1-16,-4 1-3 0,4 2 3 0,3-3-2 15,-3 3 1-15,5 0 1 0,-5-2-1 16,3 2 7-16,-3-4-3 0,3 4-2 0,-3-1-2 16,0 1-1-16,-4 0 5 0,4 0-4 15,-6 0-2-15,2 0 4 0,-2 0-5 16,0 0 3-16,-2 0 2 0,2 0-1 0,-1 1-1 16,4 3-2-16,0-4 3 0,-1 2 0 15,0 3 1-15,5-2-2 0,-1 0 2 0,0 1 6 16,0 0-8-16,0 2 1 0,3-1 3 15,-6 1-3-15,6-2-4 0,-6-1 3 0,3 4 0 16,0-2 7-16,-3 1-6 0,-1-2 2 16,-2 0 2-16,2 2-5 0,-3-1-2 15,4 1 2-15,-3 1 5 0,-1-2-12 0,3 0 9 16,-2 3 5-16,-1-4-2 0,1 4-1 16,3-3 2-16,-5 3-6 0,2-4-2 15,3 4 6-15,-4-3-2 0,4 0-1 16,-8 2 0-16,8-4-3 0,-3 2 6 0,-5 0-1 15,1 0 0-15,1-2 4 0,-5 1-8 0,4-1 3 16,1 2 1-16,-2-3-3 0,-2 3 3 16,2-2-5-16,2 0 5 0,-1 1-3 15,-1 0 4-15,2 0-1 0,-1-2-7 0,3 3 7 16,0 1-4-16,1-5 9 0,-1 5-1 16,0-5-6-16,1 5 1 0,2-4 0 15,-2 4 4-15,3-3-11 0,-5 1 1 0,-1-1 4 16,2-2 3-16,-2 3-2 0,-2-2-5 15,1 0 6-15,-4 4-2 0,5-3 4 16,-4-2-7-16,-1 2 2 0,4 1 1 0,-3 0-1 16,3-2 5-16,0 3-5 0,-4 1 10 15,8-2-12-15,-1 0 2 0,-3 2 5 0,3-1-6 16,1 1-1-16,0 1 7 16,-2-2-1-16,2 2 1 0,3-1 0 0,-4 1-2 0,4 0 2 15,-5 1-4-15,2-1 4 0,0 1 0 16,-1-1-4-16,0 0 5 0,0 4-5 15,1-4 1-15,-1 3 5 0,0 0-2 0,1 1-1 16,-1-3 1-16,1 3 2 0,-2 2-3 16,5-4 10-16,-3 4-7 0,3-1-1 15,-4 1 4-15,4-3 1 0,-4 2-4 16,0-1 7-16,1 2-4 0,-5-5 5 0,5 3-1 16,-4-1-2-16,0 0 3 0,0-2-4 15,0 2 3-15,-4 2-4 0,4-2 1 0,-2-2-4 16,-2 2 5-16,1 0-2 0,-4-1 1 15,4 0-3-15,-4-1-1 0,4 6-1 0,-4-4 2 16,0-1-2-16,4 1-1 0,-4 3 0 16,4-2-2-16,0 1 1 0,-4 1 3 15,3-1-1-15,-2 1 3 0,2-1-7 0,-2-2 3 16,-1 1 1-16,4 0 4 0,-7 2-9 16,4-1 2-16,-2-2 0 0,1 2 2 15,1 1-2-15,-4-3 3 0,4 2 0 0,-1 1-1 16,1-1 2-16,-2 1-3 0,1 2 1 15,1-3-1-15,2 1 3 0,-2 2-3 0,2-2 2 16,5 2-2-16,6 2 4 0,3 1-3 16,3 1 7-16,-3-1 3 0,6 2-1 15,1-5 0-15,4 7 1 0,5-4 1 0,-10 0 2 16,11-1-3-16,-10-2 0 0,6-1 0 16,-10 0-4-16,8-3 1 0,-2 3 1 15,4-3 1-15,-2 0 0 0,2 2 2 0,1-6-1 16,-4 4 0-16,-4-4 3 0,-3-2-5 15,-3 2-2-15,0-1 5 0,0-2 0 16,4 0 3-16,-1 2 4 0,-3-4-1 0,6 4 0 16,-6-2-5-16,0-1-2 0,4 1 0 15,-4 0 0-15,0-2 2 0,3 0-4 0,-3 4-3 16,4-6 2-16,-8 3-3 0,7-2-1 16,-6 2 2-16,-3 0 0 0,-1-3-2 15,4 1 0-15,0 3 0 0,3-2 3 0,0 0-5 16,0 1 5-16,3 0 2 0,0 0 1 15,4 1 5-15,-1-1-8 0,-2-2 2 0,2-1 0 16,2 4-3-16,-5-2 3 0,3 0-5 16,1 1-3-16,6-3 2 0,-10 3-1 0,8-3-2 15,-5 0 3-15,4 3 1 0,-4-3-1 16,2 0-3-16,-2 1 1 0,4-1 2 16,0 0-4-16,-3 0 3 0,6 0-4 0,-6 0 5 15,3 0-3-15,0-1 0 0,0 1-2 16,-1 0 1-16,2-3-2 0,-1 3 0 15,-4-3 0-15,1 3 1 0,0 0 1 0,0 0-1 16,-1-3 1-16,-3 3 0 0,1 0-3 16,-4 0 3-16,3-2 0 0,-3 2 3 15,0-2-1-15,0 2 2 0,3 0-3 0,-3-4 2 16,-3 4-1-16,3 0 1 0,0-1-3 16,0 1 0-16,0 0 5 0,0-3-5 0,0 3 2 15,0 0 0-15,7-3-3 0,-7 3 2 16,0 0 0-16,-7-1 0 0,7 1-1 15,0-3-3-15,-3 3 2 0,-1 0 3 0,4-3-3 16,0 0 0-16,-3 1 0 0,3 2 1 16,0-2 1-16,-3-3-2 0,3 2 1 15,0 0 0-15,0-1-3 0,-7 1 4 0,4-2-1 16,-1 3 0-16,1-3-1 0,-4 2-1 16,1-1 2-16,3-2-2 0,-5 3 0 0,2-1 1 15,-1-1 0-15,-2 2-2 0,-5-1 2 16,4 1 1-16,-4-3-3 0,5 2 1 0,-4 0 0 15,-1 0 4-15,1 0-3 0,-1 1-3 16,1-3 3-16,3 4-1 0,-3-4 0 16,-4 2 0-16,7 1-2 0,-3-1 3 15,-1-2-2-15,5 4 0 0,-5-4 4 0,-2-1-5 16,5 6 0-16,-2-5 0 0,-1 1 0 16,5 3 1-16,-4-3 1 0,-1 2 0 0,1 0-1 15,-4 2 1-15,4-2-1 0,-1-3 1 16,1 6 0-16,3-4 1 0,-3 4-1 15,3-4 1-15,3 3-1 0,-6 1 0 0,-1-3-1 16,4 0 2-16,-3 3-5 0,3-1 4 16,-3-2 0-16,-4 6-2 0,4-2 2 0,-4-1-2 15,4 6 0-15,-1-1 1 0,-2 2 1 16,-1 3 1-16,4 5 2 0,-4-1-2 0,4 7 2 16,-4 0-2-16,7 1 1 0,-4 0-1 15,5 0 3-15,-8 3 0 0,4-2-3 16,-4 4 3-16,7-2 4 0,-3 0-5 0,-1 0-1 15,1 0 2-15,-4 0-1 0,8-2-1 16,-12 0 0-16,1-3 6 0,4-1-3 16,-1 2-2-16,1-2-1 0,-8-2-2 0,4 4 4 15,4 0-2-15,-8-2 1 0,4 2 0 16,-4 1-1-16,2-1 1 0,5 3-3 16,-10-2 3-16,0 3 1 0,8 0-1 0,-8-2-1 15,0 2 2-15,4 0-1 0,-7 0-1 16,0-2-1-16,3 1 1 0,-3-4 3 15,0 5-2-15,0-4-1 0,0 1 0 0,0-1 0 16,0-2-1-16,0-2 2 0,0 4-1 16,0-4-1-16,0 5 3 0,-3-4-4 15,3 4 3-15,0-1 0 0,-7 1 0 0,4-2-5 16,3 2 5-16,-3-3 3 0,3 5-6 16,-8-5 0-16,5 2 3 0,0-1-2 0,0 0 0 15,3-6 1-15,-7 7 0 0,1-1 0 16,6-4 0-16,-8 5-3 0,2-3 2 15,6 4 1-15,-10-2-2 0,7-1 3 0,0 2-3 16,-8 1 2-16,8 2-1 0,-10-2 0 16,10 0 1-16,-5 1 1 0,2-1-1 0,-7 1 2 15,10-3-2-15,-8 2 1 0,8-1 0 16,-7-2-2-16,7-1 4 0,0-4-5 16,-8 2 0-16,8-4 2 0,-4 1-2 0,4-1 1 15,0-2 0-15,-4 1 1 0,4-3-1 16,-1 1 0-16,4-1 1 0,-3-1-4 15,3 0 2-15,-7-2 3 0,7 1-3 0,-6-2-2 16,-1 0 3-16,4 2 0 0,-4-3 0 16,0 2-2-16,1-2 2 0,-7 1-2 0,-1-1 5 15,4-3-2-15,0 1-3 0,-10 3-2 16,3-2 1-16,1-2-3 0,-4 3 2 0,-7-1 0 16,0 1 2-16,8 1-1 0,-11-1 0 15,0 1 2-15,0 0-2 0,-4-2 1 16,1 1 0-16,-4-1 3 0,7 4-4 15,-13-5-1-15,3 2 1 0,-1 1 2 0,2 0-1 16,-1 1-1-16,-7-3-1 0,4 4 4 16,-4-5 1-16,4 5-3 0,0-1-1 0,-4-3 0 15,4 1 2-15,-8 2 4 0,4-2-8 16,1-2 6-16,3 2-5 0,-1-3 1 0,8 3 0 16,-4-3 2-16,-1 0-4 0,5 0 1 15,3 0 3-15,-1-3-3 0,1 0 2 16,3 3-1-16,-3 0 2 0,6-1-2 0,-3 1-1 15,3-3 3-15,4 3-2 0,-11-3 2 16,8 3 0-16,0-2-1 0,2-1 2 16,1 1-1-16,2 2-3 0,-1-4 1 0,1 3 0 15,1 1 2-15,1-3 0 0,-2 0-2 16,1 2 1-16,1 1-1 0,-2-3 1 16,1-2-2-16,1 2 2 0,-2 1 2 0,2-2-1 15,2 3-3-15,-4-2 0 0,2 0 3 16,-1 2 0-16,-4-2 0 0,5 0 0 15,-5 1-3-15,4-1 4 0,4 1-2 0,-11 2 0 16,10-4 1-16,1 3-2 0,-8-2 1 16,7 3-1-16,-2-3 2 0,5 3-2 0,-6-1 1 15,3 1 0-15,4 0 0 0,3 0-1 16,-6 1 2-16,2-1-2 0,1 0-3 16,0 3 3-16,-1-3 2 0,1 4-2 0,-1 0 2 15,1 3-1-15,4-1 0 0,-5 1-1 16,4 0 2-16,-1 1-1 0,2-1 1 0,-1 3-2 15,-1 1 4-15,2-3-2 0,-1 3 1 16,-1 2-1-16,2-3 2 0,-1-1 0 0,-4 2 0 16,4-1 0-16,1 0 0 0,-2-3-17 15,-2 5-28-15,0-1-40 0,-4 2-35 16,-3-1-51-16,-6 1-64 0,-4 1-160 0,-4 1-212 16,-16 0-104-16</inkml:trace>
  <inkml:trace contextRef="#ctx0" brushRef="#br0" timeOffset="149298.96">13489 9280 1497 0,'0'0'-89'0,"4"0"13"0,-4 0 11 0,3 2 3 0,-3-2 15 0,0 3 1 0,0-3 6 0,0 0 5 0,0 2 0 0,0-2 7 0,0 0 4 16,3 3 0-16,-3 0-1 0,8-2 3 15,-5 2 1-15,0 0 5 0,7-2 1 0,-4 5 0 16,5-1 4-16,2 1 9 0,1-2 15 16,-1 0-2-16,-1 2 1 0,6-1-4 15,-2 1 9-15,1 1 4 0,6-2 6 0,-3-3 2 16,3 3-1-16,-2 1 4 0,5-2-3 16,-3-1-10-16,1 2 6 0,-1 0-2 15,1-5-2-15,3 5 1 0,-5-2-6 0,5-2 0 16,0 2 1-16,-4 0-6 0,4-2 5 15,0 3 3-15,-1-2-1 0,1 1-4 0,-1-3-1 16,1 2 3-16,3 1 0 0,-3 0 3 16,3-3-3-16,-3 1 3 0,3-1 7 0,0 0-5 15,0 0 3-15,3 0-1 0,0 3 1 16,-3-3-1-16,4 0 2 0,2 0-4 16,-3 0-1-16,4-3 0 0,-1 3 0 0,2-1 1 15,2-2 0-15,2 3-5 0,2-3 1 16,3-2 1-16,-4 3-1 0,0-2-2 15,5 3-1-15,-6-5-1 0,6 5 4 0,-2-2-6 16,1-2 4-16,-1 0-5 0,1 0-1 0,3 2 1 16,-3-1 0-16,2-2-2 0,-2 4 1 15,-1-3-2-15,5 0 0 0,-1-2-2 16,-4 1 3-16,1 4 0 0,3-3-3 0,-3-3 3 16,-1 4 2-16,-2-2 1 0,5-1 2 15,-5 2-3-15,3-1 5 0,0 2-4 16,-4-1-1-16,1 0 0 0,-5 0 1 0,-2 2 1 15,2-1-7-15,2-2 5 0,-8 4-2 16,1-1-3-16,-1-3 5 0,-3 5-3 0,0-2 0 16,-3 0 0-16,0 2-2 0,-5-2 1 15,-2 0-1-15,4 3-3 0,0-2-1 16,-5-1 2-16,1 3-3 0,1-2 7 0,-2 2-3 16,1-4 1-16,0 4-2 0,0 0 1 15,-3 0 0-15,-1-1-3 0,5 1 1 0,-5 0-1 16,1 0 2-16,-1 0-1 0,1-3 2 15,-4 6 0-15,1-6-3 0,2 6 1 0,-2-3 0 16,-1 0-2-16,-2 0 4 0,1 0-4 16,1 0 3-16,-2 0-1 0,-1 1 0 15,4-1-1-15,-5 0 0 0,1 0 2 16,4 0-1-16,-4 0 11 0,-1 0-13 0,-1 0 0 16,1 0 5-16,4 0-7 0,-6 0 2 15,7 0-1-15,-8 0 2 0,4 0 2 0,-3 0-2 16,3 0 2-16,-4 0-1 0,1 0-1 15,3 0 2-15,-3 0-4 0,-1 0 3 0,5 0 1 16,-5 0-3-16,1 0 2 0,3-1-2 16,-4 1 1-16,5 1 0 0,-5-2 0 0,4 2-1 15,0-2 2-15,-3 2-2 0,3-2 0 16,-4 1 2-16,2 0-1 0,-5 0 0 16,3 0 1-16,1 0-2 0,-1 0 3 0,-3 0-3 15,-3 0 2-15,8 0-2 0,-2 0 4 16,-6 0-1-16,7 0-1 0,-4 0-1 15,-3 0 5-15,6 0-4 0,-6 0-4 0,5 0 2 16,-5 0 1-16,0 0 1 0,6 0-1 16,-6 0 3-16,0 0-4 0,0 0 3 0,6 0 2 15,-6 0-1-15,0 0 4 0,4 0-1 0,-4 0 0 16,0 0-1-16,0 0-1 0,3-3 1 16,-3 3 0-16,0 0-2 0,0 0 4 15,0 0-3-15,0 0 0 0,0 0-2 16,0 0-3-16,0 0 3 0,0 0 0 0,6 3 0 15,-1-6-1-15,-5 3 0 0,0 0 1 16,6-3 3-16,-3 3-3 0,4 0-1 0,-7 0 0 16,3-1 0-16,0 1 1 0,-3 0-3 15,8-3 1-15,-5 3 2 0,0 3-3 0,-3-3 1 16,0 0 1-16,10-3 1 0,-7 3-3 16,-3 0 1-16,0 0 0 0,6 0 0 15,-1 0 0-15,-5 0 3 0,6-3-4 0,-3 3 1 16,-3 0 0-16,4 0 2 0,-4 0-2 15,6 0 1-15,-6 0-3 0,6 0 2 16,-6 0 2-16,4 0-2 0,-4 0 2 16,4-2-3-16,-4 2 2 0,0 0 0 0,0 0-3 15,6 0 4-15,-6 0-2 0,4 0-1 16,-4 0 0-16,0 0 0 0,3-3 2 0,-3 3-4 16,0 0 8-16,0 0-8 0,0 0 5 15,0 0-4-15,6 0-1 0,-6 0 2 16,0 0 2-16,7 0-2 0,-7 0 3 0,4-2-5 15,-1 2 5-15,-3 0-4 0,0 0 3 16,3-4-1-16,1 4-2 0,-4 0 1 0,0 0 1 16,6 0-1-16,-6 0 1 0,0 0-3 15,6-1 1-15,-2 1 2 0,-4 0 0 0,7 0 1 16,0 0-3-16,-4-3 2 0,0 3-2 16,-3 0 1-16,10-3-2 0,-6 3 4 15,2 0-1-15,-2-1 0 0,-1 1 1 16,3 0 0-16,-6 0-1 0,7-3-2 0,-7 3-1 15,3 0 5-15,-3 0-3 0,7 0 0 0,-7 0 0 16,4-3-1-16,-1 3 3 0,-3 0-3 16,0 0 1-16,6 0 2 0,-6 0-3 15,0 0 3-15,0 0-2 0,0 0 2 0,7-2-2 16,-7 2 0-16,0 0-1 0,0 0-1 16,3 0 3-16,-3 0-2 0,0 0 3 0,0 0-3 15,0-3 2-15,0 3 2 0,0 0-2 16,0 0 0-16,0 0 0 0,0 0-3 0,0 0 3 15,0 0-3-15,0 0 4 0,7 0-2 16,-7 0 0-16,0 0 1 0,0 0-3 16,0 0 3-16,0 0 1 0,0 0-3 0,0 0 0 15,0 0 1-15,0 0 0 0,0 0-2 16,0 0 3-16,0 0 2 0,0 0-5 0,0 0 2 16,4 0-1-16,-4 0 1 0,0 0 2 15,0 0-3-15,0 0 1 0,0 0 2 16,0 0-4-16,0 0 2 0,0 0 0 15,0 0 0-15,0 0-2 0,0 0 1 0,0 0-1 16,0 0-1-16,0 0 2 0,0 0 1 16,0 0-3-16,0 0-1 0,0 0 0 0,0 0-2 15,0 5 5-15,0-2 1 0,0 0 3 16,-4 1-4-16,4 4 2 0,0-1 0 16,-3 3 0-16,3 0 1 0,-4 1-2 0,4 1 1 15,-3 2 2-15,0 2 0 0,-1 0-3 16,1 5 1-16,0 1 1 0,-4 2 3 15,4-2 1-15,-1 3-5 0,1 0 1 0,3 3 0 16,0-3 0-16,-3 0 1 0,6 0 2 0,-3 1-4 16,3-1 4-16,1 0-2 0,-4 3 0 15,3 0 0-15,4-3 0 0,-4 0 5 0,0 0-6 16,4 0 1-16,0 0-2 0,0-3 2 16,-1 3-1-16,1-3 0 0,-1 2-1 15,1-5 2-15,0 3 0 0,-1-1 0 0,1 0-2 16,0 3 2-16,3-2-1 0,-4-1 1 15,1-2-2-15,-1 1-3 0,5-1 5 16,-5 2-2-16,1 0 2 0,4-2-3 0,-5-1 2 16,0 2 0-16,4-2-1 0,-2-2 0 15,-2 0 0-15,4 2 0 0,-4-4 2 0,5 1-1 16,-5-3 0-16,7 4-1 0,1-4 1 16,-1 1 0-16,1-1 1 0,2 1 0 0,1-1-1 15,3-2 0-15,-7 0 1 0,4 1-3 16,0-3 2-16,-1 0 3 0,1 1-5 0,-4-1 0 15,4 0 1-15,-4 1 0 0,4-2-2 16,2 0 1-16,2 4 1 0,2-3 3 16,4 3-2-16,3-4-1 0,-3 0 2 0,6 1 0 15,4 1 1-15,-1-1 0 0,4-2-1 16,4 2 0-16,-1-1 3 0,1-3-1 0,2 4 1 16,1-2 3-16,2-2 0 0,2 2 3 15,-1-5 0-15,-1 5 4 0,-1-4-3 16,4 1 3-16,2 0 2 0,-4 0 2 15,3-2-3-15,4 2 1 0,-1-3 0 0,1 0-2 16,-3 3-3-16,-2-3 0 0,5 0 0 16,-3 1-5-16,3-2 2 0,-8 2-1 0,8-2-2 15,0 2 4-15,9-1-3 0,-6 0 1 16,-3 0-2-16,0 0 3 0,0 0-2 0,-8 0-4 16,5 0 5-16,-1-1-2 0,1 2 2 15,-2-2-1-15,5 1-1 0,0-3 4 0,0 3-2 16,-3-3-3-16,1 3 0 0,5 3 0 15,8-3 3-15,5 0-5 0,0 3 3 16,1-2 0-16,-1-1-1 0,0 0-3 0,1 0 0 16,-5 0 1-16,1 0-1 0,-10 0-1 15,-3-1 2-15,0-2 0 0,-4 3-2 16,-3-3 2-16,-3 2 1 0,-1-2-1 0,-5 3 1 16,2-6 4-16,-4 4 0 0,-5-4 1 15,3 5-1-15,-4-2 4 0,1-1-7 0,-1-2 2 16,0 3 2-16,0-1 0 0,1 0-2 15,-1 0-5-15,-3 1 3 0,0-1-3 16,0 1 0-16,0 0 0 0,-3 1 0 0,3-4-1 16,-3 5 0-16,-1-2 0 0,1-1-1 15,3 1 1-15,0 0 0 0,-1-2 0 16,1 3 0-16,5-3 0 0,1-1-2 0,-3 5 1 16,7-5 2-16,0 1 0 0,0-2 1 15,-3 4-2-15,-1-4-1 0,4 1 1 16,-7 2-2-16,5-4 2 0,1 1-2 0,-2-1 2 15,-4 2-2-15,8-1 0 0,-8-3 6 16,4 1-3-16,2-4-5 0,1 2 0 0,4 0 1 16,-4-4 1-16,10-1 1 0,-4 4-1 15,5-3 0-15,-1 1 1 0,-7 3-3 0,0-2 3 16,-2 1-1-16,-2 2 0 0,-2 0 1 16,-4 3 1-16,-3-4-2 0,-3 4-1 15,3 0 4-15,-3-1-2 0,-1-2-3 0,4 3 2 16,-7-1 1-16,4-2-2 0,0 3 1 15,-1-4 0-15,-2 4-1 0,3-4 1 0,0 3 0 16,-5-3 1-16,5 1-1 0,-3 0 0 16,-1 3 1-16,0-4-1 0,-3 4 2 15,0-4-2-15,0 4 0 0,-3-3 1 16,-1 2-1-16,4 0-1 0,1-1 1 0,-2 0 0 16,-2-1 1-16,4 0 0 0,-2-2-3 15,4 1 2-15,1-2 0 0,0 3 0 0,-2-2 2 16,2-1-6-16,-1 1 3 0,1-1 1 15,-2 1 0-15,2-1-2 0,-4 1 3 0,0-1 2 16,0 1-2-16,0 2 0 0,0-2 1 16,0-1-1-16,-3 1-1 0,6-3 2 0,-6-1-4 15,2 2 2-15,-2-1 0 0,4 0 0 16,-5 0 2-16,4-2-3 0,1 0 2 0,-5 3-3 16,1-4 1-16,2 4 0 0,-2 2 0 15,-1-5 0-15,2 6-1 0,-2-3 3 16,1 3-2-16,-4-3 2 0,4 3-4 0,-4-3 1 15,4 3 2-15,-4-3-1 0,4 6-1 16,-1-5 4-16,4 1-4 0,1 1 1 0,-5 1 0 16,4-2 0-16,1-1 1 0,-2 3 2 15,1-2-4-15,4-1 0 0,-2 2 0 16,-1 0 0-16,2 1 2 0,-3-2 0 16,3 1-1-16,1 1 1 0,-4 0-1 0,3-1 0 15,-3 0 0-15,4 3 3 0,-5-2-4 16,-2 0 4-16,7-1-5 0,-8 4-1 0,4-2-10 15,-4-1-16-15,5 0-24 0,-7 2-39 16,2-2-55-16,4-2-59 0,-7-1-134 0,4 1-127 16,-1-4-163-16,5 2-127 0</inkml:trace>
  <inkml:trace contextRef="#ctx0" brushRef="#br0" timeOffset="181280">15656 9872 502 0,'3'-3'2'0,"-3"2"1"0,4-2 0 0,-4 3 4 0,0-3 6 0,0 3-2 0,3-3 3 0,-3 3 0 0,0 0 8 0,0 0 3 15,0-4-9-15,0 4-2 0,0 0 1 16,0 0-1-16,-3-4 4 0,3 4-5 16,0 0 6-16,0 0-5 0,0 0-3 0,0 0-4 15,0 0-4-15,0 0 6 0,0 0 0 0,0 0-4 16,0 0 1-16,0 0-5 0,-7 8 2 16,7-8 1-16,0 3 1 0,-3 0-1 15,3 0-5-15,-4 1 5 0,4-4-3 16,0 4 4-16,0 2-10 0,-3-1-11 15,6 1-6-15,-3-2-27 0,0 0-111 0,4 4-32 16,-1 1 65-16</inkml:trace>
  <inkml:trace contextRef="#ctx0" brushRef="#br0" timeOffset="188343.16">18743 11072 739 0,'7'3'-9'0,"-1"-2"5"0,1 3-2 0,-1-2 0 16,1-2-8-16,3 0-16 0,0 0-48 16,1-2-124-16,-2-2 69 0</inkml:trace>
  <inkml:trace contextRef="#ctx0" brushRef="#br0" timeOffset="188688.75">20193 11075 597 0,'7'1'11'0,"-1"3"0"0,-3-4 9 0,4 2 0 15,-3 0 0-15,2 1-5 0,-2 0-3 16,-1 0 3-16,0-2-2 0,0 5-1 16,1-5-8-16,-4 5-17 0,3-1-29 0,1-2-110 15,-4 1-33-15,0-1 63 0</inkml:trace>
  <inkml:trace contextRef="#ctx0" brushRef="#br0" timeOffset="191906.81">17513 10647 299 0,'3'-4'56'0,"4"-2"-10"0,-4 1-15 0,0-1-4 0,4 5-7 0,-3-5 4 0,-1 2-4 16,0-2 3-16,4 4 1 0,-4-4 5 0,0 5 0 16,1-5-2-16,-4 5 11 0,3-2-5 15,-3 0-2-15,3 0 4 0,-3 3-6 16,0 0-5-16,0 0 3 0,4 0-5 0,-4 6 1 16,3-2-3-16,-3 3 2 0,0 4-4 15,0 2-3-15,0 2-7 0,0 2 7 16,0-2-2-16,0 6 2 0,0-2 2 0,0 3 0 15,0 1 4-15,4 2 2 0,-8-2-5 16,8-2 6-16,-4 3 2 0,0-5 3 16,0-1-3-16,3 2 0 0,-3-5 0 15,0 3-5-15,0-3 1 0,3-1 3 0,-3 1-2 16,0-2-4-16,0-3-4 0,0 1-2 0,0-3 1 16,0 0-1-16,0 1 0 0,3-1 0 15,-3-2-3-15,0-1-1 0,0 1-7 16,0-2-10-16,0-4-23 0,0 3-15 15,0-3-12-15,0 0-17 0,0 0-16 0,0 0-113 16,0-10-135-16,4 4 147 0</inkml:trace>
  <inkml:trace contextRef="#ctx0" brushRef="#br0" timeOffset="193334.3">17910 10815 878 0,'0'-3'-31'0,"0"-2"7"15,0 5 10-15,0 0 8 0,0 0 6 0,-7 11 2 16,-3-4 5-16,3 2 1 0,1 4 6 16,-5-3-2-16,5 2 5 0,-1 1-8 0,1-1 3 15,-2 1 2-15,5-1 6 0,3 1 9 16,-3-2 1-16,3 1 3 0,0-5-5 16,0 3-3-16,3 0 2 0,-3-2-3 0,0-4 3 15,3 3-5-15,-3 1 2 0,4 1-3 16,-4-8 0-16,4 5 1 0,-4-5-7 0,3 3-3 15,0-4 8-15,1 0-11 0,-1-5-1 16,0-1 1-16,-3 2-2 0,6-4 1 16,-2-2-2-16,-4 3 4 0,4-7-2 0,-4 6-3 15,3-3-1-15,-3 1 4 0,0 0-9 16,0-1 4-16,0 3-2 0,-3-1 4 16,3 1-1-16,-4 1 0 0,4 0-7 15,0 2-3-15,-4-1-3 0,4-1 10 0,0 3-11 16,4-2 1-16,0 2-8 0,2-1 1 0,4-1-11 15,0 2 6-15,4-4 5 0,-1 6 4 16,4-3-7-16,-1 2-1 0,-2 0 4 16,2 3 3-16,-2 0-7 0,-5 3 8 0,5 1 4 15,-4 4-4-15,-7 2 8 0,4 1-2 16,-4 2 6-16,0-1-2 0,0 1 7 0,-3-1 5 16,5 1-9-16,-5 1 2 0,3-3 1 15,0 1-3-15,0-5-2 0,4 6 7 16,-1-4-2-16,2 0-6 0,-2-2-2 15,4 0 5-15,-1-2-3 0,5 1 4 0,-4-5-1 16,4 2 1-16,-4-3 2 0,2-3-2 16,2 2 1-16,-4-5 0 0,0 1 0 0,0 3-1 15,0-6-4-15,-4 4 4 0,2-2-5 16,-5-1 3-16,4-1 0 0,-7 1-4 16,3-1 1-16,-3 2 7 0,0-1 0 15,-3 0-5-15,-1 2 3 0,4-2-1 0,-6 1-4 16,2 2 8-16,0-2-8 0,1 2 3 15,3 0-5-15,-3 0 3 0,0 1-7 0,3-1-3 16,0 1-9-16,0 0 3 0,3 1-5 16,3 0 3-16,2-2 5 0,-2 3-7 15,7-5 4-15,1 5 0 0,-1-2-3 0,1 0 4 16,2 0 1-16,1 1 0 0,-1 0 2 16,1 2 3-16,0 0 2 0,-4 0-2 0,4 4 4 15,-7 5 4-15,3-2-1 0,-6 5 5 16,2 6 6-16,-1-1 5 0,-2 5-5 0,1 3 4 15,-4-1 2-15,0 1-1 0,0 0-5 16,5 0 0-16,-2-3 0 0,4 0 0 16,1 0-1-16,-2-1-2 0,4-4 1 15,1 1-2-15,-4-3-3 0,-1-5 0 0,5 0 7 16,-4-3-7-16,4-2 2 0,-4 1-1 16,2-6 3-16,2 1-2 0,-4-2 4 15,-3-2-4-15,3-5 1 0,-3 1 7 0,-1-3-13 16,-3 2 7-16,4-5-3 0,-7 3 0 0,4-2 6 15,-4 2 4-15,-4-2 2 0,4-1 3 16,-3 2-5-16,-1 0 4 0,-2 1-3 16,-1 2-1-16,1-2 2 0,-1 3-4 15,-3-1-3-15,0 1 1 0,3 1 2 0,-3 2-7 16,0-1 5-16,0 2 3 0,3-1-7 0,1 1-5 16,-1 0 2-16,7 0 4 0,-3 1 1 15,3 2-1-15,10-2-10 0,-4 2 6 16,8-5-23-16,-1 2 0 0,4 0-7 15,3-1 4-15,-3-2 12 0,3 2-6 0,-1-1 5 16,2-1-5-16,-2 2 6 0,-2-2 1 16,0 4-4-16,-1 0 10 0,-3-2 3 15,1 4-5-15,-4 4 5 0,-4-2 7 0,2 6 13 16,-5 3-2-16,0 3 5 0,0 3 0 16,-6 1 4-16,3 0-7 0,3-2-2 15,-3 1 7-15,0 4-3 0,4-3-4 0,-1-1 0 16,0 1-4-16,5 0-1 0,-5-2-3 15,6 1 7-15,-2-3-6 0,-1-3-4 0,5 0 3 16,-1-4 2-16,-1 4-5 0,2-7 5 16,2 2-4-16,-3-3 0 0,0-6 0 0,3 0 2 15,4 0-5-15,-4-1 10 0,1-7-12 16,-1 4 2-16,4-5 14 0,-4-1-11 16,0-2-5-16,-2 0-4 0,-2 2 12 0,-2 1-2 15,3-1-1-15,-3 1 7 0,-4-1-4 16,0 3 4-16,-3 1-2 0,4-1 0 15,-4 2 4-15,-4-2-4 0,4 3 5 0,-3-1-4 16,0 2-9-16,0 2 6 0,-1 1-4 16,1 3-1-16,3 0-2 0,0 0 2 15,0 7 6-15,3-1-6 0,1 2 0 0,-1-4-11 16,7 2-7-16,-4-1-4 16,8-1-5-16,-1 2 1 0,1-2 9 0,-1-1-10 15,7-3 8-15,-4 0-5 0,-2 0 8 16,2-3 4-16,1 2-5 0,-4-5 5 0,4 3 5 15,-4-1-6-15,1-1 16 0,-4-2-12 0,3-2 12 16,-6 1-4-16,3 1 13 0,-4 0-6 16,-3 0-7-16,1-1 7 0,-4-2-8 0,4 3-1 15,-8-1-8-15,0 1-31 0,-2 1-27 16,0 2-100-16,-4-1-135 0,2 2 181 0</inkml:trace>
  <inkml:trace contextRef="#ctx0" brushRef="#br0" timeOffset="193863.96">19439 11082 821 0,'0'2'4'0,"0"1"1"0,0 0 3 0,0 1 4 0,3 2-7 0,5-1 2 0,2 2 1 0,-1 3-3 16,8 0 5-16,0 2-1 0,3 1 2 15,-4 2 4-15,8 3 10 0,2-1 4 0,-2 2-5 16,0 2 11-16,-2 0-5 0,2-2 9 15,-1 3-2-15,1-1-4 0,-5 0 5 0,5 0 4 16,-7-3-13-16,-1 0 6 0,1-1-2 16,-4 1-2-16,1-3-1 0,-1-1-2 15,0-2 0-15,-3-1 0 0,0-1-3 0,0-3 7 16,-3 3 9-16,0-2 9 0,-4-4 4 0,3 5-5 16,-9-5-2-16,3-1-1 0,-6-2-3 15,-1 3-2-15,0-4 0 0,-3-4 2 16,-3 3-2-16,3-2 1 0,-7-4-7 0,0 0-1 15,4-1 4-15,-4 1-5 0,1-3-1 16,2 2-2-16,1 1-3 0,4 1-2 16,-2 2-4-16,1-3-4 0,1 6-6 0,1-4 1 15,2 3 0-15,3 2-2 0,3 0-1 16,3 7 0-16,3-2 0 0,2 2-1 0,-2 1 1 16,4 2-2-16,4-3 1 0,2 6-1 15,1-4 1-15,2 2-2 0,2 2 7 16,-1-1-3-16,-1-2 3 0,5 0 1 0,-4 0 1 15,0-2 5-15,0 2 6 0,-4-6 8 16,4 0 7-16,-2 0-3 0,-2-8 1 16,1 3-4-16,2-6-5 0,-2-2-2 0,4-5-4 15,-5-1-2-15,4-6-7 0,-4-4-3 16,1-4-23-16,-4-4-38 0,-6 1-51 16,7-3-49-16,-2-2-48 0,-8 1-103 0,6 1-147 15,3 3-125-15,-2-3-74 0</inkml:trace>
  <inkml:trace contextRef="#ctx0" brushRef="#br0" timeOffset="201398.13">10703 12172 1474 0,'-10'0'-80'0,"0"0"11"0,0 0 9 0,3 0 11 0,-3 0 1 0,0 0 10 0,0 0 7 0,0-2 2 16,4 2-1-16,-8 0 9 0,4-4 3 0,0 4 4 15,0-1 3-15,3 1 4 0,-2 0 0 16,-1 0 3-16,-1 0-2 0,2 0-3 0,-1 0 4 16,2 1-1-16,-1-1-3 0,2 0 7 0,1 0-3 15,-2 4-1-15,2-4 1 0,0 0 0 16,2 0-1-16,-2 2 4 0,3-2-2 0,-2 3 6 16,5-3-8-16,5 5 4 0,-2-2 3 15,3 1 4-15,4-1-4 0,7 2 4 16,2 2 3-16,5-1-4 0,3-2 1 15,3 4-2-15,0-3-2 0,6 3 2 0,8-4 7 16,-4 0-4-16,6 2-2 0,1-1 4 16,3-2 0-16,0 1 5 0,0-1-4 0,0 0 5 15,0-2 6-15,4 3-2 0,-8-4-3 16,4 2 3-16,-4-2 2 0,-2 0-5 0,-4 0 0 16,0 0-1-16,-7 0-2 0,5 3 7 15,-5-3-3-15,-3 0-1 0,3 0-10 16,-3 0 8-16,0 0 0 0,-3 0-6 0,3 0 10 15,0 0-7-15,0 0-4 0,-1 0 2 16,1-3 4-16,-3 3-2 0,0-2-2 16,-4 2-3-16,1 0 1 0,-2-4 4 0,5 4-4 15,-6-1 1-15,5 1-3 0,-5 0 4 16,4 0-3-16,-1-3 4 0,3 3-4 0,3-3 3 16,-3 3-6-16,3 0 9 0,0-1-6 15,0-2 5-15,0 3 0 0,0-3-1 16,3 1-2-16,0 2-3 0,-3-3-4 0,4 1 10 15,2-3-9-15,-6 2 3 0,7 0 3 16,-4 2-2-16,4 1-3 0,-3-3 2 0,-1 0 7 16,3 3 0-16,-2-2 3 0,2 2-5 15,-3-3-2-15,4 3 1 0,-3 0-2 16,-1-2 2-16,4 2-1 0,-4-4 1 0,0 4-1 16,0 0-2-16,-3 0 1 0,4-1-1 15,-1 1-1-15,0 0-2 0,-3-3 1 0,0 3 7 16,-3 0-7-16,3 0 3 0,0-3-3 15,-3 3 5-15,0 0-5 0,3-1 1 16,0-2-6-16,0 3 6 0,-3 0-5 0,3-3 6 16,0 3-3-16,-1-2 1 0,5-1 1 15,-4 3-3-15,0-2 0 0,-1-2 2 0,1 4 1 16,0-1-6-16,0-2 5 0,0 0-2 16,0 3 0-16,0-1 2 0,-3-2-1 15,0 3-3-15,0-3 3 0,-1 1 0 0,-2-1-1 16,-5 3-1-16,5-2-2 0,-4 2 1 15,3-4 1-15,-3 4 3 0,0-1-3 0,0 1 2 16,-3-3 0-16,2 3-2 0,-2 0 1 16,1-3 0-16,-2 3-1 0,1 0 0 15,-1 0-2-15,1 0 2 0,-4 0-2 0,4 0 6 16,-1 0-6-16,1 0 0 0,-4 3 4 16,1-3 2-16,2 0-1 0,-2 3 1 0,2-2 1 15,-2-1 0-15,-1 4-1 0,0-2 0 16,4 1 0-16,-4-1 1 0,4 4 0 15,-4-5 2-15,4 5 0 0,-4-5-2 0,4 5 0 16,-1-1-1-16,-2 1 3 0,2-5-2 16,1 5 3-16,-4 1-3 0,5-2 2 0,-6 2-3 15,6-1-2-15,-6 1 5 0,2-2-3 16,2 2 0-16,-2-1 0 0,2 1 1 0,-2-2-3 16,-1 2 3-16,1-1-1 0,2 4 1 15,-2-5 0-15,-1 2-5 0,0 1 2 16,1-1 2-16,-1 0 2 0,1 0-3 15,2 2-3-15,-2 0 3 0,-1-2-2 0,1 2 2 16,2 3 1-16,-7-4-2 0,8 2 5 0,-4 0-5 16,1 0 1-16,-4-1-1 0,7 4 5 15,-7-2-3-15,-1 1-2 0,2-2 4 16,-1 0-3-16,3 2 2 0,-3 1 2 0,-3-3-5 16,2 2-1-16,2-2 3 0,-1 2 1 15,-4-1 2-15,5 2 2 0,-1-1 3 16,-4-2-2-16,4 0-3 0,-3 2 2 15,3 1 1-15,0-3-2 0,-4-1 2 0,5-2-3 16,-5 4 0-16,1-1-1 0,3 0 3 0,-3-2-6 16,2 2 3-16,-2 0-2 0,0-2 2 15,0-1-3-15,2 0 0 0,-2 4 1 16,0-4 3-16,3 0-5 0,0 4 2 0,-1-4 1 16,2 0-1-16,-1 1-4 0,4-1 1 15,-2 1 2-15,6-1 1 0,-5 0 2 0,-1-1-2 16,6 1-2-16,-6-2 0 0,6 1-2 15,-2-2 3-15,4 0 1 0,0 5 0 0,-3-4 1 16,3-1-3-16,0-1-1 0,0 1 1 16,0 2 0-16,3-6 0 0,0 5 0 15,1-5 0-15,2 3 1 0,1 0 0 0,3-2-1 16,0 2 0-16,0-3 3 0,0 0-3 16,0 3 1-16,0-6 1 0,4 3 1 15,-1 0-3-15,-3 3 2 0,0-3-1 0,0-3 1 16,0 3 0-16,0-3 1 0,0 3 0 15,3-1 1-15,-3-2-2 0,0 0 2 0,0 3-2 16,4-2 2-16,-4-1-3 0,0 3 3 16,0 0 1-16,0-6-1 0,0 5-3 0,-3-2 5 15,3 3-3-15,-5-3-2 0,-1 3 2 16,3-1-1-16,0 1 1 0,-1-3 0 16,-2 0 1-16,2 1 3 0,-6-1 3 0,7 3 3 15,-4 0 1-15,4-7 0 0,-4 4-1 16,4 0 2-16,-1-1-3 0,1 1-4 0,0-2 6 15,6-1-4-15,-3 5 1 0,7-5-4 16,-1 5 1-16,1-2-2 0,0 0-2 16,-4 1 1-16,4-3 1 0,-1 1-1 0,-2 0-1 15,2 0-1-15,-3 1 0 0,-3-5 1 16,4 6 0-16,-4-3 1 0,-3-1-1 0,-1-1 3 16,-2 2 2-16,-1-1 0 0,0 2 0 15,1 0 0-15,-7-2 0 0,-1 1-2 16,1-1 1-16,-1 5 0 0,-2-5-3 0,2 5 0 15,-2-5-3-15,-4 4 3 0,-1-3-2 16,5 0 2-16,2-1-4 0,-2 2-1 0,-1-1 4 16,4 0-3-16,3-3 0 0,-6 1-1 15,2 2 0-15,1-4 0 0,0 5-1 0,2-6 0 16,2 3 0-16,-5 2 0 0,1-1 2 16,-4-1 0-16,4 2-4 0,-1-2 2 0,1 1-2 15,-1-1 1-15,5 2 0 0,-1-2-1 16,-1 1 2-16,2-1-1 0,-4 0 2 15,2 2-2-15,-2-1-2 0,-1-1 4 0,5 2-1 16,-4-1 0-16,-1 2-3 0,1 0 3 16,-1-2 1-16,1 1-3 0,0-1 3 15,0 2-2-15,-4 1 3 0,4-1-5 0,-1 1 1 16,1-2 0-16,7-1 0 0,1 5 0 16,5-2 1-16,5-1-1 0,1 1 1 15,4-2 1-15,7 2 0 0,-4 1-3 0,7-3 2 16,-4 2 1-16,5-1 1 0,-2 1-3 15,5 0 0-15,-7 1 2 0,6-1-1 0,-3 1 0 16,-4-2 0-16,1 3-3 0,-1-2 3 16,-5 3 0-16,-4-3 2 0,-4 2 3 15,3 1-5-15,-6-3 2 0,0 3 1 0,-6-3-4 16,-4 3 2-16,0-2-1 0,0 2 5 0,-4 0-2 16,1-3-2-16,0 3 1 0,-4-2-1 15,0 2 2-15,-2 0-4 0,-2 0 5 16,1 0-3-16,1 0 0 15,-5 0 1-15,4 0-1 0,1 0-1 0,2 0 5 0,-4 0-5 16,2-4 4-16,-1 4-5 0,2-1 2 16,2 1 1-16,-4 0 0 0,4-3-2 0,-1 3 0 15,4 0-1-15,-4-3 2 0,0 3 0 16,4-1 2-16,-1 1-1 0,1 0 1 0,0-3-3 16,3 3 1-16,0-3 1 0,-4 1-1 15,4 2-1-15,1-3-1 16,-2 1 3-16,1-2-2 0,1 3 1 0,1 1 0 0,-1-3-1 15,-1-1 1-15,-1 4-2 0,2-3 0 16,-4 0 3-16,2 1-4 0,2-1 5 16,-1 1-1-16,-4-2 0 0,8 4-2 0,-5-1 0 15,1-2 0-15,1 0-1 0,-2 2 4 16,8-2-1-16,-7 0-1 0,1 1-3 0,1-1 3 16,-1 3-1-16,-1-2-2 0,-1-2 3 15,2 3-2-15,-5-2 1 0,1 0 0 0,0 2 0 16,-1-2 0-16,1 3-2 0,-1-3 2 15,1 3 0-15,0-2 1 0,-4-1 0 0,4 1-1 16,3-2 0-16,-4 3-1 0,1-2 2 16,4 0-2-16,-2 2 2 0,1-2 1 15,1 0 1-15,-5 1-3 0,1-1 1 0,2 1 0 16,2-2-2-16,-1 3 0 0,-1-2 1 16,2 0 0-16,-1 2 1 0,-4-2 0 15,1 0-1-15,3 3-3 0,0-2 5 0,3-1 1 16,-3-3-2-16,0 6 0 0,1-1-1 15,-5-5 1-15,4 5 1 0,-1-2 0 0,2-2-2 16,-4 2-2-16,2-3 3 0,2 5 0 16,-1-2-1-16,-4-1 0 0,4-2-2 0,0 1 3 15,3-1-1-15,-2 2-1 0,2 0 3 16,-7-2-3-16,1 1 2 0,3-2-1 16,-3 1 0-16,-1 2 0 0,1 1 0 15,-1-4 0-15,-2 2-3 0,-1-1 4 0,1 2 1 16,-1-1-2-16,4 0 1 0,-7 0-3 15,4-2 3-15,-1 1-2 0,-1-1 0 0,-1 2 1 16,2-2-1-16,1-1 3 0,-1-2-2 16,-4 3 1-16,5-4-1 15,-1 4 0-15,4-3-3 0,-4 0 1 0,1-1 2 0,-1-1 0 16,0 2-2-16,-2-2 2 0,5 2 0 16,-2-4-2-16,-1 4 1 0,-3-1 1 0,3-4-1 15,0 1-2-15,1 0 6 0,-1 2-3 16,4-5-1-16,-1 0 0 0,-2 2 0 0,2 1-1 15,1-1 2-15,-4 1 0 0,4-4-1 16,-4 3-3-16,4-1 3 0,-1 0-1 0,2-1 1 16,-2 3-1-16,1-1 0 0,0 1 4 15,-1 1-4-15,-2 1 0 0,2-3 2 0,1 2-2 16,-1 1 1-16,1-1-1 0,-4 1 2 16,8-1-1-16,-2-2 0 0,5-3 1 15,6 1-1-15,-4-4 2 0,5 2-1 0,8-3-3 16,2-1 2-16,2-4 1 0,0 3 1 15,-3 2-3-15,3-3 2 0,-3 3 1 16,4 2-1-16,-1-3-3 0,-2 0 4 0,-2 4-3 16,1-3 1-16,-7 4 1 0,4 2 0 15,-7 0 0-15,3-2-2 0,-3 2 2 16,3 1-1-16,-3 1 0 0,0-1 0 0,0 1-1 16,-3 3 1-16,3-3 2 0,-3 6-2 15,-3-3 1-15,-1 1-4 0,3 3 1 0,-2-3 3 16,-4 2-2-16,3 1 2 0,0 1-3 15,-6 2 3-15,4-4 0 0,1 4 0 16,-2-5 0-16,1 5 0 0,-2-1 0 16,5-1-1-16,-1 2 0 0,1-4-2 0,-2 2 1 15,2 2 1-15,6 0 3 0,-3-2-4 0,3 1 2 16,0-1-2-16,0 5-1 0,0-6 1 16,0 4 1-16,0-3-1 0,-3 2-1 15,0-1 0-15,-5 2 2 0,2 0 2 0,-4 2-2 16,-1 1 0-16,-1-3 2 0,2 0-2 15,-1 3 2-15,-2-3-2 0,0 1 0 0,0 2 2 16,-1-2 0-16,1 2-2 0,-1 0-1 16,1 0 4-16,-1-4-2 0,1 4-3 15,1 0 4-15,-2-1-2 0,-2 1 1 0,2 0 0 16,-2-3-2-16,-1 3 2 0,-1 0 0 16,2 3 0-16,-1-3-2 0,-2 0 0 15,-1 1 3-15,-1-1-3 0,2 0 0 0,-1 0 0 16,-1 4 0-16,2-4 2 0,-1 0 1 15,-1 2-2-15,2-2 1 0,-1 2-2 0,-4 1 0 16,4-3 0-16,0 3 3 0,0 0 0 16,-3-3-2-16,-1 1 2 0,5-1-1 0,-5 3 1 15,-3-3-2-15,4 3-6 0,0-3-1 16,0 0 0-16,-7 0-5 0,6 1 4 16,-3-1-2-16,4 4 0 0,-4-4 2 0,1 2-7 15,0-2-15-15,-4 0-13 0,6 2-16 16,-3-2-29-16,-3 0-38 0,0 0-36 15,0 0-138-15,0 0-296 0,0 0-95 0</inkml:trace>
  <inkml:trace contextRef="#ctx0" brushRef="#br0" timeOffset="-213185.97">15360 13605 876 0,'6'0'-31'0,"-3"4"6"0,1 2 2 0,-1 1 2 0,-3 4 4 0,3-3 0 0,0 6 5 0,2-4-2 0,-2 5 1 0,-3-4 5 0,3 6 1 0,0-3-3 0,0 4 6 15,-3-3-2-15,0 2 2 0,-3 1 0 0,0-3 0 16,3 2 1-16,-6-5 2 0,6 3 1 15,-5 1 0-15,2-7-3 0,0 1 0 16,3 3-2-16,-3-5-2 0,3-4-1 0,3 2-10 16,0-6-18-16,5 0-24 0,-5-6-115 15,3 2 60-15</inkml:trace>
  <inkml:trace contextRef="#ctx0" brushRef="#br0" timeOffset="-205796.56">22600 14155 628 0,'-11'11'133'0,"1"-3"-42"0,1 1 2 0,2-1-6 0,-3-2-9 0,3 2-3 16,1-4-6-16,-1 3-10 0,4-1-7 0,-1-6 1 0,8 2-6 0,-4-2-6 0,13-8 0 0,0 7-6 16,4-6-1-16,6-2-2 0,-3 0-5 15,7-1-3-15,3-5 0 0,0-1-4 16,0 0-1-16,6-2-4 0,-6 0 0 0,3-5 3 15,-3 4 6-15,4 4 0 0,-4-10 5 0,0 7 2 16,-3-7 2-16,-4 2 1 0,-3-2-1 16,3 6 0-16,-9-6 2 0,2-6 1 15,-2 4-3-15,-4-5 3 0,-4 1 0 16,2 2-3-16,-2-4-2 0,-6-2 0 0,6 3-2 16,1-7-2-16,-4 6-3 0,0-3-3 15,2 1-1-15,-2 3-1 0,0-7-4 0,0 7-3 16,0-2-1-16,1-1 0 0,-1 0 0 15,0 2-2-15,0-5-2 0,2 6-1 16,-5 2 1-16,3-5-2 0,-3 0 1 16,3-1-3-16,-3 4 3 0,3-2-1 0,1-1-1 15,-4 3 0-15,3 1 1 0,0 4-1 0,-3-1-2 16,3 3 0-16,0 0 1 0,2 0-3 16,-5 0 2-16,3 3-3 0,0 2 2 15,-3-1 0-15,3 2 0 0,1 1 0 16,-1 4 0-16,-3-3 1 0,3 1-2 15,-3 0 3-15,3 2-6 0,0 2 3 0,-3-5 2 16,0 3-3-16,4 2 3 0,0-3 0 0,-1-1-2 16,-3 2-1-16,3 2-1 0,1-5 2 15,-4 3-1-15,3 2 3 0,0-1-4 0,-3-2 3 16,6 3 0-16,-6-4-1 0,8 7-1 16,-5-4 0-16,0 1 1 0,-3-1-1 15,7 3 0-15,-4-2 0 0,0 2-1 16,4 0 0-16,-3-2 0 0,2 1 2 0,1 1-1 15,3 0-1-15,3-1 2 0,0 0-1 0,4 1 4 16,0-1-5-16,3-1 2 0,0 2 0 16,3 0-4-16,0-1 2 0,4 3 0 0,6-5 2 15,-3 1 1-15,4 1-3 0,2-2 1 16,1 4 0-16,0-4 0 0,0 2 1 16,2 0 0-16,1-3-1 0,4 4 3 0,-1-1-4 15,7-3 2-15,4-1-1 0,2 4 0 16,1-4 3-16,3 2-6 0,0-2 3 15,0 2-1-15,14-5 2 0,-1 2-3 16,-10 0 0-16,0 4 2 0,10-9 0 0,-2 7 0 16,-1-3 1-16,-7-2 0 0,7 5-4 15,-10-1 4-15,-4 1 2 0,4-1-2 0,-3 2-2 16,-3-2 4-16,-5 1-2 0,2 3 0 16,-8-3 2-16,-3 6-4 0,-3-2 2 15,2 2 0-15,-5-2 1 0,-4 3 0 0,0-1-3 16,-3 1 2-16,-4-2 2 0,0 5-1 15,-6-1-3-15,0 2 1 0,-1-1 3 0,-3 1-1 16,4-3 0-16,-4 5-3 0,-2-2 4 16,-2-1-1-16,1 3-9 0,1-2-30 15,-8 1-38-15,7 0-49 0,-4 2-39 0,-6 0-75 16,0 0-415-16,0 0-149 0</inkml:trace>
  <inkml:trace contextRef="#ctx0" brushRef="#br0" timeOffset="-184674.8">17096 16699 1563 0,'-3'0'-96'0,"0"-7"11"0,-4 5 6 0,7-7 10 0,3 2 6 0,1 0 8 0,2-4 3 0,0 4 1 15,5-5-45-15,-4-1-118 0,2 1-26 16,2-2 82-16</inkml:trace>
  <inkml:trace contextRef="#ctx0" brushRef="#br0" timeOffset="-184046.66">13390 15349 650 0,'-17'0'-11'0,"0"-1"0"0,0-6-1 0,8 6-32 0,-8-2-73 0,0-1-38 0,4 1 53 16</inkml:trace>
  <inkml:trace contextRef="#ctx0" brushRef="#br0" timeOffset="-182250.85">11273 14947 486 0,'-10'0'31'0,"4"0"-9"0,-2 0-3 0,2 2-5 0,-1-2 5 0,4 0-2 0,3 0-4 16,-6 0 1-16,-2 0 3 0,8 6 0 16,0-6 11-16,0 0 1 0,11 0 9 0,-1 3 3 15,2-3 2-15,2 0-10 16,6 7 6-16,10-7 6 0,0 7-8 0,7 1-3 16,0-4-2-16,2 3-4 0,4 7 2 0,1-10-11 15,10 9-2-15,-2 5 3 0,2-9 1 16,3 7 12-16,0-1 1 0,3-5 3 0,3 5 3 15,-3-4 0-15,3 3-2 0,4-4 3 16,3-1-6-16,7 7-1 0,2-9-4 16,-8 4 1-16,8-3-4 0,2 6-4 0,-12-10 3 15,1 10-7-15,11-7-2 0,-8-3-2 16,7 10 2-16,-7-7-1 0,4-4-1 16,6 4-4-16,-6 1 1 0,-4-1 4 0,4-4-4 15,-4 1 6-15,1-1-3 0,-1-3 1 16,-3 0-3-16,0 0 0 0,-3 0-2 0,-10 0-1 15,2 0 1-15,-6 0 3 0,4 0-4 16,0 0-5-16,-3 1 4 0,-2-1-1 16,-2 0 0-16,1 0-1 0,1 7-2 0,2-7 2 15,-4 0-2-15,0 1 1 0,-3-1 1 16,2 6 2-16,-1-6-6 0,2 3 2 0,-4-3 2 16,1 0 0-16,-1 4-4 0,-2-4 5 15,-4 3-3-15,0-3 0 0,-1 0 3 16,2 0-1-16,2 0 1 0,-3 0 2 15,7 0-3-15,-7 0 2 0,7 0-3 16,2 0-2-16,-5 0 6 0,2-3-6 0,5-1 2 16,-5 4 0-16,7 0 1 0,1 0-2 15,-1 0 1-15,8 0-2 0,-6 0 3 0,5-3-2 16,-3 3 4-16,3 3-4 0,7-6-1 16,0-3 0-16,-3 5-1 0,2 1 1 0,1-7 0 15,-1 6 0-15,1-6 1 0,-4 4-1 16,8-4 0-16,-8-1 1 0,7 1-4 15,-7-2 1-15,7 8 0 0,-7-7 1 0,0 1 0 16,0-3-1-16,-6 2-1 0,0 1 0 16,0-2 3-16,-7 1 0 0,0 1-2 0,-3 3-1 15,2-4 3-15,-2 1 0 0,-1 0-2 16,-2-2-1-16,6 1 1 0,-6 1 1 0,2 3-3 16,1-4 0-16,2 1 2 0,5-3-1 15,0 2 1-15,-4-5-2 0,-4 3 2 16,11 2-2-16,-3 0 2 0,-2-3-4 15,-5 4 3-15,3-3-2 0,3-4 2 0,-6 6-1 16,10-1-1-16,-11 0 0 0,2 2 1 0,-2-2 1 16,1 1-1-16,-1 1-1 0,4 3 4 15,-3-4 0-15,3 1 1 0,-4 0 1 0,1-2-1 16,-1 1 0-16,2 1 0 0,-2 3-3 16,-2-4 3-16,2 1-3 0,-2 0-2 15,-1 4 5-15,-4-5-3 0,-4 2 1 16,1 5-2-16,-6-5 2 0,3 5 2 15,-3-2-3-15,0-5 1 0,-3 2 1 0,0 5-4 16,-1-5 7-16,1 5-1 0,-1-2 1 16,1-3 2-16,3 4 0 0,0-4 1 0,0 5-3 15,0-5 0-15,4 5 0 0,-1-8-1 16,0 7-1-16,4-4 0 0,-4 5-4 16,4 1 3-16,-4-6-1 0,1 5 0 0,2-2 0 15,-3-3 0-15,-3 4 0 16,4 2 1-16,-1 0-1 0,0-6-2 0,0 5 4 0,1 1-1 15,-1-6-3-15,1 5 1 0,0 1-2 16,-1-9 3-16,3 7 0 0,-3 2-1 0,4-7 0 16,-1 7 2-16,2-6-3 0,-2 5-2 15,1-2 1-15,-4-3 1 0,0 6 3 16,1-2 1-16,-1-4-5 0,-3 5 2 0,0 1-1 16,0-6-2-16,0 5 1 0,0 1 2 15,0-3 1-15,0-5 0 0,0 8 0 0,0-6 1 16,3 5-4-16,1 1 1 0,-4-7 1 15,0 4-1-15,0-5 4 0,0 2-4 16,0 5 0-16,-3-6 0 0,-1 4 3 16,4-3-2-16,-3-2 1 0,3 7-1 0,-3-5 1 15,-1-4 1-15,4 8-1 0,-3-5-1 0,3 1 1 16,-4 5 1-16,4-10 0 0,0 4-3 16,4 1-3-16,-4 2 6 0,-3-4-3 15,3 1 0-15,-7 0-1 0,4 4 4 16,-1-5-1-16,-3 1 0 0,1 1 1 0,-4 5-2 15,0-8 2-15,0 7-2 0,-4-4 0 16,1-1 0-16,-1 6 1 0,-2-2 0 0,2-5-2 16,2 8-1-16,-1-7 2 0,2 1 1 15,-2 2-3-15,-1-2 2 0,1 4-2 0,-1-4 2 16,5 5 0-16,-4-6-3 0,-4 4 1 16,4-5 3-16,2 2-2 0,-5 5 3 15,6-5-5-15,-7 2 4 0,4-2 1 0,0 4 0 16,-4-4-3-16,4 5 0 0,2-9 0 15,-2 4 0-15,4-2-3 0,-5 1 4 16,7 3 0-16,1-4-2 0,-2 1 2 0,-1-3 3 16,2 2-3-16,4-5-1 0,-7 3-1 15,0 1 2-15,3-1 1 0,-3-4-2 0,0 3-2 16,4-3 0-16,-8 3-21 16,4-10-28-16,-4 3-35 0,5-1-34 0,-1 2-34 0,-7-14-66 15,1 6-416-15,-1 0-132 0</inkml:trace>
  <inkml:trace contextRef="#ctx0" brushRef="#br0" timeOffset="-179572.75">16796 16731 1612 0,'-3'6'-74'0,"-1"-3"8"0,1-1 18 0,0-2 22 0,3 6 3 0,0-5 12 0,0-1 2 0,3 0 15 0,0 0 0 15,4 0 5-15,3 0 10 0,0 0 1 16,7 0 4-16,3-1 1 0,6-5 1 0,4 6-1 16,4-2-2-16,10-1-4 0,2-3 2 15,4-1-5-15,3 7 1 0,10-7-1 16,1 2 4-16,3-1-4 0,3 6-1 0,-1-1 4 15,5-5-1-15,2 6 2 0,-3-1 1 16,4-5 0-16,14-5 0 0,-5 4 1 0,5 0-1 16,-1-4 1-16,-1 3-6 0,5-3 0 15,-1-2 0-15,-7 1-3 0,7-1 1 16,-2 1-5-16,-5-1 2 0,-2 6-4 0,0-5-1 16,-2-1 3-16,-1 2-3 0,-12 3-1 0,-2 0 1 15,-1-2 1-15,2 3-2 0,-5 1 4 16,4-5 9-16,-1 4 4 0,1 6-1 15,2-5 0-15,2-5-1 0,-1 4-2 0,3 6-2 16,1-7-3-16,-5-1-3 0,1 2 2 16,4 0-2-16,-1 2-1 0,0-2 0 15,-2 1-3-15,-1-1 2 0,-7-4 1 0,0 10-5 16,-3-6 1-16,0-1 4 0,-9-1 0 16,9 2 2-16,-14 0 1 0,4 2 1 15,-4-2 0-15,5 0-1 0,-5-4 0 16,4 4-1-16,1-6 1 0,-5 2-2 0,1 3-1 15,5-3 0-15,-8-2-2 0,3 4-2 16,0-7-1-16,-8 7 3 0,1-1 0 0,-2-3-2 16,-2 2-3-16,-3 3 1 0,-3 0 1 15,-3-2-3-15,0-3 3 0,-1 8-1 16,-3-8-1-16,4 6 1 0,-3-4 1 0,-1 4 5 16,3-2-4-16,-2 0-3 0,2 1 2 15,1-3 0-15,0-2 0 0,0 4 1 0,0 0-3 16,-2 1 2-16,2-9-1 0,0 10-2 15,-3-2-1-15,2 0 4 0,-2 1-3 16,-5 0-4-16,5-2 3 0,-4 3 1 0,3-4-3 16,-3-2 2-16,1 6 1 0,-2-4 0 0,4 4-2 15,-2-2-1-15,1 0 0 0,-1 2 0 16,2-2 2-16,-3 0-3 0,0 1 2 16,4 0 1-16,-4-2-1 0,-1 3 1 15,-2-1-1-15,3-1 0 0,-3 2 0 0,-4-1 0 16,4 4-2-16,-1-3 2 0,-2 0-1 15,2-1 0-15,1-1 0 0,-4 1 0 16,4-3 1-16,-1-2-1 0,1 5-1 16,-4-2 3-16,4 2-2 0,-4-3 0 0,5-2 3 15,-6 4-4-15,2-7 2 0,2 7-3 16,-2-1 1-16,-1-5 3 0,1-1-4 16,-1 7 3-16,1-7 0 0,-1 7-3 0,0-7 3 15,-3 4-2-15,3-2 4 0,1-1-5 0,-4-2 2 16,3 6 0-16,4-4-2 0,-7-1 2 15,0 0 0-15,3-1-1 0,0 0 1 16,1 5-2-16,2-9 5 0,-5 10-4 0,2-4 1 16,1-2-1-16,-5 2 2 0,4-2-1 15,-2 6 0-15,2-4 0 0,-4-2 0 0,2 2 0 16,2 5-1-16,-3-8 0 0,4 3 3 16,-5-3-3-16,2 4 2 0,2-3-1 15,-4 0 1-15,5 2 0 0,-4 3-1 0,0-5 0 16,0-4 6-16,3 9-7 0,1-5 2 15,-4 2 1-15,0-3-2 0,0 4 1 16,0-4 2-16,-4 8 3 0,4-5-1 0,-3-1-1 16,0 7 0-16,-1-7 1 0,1 1-1 15,0 3-1-15,0-1 3 0,-1 1-2 16,1-2 0-16,-1-3-3 0,5 6 0 0,-2-4 3 16,-2-3-3-16,4 4 1 0,-2-4-1 15,-2 0 1-15,2 4 0 0,2-4-2 0,-5 8 5 16,1-11-1-16,-1 9-1 0,5-5 1 15,-4 2 2-15,-1-3 0 0,0 1 1 0,5-4-2 16,-4 3 1-16,-1-1 0 0,4 5 0 16,0-4-1-16,-3 0-2 0,2 1 2 15,2-4-2-15,-4 3 1 0,2 7-2 0,-2-4 3 16,3-3-1-16,-3 4 0 0,-1 3-1 16,5-6 1-16,-5 3 7 0,1 3-10 15,3-4 3-15,0-1-2 0,-3 7-1 0,-1-7 0 16,4 1 2-16,0 3 1 0,0-2-1 15,-3-3 1-15,3 6 0 0,-3-4-2 0,2-3 2 16,-5 4-1-16,6-4 7 0,0 2-7 16,-4 0-1-16,1-2 1 0,-4 0 0 15,5 4 1-15,-2-4 0 0,0 2 0 0,-2 1-2 16,-1 3 2-16,3-5-3 0,-1 2 1 16,-2-3 1-16,0 1-1 0,0 2 0 15,0-3-2-15,1 4 6 0,-1-4-5 0,-3 0-2 16,3 1 2-16,0-4-1 0,-3 3-1 15,5-1 2-15,-2 2-1 0,-3 2-1 16,3-3 4-16,-3 1-1 0,3 2 0 0,1-3-2 16,-1 1 1-16,-3-1 6 0,3 3-7 15,0-2-1-15,-3-4 2 0,3 3-1 0,2 7-1 16,-2-11-2-16,0 4 6 0,-3 0-1 16,3 1-4-16,-3-4 5 0,4 2-4 0,-4-5 1 15,0 5 2-15,3-3 0 0,-3 5-1 16,0-4 1-16,3 6 0 0,-3-5-2 15,0 2 2-15,3 0-2 0,-3 4 0 0,0-4 2 16,0 6-2-16,3-5 0 0,-6 2 0 16,6 2 0-16,-3-2 1 0,0 3 1 0,0-1-5 15,5 1 3-15,-5-4 0 0,3 7 0 16,-3-4 2-16,3 1-2 0,-3 2 1 16,0-3-1-16,3 2 0 0,-3 4 1 15,0-2-2-15,0 0 1 0,4 2 0 0,-4 0 4 16,0 2-5-16,0-5 0 0,0 6 0 15,3-4 1-15,-3 5-3 0,0-7 2 16,3 6-2-16,0-4 4 0,-3-1-2 0,0 5 0 16,0 0 3-16,3-2-2 0,-3 1 1 15,0-1-4-15,0 2 7 0,4 1-6 16,-4-1 1-16,4 1 0 0,-4 1 1 0,0-1 0 16,0 3 1-16,3-6-4 0,-3 5 0 15,0 1 4-15,3-3-2 0,-3 0 1 0,0 3-2 16,0 0 0-16,-3-1 0 0,3 1-2 0,-11 1-1 15,5 2 3-15,-4 0-2 0,-4 4 0 16,-2-2-1-16,-4 5 1 0,1 0 1 16,-2-5-1-16,1 2 1 0,1 6 0 0,-5-5-4 15,4 2 2-15,0-3 2 0,3 1 2 16,4-1-2-16,-4 3-2 0,4-7 2 16,3 2-1-16,0-1 0 0,0-1 0 0,0 1 1 15,3 2-3-15,1-6 5 0,-1 3-3 16,4-6-2-16,3 3 4 0,-4-6-1 15,4-1 1-15,4 3 0 0,-1-4-1 16,4 1 3-16,-1-3-6 0,1 2 4 0,3-5-1 16,3 1 1-16,0-1 0 0,1 1-3 15,2-1 1-15,-2 1 2 0,2-2-1 0,-2 6 0 16,-1-2 2-16,-2 0-1 0,-2 2 2 16,1 2-2-16,1-1 1 0,-2 0 1 0,-2 2 2 15,-1-1-5-15,2-1 3 0,-2 6 0 16,-3-5 0-16,0 6-2 0,1 0 1 15,-4 0-1-15,-4 7 0 0,-2 0 1 0,3 4 0 16,0 2 0-16,-5-3 0 0,5-1 1 16,-4 4-1-16,7-5 0 0,-6 3 3 0,3-2-2 15,3 0 0-15,-3 4 2 0,-2-10-4 16,2 5 2-16,3-1 0 0,0 0 0 16,-3-4 0-16,6 2-2 0,-3-1 2 0,3-1 0 15,5 1 2-15,-5 2-2 0,3-6-1 16,4 5 3-16,4 1-5 0,-4 1 2 15,7 3 0-15,-1 5 0 0,4 0-8 0,4 5-44 16,2 2-49-16,8 3-69 0,-4 0-95 16,10 0-189-16,3 3-155 0,-3-6-108 15</inkml:trace>
  <inkml:trace contextRef="#ctx0" brushRef="#br0" timeOffset="-175245.74">28809 10019 535 0,'4'-1'177'0,"-1"-2"-79"0,4 0-20 0,-7 0-12 0,0 1-16 0,0-4-7 0,0 5 0 0,0-2-9 0,-7-1 1 0,4 1-2 15,-1 0 1-15,4 3-1 0,-10-3 0 0,4 3-9 16,-4 0 1-16,-4 6-8 0,1-2 5 15,-4 3 2-15,1 7 8 0,-4-3 4 16,-4 10 0-16,5 0-1 0,-5-2-1 0,4 3 3 16,4 3-2-16,2-2-1 0,1-4-7 15,2 2 1-15,5 0-5 0,-1-2 0 0,4-1-5 16,3-4 2-16,3 1 8 0,4-2-13 16,7-1-1-16,-5-2 0 0,12-4-5 15,-5-1 0-15,4-3 0 0,4-2-2 16,-2-6-8-16,5-1-1 0,3 0-3 0,0-8 2 15,0 0-1-15,0-2-1 0,-3-4 0 16,0 3 2-16,0 1 0 0,-11 2 5 0,-2 3-2 16,2-1 1-16,-13 6-1 0,0 2 1 15,-3 5 1-15,0 0 4 0,-16 8-2 0,10-1 2 16,-8 5-2-16,1 4 0 0,-1-1 3 16,4 2-1-16,4 1 0 0,3 0 0 15,-4-4 2-15,3 4-1 0,4 0 7 16,0-4-10-16,4 1-1 0,6 0 1 0,-10-2 1 15,6-4-3-15,1 4 2 0,-1-5-4 16,5-1 4-16,-5-1-1 0,1-5-1 16,7-1-2-16,-11 0-4 0,10-1 6 0,-10-5 0 15,8-1 0-15,-8-4 1 0,0-1-1 16,7-1 0-16,-7-1-6 0,0 2 4 0,5-5-5 16,-5 6 4-16,7-4-1 0,-7 2-1 15,3 1-1-15,2 2 6 0,5-4-5 0,-10 6 5 16,0-1-4-16,8 1 2 0,-5 4-2 15,1 0 3-15,-1 1 0 0,5 3-3 16,-5 0 2-16,1 3 3 0,-1 1 1 16,5 4 2-16,-11 2 10 0,3 0 1 15,0 2 6-15,-3 1 3 0,0-4 5 0,0 7-4 16,-3-4-2-16,0-2-1 0,3 2-2 16,0-2-3-16,-4 1 0 0,-3-4-1 0,7 0-1 15,7-1-1-15,-7-6-3 0,0 0 5 16,0 0-9-16,7-13-2 0,-4 2 1 0,4 0-3 15,6-7 2-15,-10 1-3 0,11 2 1 16,-8-3-3-16,4 5 3 0,-3-2-4 16,0 5-1-16,6 2 3 0,-13 4-1 0,10 4 0 15,-3 4 3-15,-4 4 2 0,7 5-4 16,-10-1 5-16,7 4-2 0,0 2-1 16,-4-2-4-16,3 0-16 0,1 2-37 0,7-4-32 15,-11 1-28-15,3-5-21 0,1 2-25 16,-1-6-58-16,5-1-351 0,2-1-69 15</inkml:trace>
  <inkml:trace contextRef="#ctx0" brushRef="#br0" timeOffset="-174555.91">29533 10176 1452 0,'3'-17'-51'0,"0"5"24"0,-6-1 9 0,3 5 8 0,-3 4 11 0,-4 4 13 0,1 3 18 0,-11 2 3 15,4 5 10-15,-1 1 9 0,-10 7 1 0,5 3 4 16,2 4-2-16,1 0 3 0,-1 0-5 15,4 0-5-15,-1 0 0 0,1-3-9 16,10 0-2-16,3 1-5 0,-8-4-4 0,16 2-3 16,-5 0 0-16,10-5-2 0,-7 0-3 15,8-1-4-15,-1-4 1 0,4-3-1 16,-1-2-2-16,5-2-1 0,-4-4-4 0,5 0-1 16,2-4 2-16,3-4-2 0,-4-2-3 15,0 0 0-15,4-5-2 0,-4 0 0 0,4-2 1 16,-3-1 1-16,-8 3-2 0,1 1-3 15,-1 1 2-15,-2 2 3 0,-4 1 4 16,-4 1-1-16,5 2 0 0,-11 1-1 0,0 3-1 16,0 3 1-16,-14 3-1 0,11 4-6 15,-7-1 5-15,-4 1-3 0,4 1 1 16,4 2 0-16,-5-1-1 0,5 0-1 0,-1-2 0 16,4 0-1-16,0-2 0 0,0 1 0 15,-5-2 2-15,5 0-1 0,3 0-2 16,0-2 1-16,0-2-1 0,0 0 2 0,14-6 0 15,-14 5-1-15,6-5-1 0,1 2 0 16,-7 1 1-16,0-2 2 0,6 3-6 16,-6-3 4-16,8 2-1 0,-5 0 0 0,-3 2-3 15,0-2-2-15,0 3 3 0,3 0 1 16,-3 0-1-16,0 0 0 0,3 7 0 16,-3-3 2-16,7 0-1 0,-7-2 1 0,3-2-2 15,0 2 1-15,8-2 0 0,-1 0-3 16,-4-2-3-16,5-4-2 0,2 2-6 0,-4-6 1 15,5-2 3-15,2-1 0 16,-2-5 3-16,2 0-4 0,-2-7 0 0,6 0 7 16,-10-4-6-16,3-3 5 0,-2-1 0 0,2-2 1 15,0 0-2-15,-10 5 2 0,11 3 0 16,-11 2 4-16,0 4 3 0,7 2-1 16,-6 1-2-16,-1 5 2 0,4 9 2 0,-7 6-1 15,6 6 3-15,4 9 9 0,-6 2 1 16,6 6 8-16,-7 6-6 0,7 2 1 15,-4 2 0-15,5-1-2 0,2 1-3 16,1 1 1-16,-5-4-6 0,1 0-26 0,4-1-37 16,-8-1-41-16,4-3-36 0,1-4-36 15,-8-6-57-15,7-2-398 0,-10-1-121 0</inkml:trace>
  <inkml:trace contextRef="#ctx0" brushRef="#br0" timeOffset="-173412.45">30083 10437 1609 0,'-17'-5'-64'0,"7"3"23"0,4-3 1 0,-8 2 10 0,7 0 21 0,1 2-6 0,6-2 1 0,-10 0 7 0,10-2 2 16,7 3 2-16,-4-3-3 0,10 2 8 15,1-4-10-15,2 1 4 0,-2 2 8 0,2-7-4 16,4 4-4-16,-4-4 2 0,5 3-5 16,-1-5 4-16,-7 1 3 0,4-1 12 15,-1 1 8-15,1-1 7 0,-4 1 6 16,-2 1 6-16,-5 1-3 0,4 3 2 0,-7-1 1 15,4 1 0-15,-7 1-2 0,0 5-2 16,0-2-3-16,-7 0-2 0,7 3-1 16,0 0-6-16,0 0 3 0,-3 7-4 0,3-4-4 15,0 1 1-15,0 0-2 0,0-2 0 0,0 3-7 16,0-2 1-16,3 1-2 0,4 2-10 16,-3-1-20-16,2-1-12 0,1-1-20 15,-4 3-6-15,-3-5-16 0,10 2 14 16,-7 1-5-16,-3-4 11 0,4 4 8 15,-1-4-6-15,4-4 7 0,-4 4 8 0,0-4 2 16,7 0 7-16,-10-2 9 0,4 1 10 16,-1-1 7-16,4 2 3 0,-7 1 2 15,6-1 5-15,1-2 0 0,-4 4 4 0,-3-4-3 16,0 6-5-16,7-1 5 0,0 6 4 16,-4-1-1-16,0 2 10 0,7 4 15 15,-10-1 11-15,4 7 4 0,3-4 5 0,-4 1 1 16,-3-1-1-16,0 2-3 0,0 0-6 15,0-3 0-15,0 0-5 0,0-1-2 0,0 0-1 16,0-2-3-16,0-1-5 0,0-3 1 16,0 0-6-16,0-4-6 0,0 0 2 15,0-11-10-15,3 4 5 0,-3-4-1 0,10 0-4 16,-7-4-3-16,-3-3 2 0,11-2-1 16,-8 2-4-16,3-1-1 0,1 1-1 15,-1 1 0-15,5 3-1 0,-5 3 2 0,1-3-8 16,-4 6 3-16,8-1 0 0,-8 5-2 15,7 4 4-15,-4 2-2 0,5 3 4 16,-8 2-1-16,10-1 0 0,-7 3 1 0,5 0-3 16,-1 3 1-16,-4-5 2 0,5 3 0 0,2-2-4 15,-10-1 4-15,11 3-2 0,-1-6 3 16,0 2-1-16,4-4 0 0,-4-2-3 16,4 0-1-16,-1-2 3 0,-2-4-5 15,2-1-2-15,4-3 0 0,1-2 1 0,-5 2-1 16,-2-5 2-16,-5 2-2 0,1 4 3 15,4-4-2-15,-11 2 1 0,0 3-3 0,-3-1 1 16,-3 1-4-16,0 7 2 0,-11 1 5 16,4 1-3-16,1 5 3 0,-12-1 0 15,12 8-5-15,-12-1 5 0,5 1 2 0,2-1 0 16,1 1-4-16,3 2 2 0,0-5 0 16,0 2 2-16,4-2-1 0,2 0 1 15,-3-2-2-15,4-1 1 0,3 1 2 16,0-1 1-16,0-4 0 0,0 0-2 0,10-3 1 15,-6 0 0-15,-1-3 1 0,7-5-4 16,-4 1 2-16,4 0-2 0,-3-4 2 0,0 4 1 16,-1-3 0-16,4 2-5 0,-3 2-1 15,0 2 3-15,-4 1 0 0,7 6-1 0,-7 1 0 16,8 2 1-16,-8 5 2 0,3-3-1 16,4 3 4-16,1-1-2 0,-5 2 0 15,7-2-2-15,-2 1-7 0,-5-4-1 16,7-1-2-16,-2-2-11 0,-2-1-3 0,4-3-7 15,8-3-5-15,-12-1 1 0,12-2-1 16,-4-6 8-16,-1-4-2 0,1 0 4 16,-4-5 3-16,1-7 2 0,2-1 3 0,-2-4 3 15,2-6 10-15,-3-4 7 0,4 0 11 16,-4 1 5-16,4 7 0 0,-7 5 3 0,-3 2 2 16,3 6-1-16,-7 2-3 0,0 5-2 15,4 7-1-15,-4 8-1 0,-3 0 0 16,0 19 3-16,-3 2 5 0,3 1 3 0,0 6 3 15,0 5-2-15,0 2-1 0,3 0 0 16,-3 2-3-16,0-2-3 0,0 0-2 16,0 1-9-16,4-10-23 0,-4 2-28 15,0-3-34-15,0 0-29 0,0-7-30 0,-4-3-19 16,4-5-37-16,0-6-337 0,0 2-32 16</inkml:trace>
  <inkml:trace contextRef="#ctx0" brushRef="#br0" timeOffset="-173149.99">31163 10319 1338 0,'-7'-4'-41'0,"4"1"11"0,-1-2 10 0,4 5 14 0,0-2 12 0,0-3-1 0,0 5 4 0,-3-3 10 0,3 0-2 0,3 2-4 0,1 1 0 16,6-3-1-16,-4 0 3 0,4-2-2 15,4-1-10-15,2-1 7 0,-2 0-2 0,2 0 1 16,1-4-2-16,-1-1-6 0,1-1 16 16,-4 1 14-16,8-1 6 0,-15 1 11 0,8-1 5 15,-11 3 5-15,7 1 2 0,-10 2 0 16,0 1 4-16,-3 3 0 0,-7 6-2 15,-4 4 3-15,1 4 0 0,-4 3-1 0,4 4-6 16,-1 0-3-16,8 2-4 0,-7 2-3 16,10-1-5-16,-5 1-5 0,5-5 0 15,14 2-5-15,-8-1-10 0,10-3-35 0,4-2-45 16,-1-3-50-16,11-5-42 0,3-2-62 16,-3-6-120-16,3 0-237 0,0-1-69 15</inkml:trace>
  <inkml:trace contextRef="#ctx0" brushRef="#br0" timeOffset="-172900.98">31982 10255 1555 0,'0'2'-22'15,"0"-2"6"-15,-3 5 30 0,0-2 18 16,-7 0 4-16,4 4 12 0,-8 2 9 0,-9 1 12 16,6 3 8-16,-13 5 1 15,0 0 5-15,-13 4-5 0,-17 6-4 0,0 1-3 0,-41 8-5 16,-5 1-6-16,-8-1-5 0,-9-2-6 15,0 1-4-15,-10-4-8 0,-8 0-5 16,2-1-2-16,-5-1-4 0,5-1-5 0,-5-1-12 16,14-3-22-16,-3-3-25 0,10-1-19 15,3-1-24-15,19-5-14 0,18-4-22 0,17-3-17 16,-5 2-10-16,11-4-23 0,11-1-88 16,-2-5-277-16,15 0-35 0</inkml:trace>
  <inkml:trace contextRef="#ctx0" brushRef="#br0" timeOffset="-172523.43">31489 9747 1457 0,'17'-12'-24'0,"-14"2"12"16,7 3 12-16,-6 1 11 0,6 1 13 16,-7-1 5-16,-3 2 1 0,10 0 13 15,-7 1-4-15,-3-5 0 0,4 6 4 0,3-3 0 16,-1-1-1-16,-6 2 1 0,3 1 1 16,4 1 5-16,-7-3-2 0,3 1-1 0,-3 3-8 15,3-2 0-15,-3 3-6 0,0 0-4 16,8 13 1-16,-5-1-1 0,-3 3 6 0,3 10 5 15,0-2 5-15,7 4 0 0,-7 5-1 16,5-1-2-16,-5 1-3 0,10 1-4 16,-10-1-2-16,8 1 0 0,-8-1-5 0,3-1 0 15,4-6-3-15,-10 1-8 0,11-2-39 16,-8-2-44-16,-3 0-64 0,10-2-52 0,-10-2-119 16,3 1-363-16,-3-4-161 0</inkml:trace>
  <inkml:trace contextRef="#ctx0" brushRef="#br0" timeOffset="-172359.86">31653 10593 1730 0,'-3'8'-35'0,"3"3"26"15,-8-4 24-15,8 0 18 0,0 1 9 16,-3 1 7-16,3-2 4 0,0-2-3 0,0-1-3 16,0-1-7-16,0 0-3 0,0 0-5 15,0-3-13-15,0 0-36 0,11 1-44 16,-11-1-47-16,0 0-81 0,3-4-183 0,-3 4-90 15,0 0 32-15</inkml:trace>
  <inkml:trace contextRef="#ctx0" brushRef="#br0" timeOffset="-164687.93">29916 16156 786 0,'-7'0'9'0,"7"-7"8"0,0 6-9 0,7-7 0 0,-3-1-11 0,-4 1 1 0,6-9 3 16,1 9-2-16,-1-9 1 0,4 1 8 15,-6 6 1-15,9-5-1 0,0-1 5 0,-9-2 2 16,6 4 3-16,3 2-2 0,-10-3 1 15,11 5 4-15,-11-3-1 0,7 2 9 16,-7 4 1-16,8-2 3 0,-8 0-11 16,0 2-3-16,0 0-8 0,4 5 0 0,-7-7 4 15,3 9-6-15,0 0-2 0,5 0 3 0,-5 6 7 16,-3 5-3-16,3-3 1 0,-3 9 2 16,3-3 2-16,-3-2 0 0,0 4 4 15,7 6 2-15,-7-4 1 0,3 1 4 0,0-3 2 16,-3 6 1-16,0-4 0 0,0 1 0 15,0-1 2-15,0 5-8 0,8-7 3 16,-8 2-2-16,0 0 0 0,0-5-6 0,0-1-2 16,3 2-1-16,-3-3 2 0,0 2-4 15,0-3-1-15,0-1-1 0,0-2 3 16,0 4 0-16,-3 2-3 0,-8-3 3 16,8-1-1-16,-7-2 1 0,4 10-4 0,-8-9 5 15,1 3-3-15,-4-4 3 0,4 6 0 16,-4-1-1-16,-6-5 0 0,6 4 0 0,0-4 5 15,1 0 4-15,3 4 2 0,-1-5-1 16,1 1 0-16,6-6-2 0,-3 8 1 16,0-7-2-16,7-2 1 0,3 0-6 0,0 0 3 15,27-2 1-15,-11-7-3 0,11 2-4 16,3 0 0-16,6-5-3 0,7-1-2 16,4 1 0-16,7-3-2 0,-5-1 1 15,5 4-1-15,3-2 3 0,-11 3-4 0,1-2-2 16,-4 4-2-16,-2-1 1 0,-8 3-2 0,-3-1 2 15,0-1-1-15,-3 2-2 0,-8 6-5 16,-2-5-26-16,7 4-32 0,-8-1-32 16,-2-3-41-16,-1 6-35 0,-7 0-89 0,1-1-346 15,-4 1-101-15</inkml:trace>
  <inkml:trace contextRef="#ctx0" brushRef="#br0" timeOffset="-153298.98">32516 13884 968 0,'0'-4'63'0,"-3"-4"0"0,0 1-20 0,-11-3 10 0,-10 2-6 0,2 1-19 0,-19-3 5 0,-2 2-11 0,-4 2 2 0,-23 5-2 0,7 1 5 0,-21 15-2 16,-6-4-7-16,-26 22 2 0,-4 9 0 16,-3 14-5-16,3 13-3 0,3 12 6 15,11 12-2-15,8 7 3 0,22 7-5 0,16 1 4 16,6 2 2-16,24-3-3 0,21-5 1 15,12-17 6-15,17 11 1 0,20-11 1 16,20-9 3-16,13 6-4 0,17-18 3 16,11-2 1-16,15-12-4 0,7-1-1 0,0-14 1 15,8-10-1-15,-1-9-1 0,-24-16-2 0,-5-9-4 16,22-16-1-16,-7-16-4 0,-9-18-3 16,-7-8-2-16,-7-16 2 0,-9-2-5 15,-11-12-3-15,-13-3 3 0,-13-11-3 0,-7 4 4 16,-20-3-1-16,-7 2-2 0,-23 16 0 15,-10-8-2-15,-10 4-2 0,-16 9-4 16,-14 5-1-16,-14 7-12 0,-13 9-27 16,-13 14-19-16,-3 10-22 0,-4 3-11 0,7 20-27 15,17 12-63-15,10-3-296 0,0 10 11 16</inkml:trace>
  <inkml:trace contextRef="#ctx0" brushRef="#br0" timeOffset="-153075.86">31753 13930 1309 0,'17'28'-21'0,"-4"5"34"16,-7 0 8-16,8 2 20 0,-11-3 6 0,7 1 18 15,4 1 12-15,-8-2 11 0,7-6 15 16,11-1 7-16,-4 0 4 0,6-8-1 16,4-3 2-16,0-12-10 0,14-4-12 15,2-4-8-15,11-5-9 0,17-10-6 0,2-5-9 16,24-16-6-16,4-2-7 0,-1-13-15 15,3-9-32-15,-2-11-32 0,2-5-32 16,11-11-40-16,3 1-41 0,0-5-54 0,7 11-143 16,-7 11-320-16,0 8-156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EE88-CEE7-4B86-A990-A1D43F1F2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E0AA6-ADB3-49FB-BEC5-B6C1D34BC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40039-FD7B-4DF6-8E1D-2EC48236C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DE9D-F041-4576-9D70-F0F0D6855F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1EC4E-134B-4EBE-8A4C-3B05A79B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7CD9E-357A-463D-B572-01831352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2C2F-66F9-4449-B6D7-063B599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14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1C326-C349-4A97-BCEA-6A8B027CE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71F45-BB19-461B-9692-B1DF6B6D4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C1016-D68F-467A-BC24-BB94A2D18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DE9D-F041-4576-9D70-F0F0D6855F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A60BB-E0BA-4FF5-BD9F-83DF0F32A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604CF-E952-4AFE-8198-8606F28D5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2C2F-66F9-4449-B6D7-063B599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0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F4CB-6844-4CA8-BDE6-38E0D4D47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07EDF-DB77-4A75-A877-553EE6F79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C2390-B40B-4360-85C3-E95BBFF2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DE9D-F041-4576-9D70-F0F0D6855F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8D94C-145A-42A3-90F3-980790494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03142-F81C-4DCE-A11E-0A9929F3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2C2F-66F9-4449-B6D7-063B599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1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0AF4-7F83-4F38-93B3-EC18D65A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28D3A-A892-4B84-A853-870F3B686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25213-CAB9-468D-B21F-36E783842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53657-A3DB-4A23-BB13-A2D6C1E9B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DE9D-F041-4576-9D70-F0F0D6855F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0AE1B-2458-4E6C-BC5D-72C2A9E3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E3A2F-AE3A-43A3-B62D-25614129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2C2F-66F9-4449-B6D7-063B599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90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DB46A-0AA7-472A-B8E3-336B4029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35888-A189-48FF-9A19-435915478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59CD7-2D2A-4C52-AD07-1168C7FC2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988404-E532-4040-9398-284F4F5204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B5A9AC-8653-41BE-B8DF-56C052E6D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426B5F-7E66-4417-AB65-AD3D146E9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DE9D-F041-4576-9D70-F0F0D6855F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A4AC6-0DE7-41AC-A72A-8F0530044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17DF7-F167-4C8F-9E84-395DA9A5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2C2F-66F9-4449-B6D7-063B599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56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12787-AA55-4ACA-A38D-537402F8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23293-726C-49AC-833A-434EF3E4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DE9D-F041-4576-9D70-F0F0D6855F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D5FEB-18DB-4F48-B579-737DA1BB4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BC103B-0C30-4084-99E7-BABA1759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2C2F-66F9-4449-B6D7-063B599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35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0AA015-C119-4108-BCD7-F371D5A3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DE9D-F041-4576-9D70-F0F0D6855F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DE0E44-47BE-4BC9-861B-3885CDC56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05819-1143-4768-B94D-954ED44F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2C2F-66F9-4449-B6D7-063B599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0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EEA7-F853-4BDF-AAE0-09AC4303F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A1455-7971-45C2-B9C6-717BF5EA2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F7C4D-8F74-49A8-8801-B3209D439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716F4-0718-487C-8142-5CA63F07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DE9D-F041-4576-9D70-F0F0D6855F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12B8E-4567-4013-91EA-B6E8AC501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95D12-88B5-4A32-80A0-82C536AC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2C2F-66F9-4449-B6D7-063B599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8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7FB85-A6BB-49FF-ACF8-42BDF68FD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728BB7-DAA2-48FA-9A52-16F75EE89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9C229-4D87-43DC-B75F-A5256B1FC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E5874-B40E-4482-A83B-150998D8C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DE9D-F041-4576-9D70-F0F0D6855F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9E59D-E4BD-4124-B2B1-563803DA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2BDE1-441A-42FA-B695-7FCC3CC0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2C2F-66F9-4449-B6D7-063B599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3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7E7A3-453E-4C92-8A94-85C6BE0F1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607AD-3605-4040-BF85-7F9431654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C4B4D-E6EE-41CC-A63A-3561DE0D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DE9D-F041-4576-9D70-F0F0D6855F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47154-7994-44D2-9759-F0DA4776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C04CC-C67B-472F-A8B2-4296C7B09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2C2F-66F9-4449-B6D7-063B599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4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1F88EA-B1EA-4A20-A7A2-27ACB2FAB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A194F-312F-49A2-A50B-ADD8E4ECC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EEA1D-C16D-42E7-B6AB-A6B409A6B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DE9D-F041-4576-9D70-F0F0D6855F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7D0D2-422E-41CC-B713-33ADFBD20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2981E-AEA4-4386-BC14-A1D22AD4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12C2F-66F9-4449-B6D7-063B599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9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43ADEE-2875-49CA-BDEC-D9B5882C8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0730A-66B5-4BDA-9FD5-85D776695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4D88C-20C6-4394-B1CB-F939D7B5D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2DE9D-F041-4576-9D70-F0F0D6855F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53700-79C2-43DD-BC7E-D244CFEB80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29488-B2DA-4356-B5DE-2AA66331C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12C2F-66F9-4449-B6D7-063B599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customXml" Target="../ink/ink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customXml" Target="../ink/ink6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customXml" Target="../ink/ink8.xml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5" Type="http://schemas.openxmlformats.org/officeDocument/2006/relationships/image" Target="../media/image31.png"/><Relationship Id="rId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customXml" Target="../ink/ink12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customXml" Target="../ink/ink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3C7B-40E7-4547-BFDE-1D764B5A9B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8B415-FD4F-4DEE-BAC8-80AB22B16C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34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E8353E-B7DB-4C40-9975-C58ECC49F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11" y="643616"/>
            <a:ext cx="12173493" cy="62143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4A33E8-48EC-4534-8074-CDB58EA14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420" y="182863"/>
            <a:ext cx="2224957" cy="1257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F2D122-6E89-41B9-9FA9-002CA815F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22" y="2193325"/>
            <a:ext cx="1889924" cy="6020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560B78E-81F3-4A05-AF6C-7CD02DA8976F}"/>
                  </a:ext>
                </a:extLst>
              </p14:cNvPr>
              <p14:cNvContentPartPr/>
              <p14:nvPr/>
            </p14:nvContentPartPr>
            <p14:xfrm>
              <a:off x="1296000" y="128160"/>
              <a:ext cx="10690920" cy="4384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560B78E-81F3-4A05-AF6C-7CD02DA897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6640" y="118800"/>
                <a:ext cx="10709640" cy="440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6206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EF9D0A-A948-4DF5-8DCB-16F7720B9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93" y="2153185"/>
            <a:ext cx="9548687" cy="42980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6F84F1-EFE6-4AF0-A3B7-5BCDBC319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583" y="67046"/>
            <a:ext cx="3401355" cy="27997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1B2B375-5845-41C3-8404-7300946A9070}"/>
                  </a:ext>
                </a:extLst>
              </p14:cNvPr>
              <p14:cNvContentPartPr/>
              <p14:nvPr/>
            </p14:nvContentPartPr>
            <p14:xfrm>
              <a:off x="25920" y="196200"/>
              <a:ext cx="10431000" cy="5081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1B2B375-5845-41C3-8404-7300946A90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60" y="186840"/>
                <a:ext cx="10449720" cy="509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9985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E0F9B1-8B50-4355-90D7-D9BE068EE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08" y="189732"/>
            <a:ext cx="2865368" cy="10745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71CA0E-DB77-408A-8EDD-B8CC232E1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24" y="1264245"/>
            <a:ext cx="5525840" cy="1969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0FECF2-B5A6-46C7-B1CD-DF4620F9B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17" y="3303420"/>
            <a:ext cx="6706181" cy="12726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6727309-31EB-4714-A018-C6DAB1EC7C54}"/>
                  </a:ext>
                </a:extLst>
              </p14:cNvPr>
              <p14:cNvContentPartPr/>
              <p14:nvPr/>
            </p14:nvContentPartPr>
            <p14:xfrm>
              <a:off x="344160" y="313560"/>
              <a:ext cx="8294760" cy="5626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6727309-31EB-4714-A018-C6DAB1EC7C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4800" y="304200"/>
                <a:ext cx="8313480" cy="56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7710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9D9245-0332-4929-9C1D-E2DA1BE9C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44" y="247374"/>
            <a:ext cx="8710415" cy="63632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E0A42E-B44B-4473-BC35-D3E3BA9D9AD0}"/>
                  </a:ext>
                </a:extLst>
              </p14:cNvPr>
              <p14:cNvContentPartPr/>
              <p14:nvPr/>
            </p14:nvContentPartPr>
            <p14:xfrm>
              <a:off x="1696680" y="177120"/>
              <a:ext cx="9921960" cy="5951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E0A42E-B44B-4473-BC35-D3E3BA9D9A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7320" y="167760"/>
                <a:ext cx="9940680" cy="597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9759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6144D4-7180-4C15-9A87-EF12545A9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59" y="201968"/>
            <a:ext cx="3748298" cy="1044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992E7B-EACD-4B70-89D1-EF2D3A92C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217" y="1367521"/>
            <a:ext cx="10109565" cy="54904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D5A0E24-B8E4-4982-AE33-E594B4BF0C2E}"/>
                  </a:ext>
                </a:extLst>
              </p14:cNvPr>
              <p14:cNvContentPartPr/>
              <p14:nvPr/>
            </p14:nvContentPartPr>
            <p14:xfrm>
              <a:off x="147240" y="456120"/>
              <a:ext cx="12045240" cy="6338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D5A0E24-B8E4-4982-AE33-E594B4BF0C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880" y="446760"/>
                <a:ext cx="12063960" cy="635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3912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9176DA-7495-4F51-8B21-8AF8D35E0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02" y="115056"/>
            <a:ext cx="4398491" cy="1301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A9D948-D850-4218-B445-6D6F48C4B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551" y="1553781"/>
            <a:ext cx="8719231" cy="4501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15E099-DB67-4C98-9E4D-AD78FF47B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30" y="6054811"/>
            <a:ext cx="7628281" cy="6248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C5D73C0-C7A9-4920-8C5F-045582188437}"/>
                  </a:ext>
                </a:extLst>
              </p14:cNvPr>
              <p14:cNvContentPartPr/>
              <p14:nvPr/>
            </p14:nvContentPartPr>
            <p14:xfrm>
              <a:off x="188280" y="102600"/>
              <a:ext cx="10118880" cy="5294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C5D73C0-C7A9-4920-8C5F-04558218843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920" y="93240"/>
                <a:ext cx="10137600" cy="531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295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D30F9A-6327-4520-9E16-08CF80371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53" y="400887"/>
            <a:ext cx="7039030" cy="35285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20CE7D-6E8B-44AC-8EF8-7F9C4450CE95}"/>
                  </a:ext>
                </a:extLst>
              </p14:cNvPr>
              <p14:cNvContentPartPr/>
              <p14:nvPr/>
            </p14:nvContentPartPr>
            <p14:xfrm>
              <a:off x="1322280" y="306720"/>
              <a:ext cx="7620480" cy="3318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20CE7D-6E8B-44AC-8EF8-7F9C4450CE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2920" y="297360"/>
                <a:ext cx="7639200" cy="333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1259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8AA84D-7CA5-492C-8991-EB9AD81B2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189" y="258805"/>
            <a:ext cx="8695502" cy="66190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E3F726-A5F9-4EE8-92DE-8DD2ACE20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85" y="5353868"/>
            <a:ext cx="3203047" cy="1245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6B58D5-63A4-409B-AEE9-56A4065A0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98" y="4728436"/>
            <a:ext cx="1935648" cy="6934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7EF5E21-1209-4FD3-AADE-A8E30202698E}"/>
                  </a:ext>
                </a:extLst>
              </p14:cNvPr>
              <p14:cNvContentPartPr/>
              <p14:nvPr/>
            </p14:nvContentPartPr>
            <p14:xfrm>
              <a:off x="641880" y="48600"/>
              <a:ext cx="6691320" cy="5495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7EF5E21-1209-4FD3-AADE-A8E3020269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2520" y="39240"/>
                <a:ext cx="6710040" cy="551376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58D9053-997A-4729-9E83-8D64AF3B10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2450" y="4157417"/>
            <a:ext cx="3034209" cy="2441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73C2B4-CCCE-4802-A78D-3F6C85396C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9330" y="1511361"/>
            <a:ext cx="2642195" cy="21585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E674535-9854-4C69-8AC5-B1DD5D1C3300}"/>
                  </a:ext>
                </a:extLst>
              </p14:cNvPr>
              <p14:cNvContentPartPr/>
              <p14:nvPr/>
            </p14:nvContentPartPr>
            <p14:xfrm>
              <a:off x="730800" y="141120"/>
              <a:ext cx="10078920" cy="6697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E674535-9854-4C69-8AC5-B1DD5D1C33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1440" y="131760"/>
                <a:ext cx="10097640" cy="671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7368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002729-3061-43CC-A1BF-B92404718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84" y="456326"/>
            <a:ext cx="5654780" cy="3835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1AAF5A-5276-4AA2-AEFD-9FA855747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772" y="695815"/>
            <a:ext cx="5352444" cy="43726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F1B3E38-18CF-400E-858E-F29716B5B6F5}"/>
                  </a:ext>
                </a:extLst>
              </p14:cNvPr>
              <p14:cNvContentPartPr/>
              <p14:nvPr/>
            </p14:nvContentPartPr>
            <p14:xfrm>
              <a:off x="1832040" y="999720"/>
              <a:ext cx="9104760" cy="5745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F1B3E38-18CF-400E-858E-F29716B5B6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22680" y="990360"/>
                <a:ext cx="9123480" cy="57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4A4AD00-8923-42EB-BC0C-C52459BBF1A2}"/>
                  </a:ext>
                </a:extLst>
              </p14:cNvPr>
              <p14:cNvContentPartPr/>
              <p14:nvPr/>
            </p14:nvContentPartPr>
            <p14:xfrm>
              <a:off x="6837480" y="5465880"/>
              <a:ext cx="4735440" cy="1284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4A4AD00-8923-42EB-BC0C-C52459BBF1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28120" y="5456520"/>
                <a:ext cx="4754160" cy="130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9218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580EC8-502F-4C9C-B4C0-892A2727A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344" y="148305"/>
            <a:ext cx="8588484" cy="6561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A3A8E0-E6C6-45E1-A9BA-2C5B4637A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72" y="5235905"/>
            <a:ext cx="3603320" cy="12390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FE2C3D-662C-4721-AEF7-02E5A345F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6917"/>
            <a:ext cx="3725167" cy="35010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BD1D815-59EF-4E5E-AC3C-754EFC5BE44F}"/>
                  </a:ext>
                </a:extLst>
              </p14:cNvPr>
              <p14:cNvContentPartPr/>
              <p14:nvPr/>
            </p14:nvContentPartPr>
            <p14:xfrm>
              <a:off x="2756520" y="194040"/>
              <a:ext cx="9182520" cy="5664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BD1D815-59EF-4E5E-AC3C-754EFC5BE4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47160" y="184680"/>
                <a:ext cx="9201240" cy="568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5673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6A4AA5-B0B0-4847-BDA5-5F41142E3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9" y="745345"/>
            <a:ext cx="6058425" cy="41151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E5EF6C3-836D-4141-8353-C4F7E8E54921}"/>
                  </a:ext>
                </a:extLst>
              </p14:cNvPr>
              <p14:cNvContentPartPr/>
              <p14:nvPr/>
            </p14:nvContentPartPr>
            <p14:xfrm>
              <a:off x="1102320" y="2788920"/>
              <a:ext cx="513000" cy="491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E5EF6C3-836D-4141-8353-C4F7E8E549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2960" y="2779560"/>
                <a:ext cx="531720" cy="51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5962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A26DA3-5C8B-42AF-9D90-BFECD5840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520" y="361684"/>
            <a:ext cx="8588484" cy="6134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340203-DD37-474F-9E9F-FC1578F8A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0702" y="2911334"/>
            <a:ext cx="4184822" cy="135456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7398DB9-0C68-4D26-B542-59BABFDB2C75}"/>
                  </a:ext>
                </a:extLst>
              </p14:cNvPr>
              <p14:cNvContentPartPr/>
              <p14:nvPr/>
            </p14:nvContentPartPr>
            <p14:xfrm>
              <a:off x="3725640" y="389520"/>
              <a:ext cx="8379000" cy="5640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7398DB9-0C68-4D26-B542-59BABFDB2C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16280" y="380160"/>
                <a:ext cx="8397720" cy="565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753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2305166 - Rubaiyat Zaman Raisa</dc:creator>
  <cp:lastModifiedBy>2305166 - Rubaiyat Zaman Raisa</cp:lastModifiedBy>
  <cp:revision>11</cp:revision>
  <dcterms:created xsi:type="dcterms:W3CDTF">2026-08-13T15:53:55Z</dcterms:created>
  <dcterms:modified xsi:type="dcterms:W3CDTF">2026-08-13T20:41:02Z</dcterms:modified>
</cp:coreProperties>
</file>